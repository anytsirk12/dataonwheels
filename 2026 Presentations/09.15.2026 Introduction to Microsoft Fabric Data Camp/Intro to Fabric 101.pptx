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2" r:id="rId4"/>
  </p:sldMasterIdLst>
  <p:notesMasterIdLst>
    <p:notesMasterId r:id="rId31"/>
  </p:notesMasterIdLst>
  <p:sldIdLst>
    <p:sldId id="2147482363" r:id="rId5"/>
    <p:sldId id="2147482364" r:id="rId6"/>
    <p:sldId id="2147482376" r:id="rId7"/>
    <p:sldId id="2147482377" r:id="rId8"/>
    <p:sldId id="2147482382" r:id="rId9"/>
    <p:sldId id="259" r:id="rId10"/>
    <p:sldId id="2147482375" r:id="rId11"/>
    <p:sldId id="409" r:id="rId12"/>
    <p:sldId id="2147482378" r:id="rId13"/>
    <p:sldId id="305" r:id="rId14"/>
    <p:sldId id="263" r:id="rId15"/>
    <p:sldId id="264" r:id="rId16"/>
    <p:sldId id="265" r:id="rId17"/>
    <p:sldId id="2147482379" r:id="rId18"/>
    <p:sldId id="260" r:id="rId19"/>
    <p:sldId id="2147482374" r:id="rId20"/>
    <p:sldId id="2147482369" r:id="rId21"/>
    <p:sldId id="261" r:id="rId22"/>
    <p:sldId id="2147482368" r:id="rId23"/>
    <p:sldId id="2147482380" r:id="rId24"/>
    <p:sldId id="309" r:id="rId25"/>
    <p:sldId id="310" r:id="rId26"/>
    <p:sldId id="2147482366" r:id="rId27"/>
    <p:sldId id="2147482381" r:id="rId28"/>
    <p:sldId id="403" r:id="rId29"/>
    <p:sldId id="2147482361" r:id="rId30"/>
  </p:sldIdLst>
  <p:sldSz cx="12192000" cy="6858000"/>
  <p:notesSz cx="6858000" cy="9144000"/>
  <p:custShowLst>
    <p:custShow name="Conf Specific Slides"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ference Specific Slides" id="{FDDF7CE9-7A3D-4CF3-BBE3-7ECBCDA00229}">
          <p14:sldIdLst/>
        </p14:section>
        <p14:section name="Presentation" id="{A3FBBF94-EA0E-44AA-8EF2-63E16E2B6518}">
          <p14:sldIdLst>
            <p14:sldId id="2147482363"/>
            <p14:sldId id="2147482364"/>
            <p14:sldId id="2147482376"/>
            <p14:sldId id="2147482377"/>
            <p14:sldId id="2147482382"/>
            <p14:sldId id="259"/>
            <p14:sldId id="2147482375"/>
            <p14:sldId id="409"/>
            <p14:sldId id="2147482378"/>
            <p14:sldId id="305"/>
            <p14:sldId id="263"/>
            <p14:sldId id="264"/>
            <p14:sldId id="265"/>
            <p14:sldId id="2147482379"/>
            <p14:sldId id="260"/>
            <p14:sldId id="2147482374"/>
            <p14:sldId id="2147482369"/>
            <p14:sldId id="261"/>
            <p14:sldId id="2147482368"/>
            <p14:sldId id="2147482380"/>
            <p14:sldId id="309"/>
            <p14:sldId id="310"/>
            <p14:sldId id="2147482366"/>
            <p14:sldId id="2147482381"/>
            <p14:sldId id="403"/>
            <p14:sldId id="21474823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323FE0-A9D6-59E3-1D7B-3E39783FD7CA}" name="Kristyna Ferris" initials="KF" userId="S::kferris@p3adaptive.com::94226f18-af35-4770-afa7-870236380a3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B619"/>
    <a:srgbClr val="B82687"/>
    <a:srgbClr val="C07200"/>
    <a:srgbClr val="407A18"/>
    <a:srgbClr val="F5CFE8"/>
    <a:srgbClr val="D1FFF6"/>
    <a:srgbClr val="FFD28F"/>
    <a:srgbClr val="80009F"/>
    <a:srgbClr val="D940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A43A9-A06A-46B4-AE3A-53DAC3932E85}" v="17" dt="2026-09-15T14:32:23.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3" autoAdjust="0"/>
    <p:restoredTop sz="89225" autoAdjust="0"/>
  </p:normalViewPr>
  <p:slideViewPr>
    <p:cSldViewPr snapToGrid="0">
      <p:cViewPr varScale="1">
        <p:scale>
          <a:sx n="99" d="100"/>
          <a:sy n="99" d="100"/>
        </p:scale>
        <p:origin x="1164" y="72"/>
      </p:cViewPr>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yna Ferris" userId="86aeac9f-971e-413b-9f78-ace434bd0a60" providerId="ADAL" clId="{BB1FBCEE-720A-4BC8-B896-5F1AD7000908}"/>
    <pc:docChg chg="undo custSel addSld delSld modSld sldOrd delMainMaster modMainMaster addSection modSection modShowInfo">
      <pc:chgData name="Kristyna Ferris" userId="86aeac9f-971e-413b-9f78-ace434bd0a60" providerId="ADAL" clId="{BB1FBCEE-720A-4BC8-B896-5F1AD7000908}" dt="2026-09-15T14:32:47.763" v="9609"/>
      <pc:docMkLst>
        <pc:docMk/>
      </pc:docMkLst>
      <pc:sldChg chg="addSp delSp modSp add del mod setBg modNotesTx">
        <pc:chgData name="Kristyna Ferris" userId="86aeac9f-971e-413b-9f78-ace434bd0a60" providerId="ADAL" clId="{BB1FBCEE-720A-4BC8-B896-5F1AD7000908}" dt="2026-09-15T14:32:41.141" v="9607" actId="1076"/>
        <pc:sldMkLst>
          <pc:docMk/>
          <pc:sldMk cId="0" sldId="259"/>
        </pc:sldMkLst>
        <pc:spChg chg="del">
          <ac:chgData name="Kristyna Ferris" userId="86aeac9f-971e-413b-9f78-ace434bd0a60" providerId="ADAL" clId="{BB1FBCEE-720A-4BC8-B896-5F1AD7000908}" dt="2026-09-15T13:42:47.030" v="9257" actId="478"/>
          <ac:spMkLst>
            <pc:docMk/>
            <pc:sldMk cId="0" sldId="259"/>
            <ac:spMk id="2" creationId="{00000000-0000-0000-0000-000000000000}"/>
          </ac:spMkLst>
        </pc:spChg>
        <pc:spChg chg="del mod">
          <ac:chgData name="Kristyna Ferris" userId="86aeac9f-971e-413b-9f78-ace434bd0a60" providerId="ADAL" clId="{BB1FBCEE-720A-4BC8-B896-5F1AD7000908}" dt="2026-09-15T13:42:44.655" v="9256" actId="478"/>
          <ac:spMkLst>
            <pc:docMk/>
            <pc:sldMk cId="0" sldId="259"/>
            <ac:spMk id="3" creationId="{00000000-0000-0000-0000-000000000000}"/>
          </ac:spMkLst>
        </pc:spChg>
        <pc:spChg chg="del">
          <ac:chgData name="Kristyna Ferris" userId="86aeac9f-971e-413b-9f78-ace434bd0a60" providerId="ADAL" clId="{BB1FBCEE-720A-4BC8-B896-5F1AD7000908}" dt="2026-09-15T13:42:26.521" v="9249" actId="478"/>
          <ac:spMkLst>
            <pc:docMk/>
            <pc:sldMk cId="0" sldId="259"/>
            <ac:spMk id="4" creationId="{00000000-0000-0000-0000-000000000000}"/>
          </ac:spMkLst>
        </pc:spChg>
        <pc:spChg chg="mod">
          <ac:chgData name="Kristyna Ferris" userId="86aeac9f-971e-413b-9f78-ace434bd0a60" providerId="ADAL" clId="{BB1FBCEE-720A-4BC8-B896-5F1AD7000908}" dt="2026-09-15T13:42:58.412" v="9261" actId="122"/>
          <ac:spMkLst>
            <pc:docMk/>
            <pc:sldMk cId="0" sldId="259"/>
            <ac:spMk id="5"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6"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7"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8"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9"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0"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1"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2"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3"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4" creationId="{00000000-0000-0000-0000-000000000000}"/>
          </ac:spMkLst>
        </pc:spChg>
        <pc:spChg chg="del mod">
          <ac:chgData name="Kristyna Ferris" userId="86aeac9f-971e-413b-9f78-ace434bd0a60" providerId="ADAL" clId="{BB1FBCEE-720A-4BC8-B896-5F1AD7000908}" dt="2026-09-15T14:32:18.612" v="9597" actId="478"/>
          <ac:spMkLst>
            <pc:docMk/>
            <pc:sldMk cId="0" sldId="259"/>
            <ac:spMk id="15" creationId="{00000000-0000-0000-0000-000000000000}"/>
          </ac:spMkLst>
        </pc:spChg>
        <pc:spChg chg="del mod">
          <ac:chgData name="Kristyna Ferris" userId="86aeac9f-971e-413b-9f78-ace434bd0a60" providerId="ADAL" clId="{BB1FBCEE-720A-4BC8-B896-5F1AD7000908}" dt="2026-09-15T14:32:21.006" v="9598" actId="478"/>
          <ac:spMkLst>
            <pc:docMk/>
            <pc:sldMk cId="0" sldId="259"/>
            <ac:spMk id="16" creationId="{00000000-0000-0000-0000-000000000000}"/>
          </ac:spMkLst>
        </pc:spChg>
        <pc:picChg chg="add del">
          <ac:chgData name="Kristyna Ferris" userId="86aeac9f-971e-413b-9f78-ace434bd0a60" providerId="ADAL" clId="{BB1FBCEE-720A-4BC8-B896-5F1AD7000908}" dt="2026-09-15T14:32:27.988" v="9602" actId="22"/>
          <ac:picMkLst>
            <pc:docMk/>
            <pc:sldMk cId="0" sldId="259"/>
            <ac:picMk id="18" creationId="{20230675-7475-34BC-226C-00AF37F90308}"/>
          </ac:picMkLst>
        </pc:picChg>
        <pc:picChg chg="add mod">
          <ac:chgData name="Kristyna Ferris" userId="86aeac9f-971e-413b-9f78-ace434bd0a60" providerId="ADAL" clId="{BB1FBCEE-720A-4BC8-B896-5F1AD7000908}" dt="2026-09-15T14:32:41.141" v="9607" actId="1076"/>
          <ac:picMkLst>
            <pc:docMk/>
            <pc:sldMk cId="0" sldId="259"/>
            <ac:picMk id="19" creationId="{FE2B1629-F910-AD6E-930D-F2796F7BD7E3}"/>
          </ac:picMkLst>
        </pc:picChg>
      </pc:sldChg>
      <pc:sldChg chg="addSp delSp modSp add mod setBg modNotesTx">
        <pc:chgData name="Kristyna Ferris" userId="86aeac9f-971e-413b-9f78-ace434bd0a60" providerId="ADAL" clId="{BB1FBCEE-720A-4BC8-B896-5F1AD7000908}" dt="2026-09-15T13:34:13.234" v="8926" actId="478"/>
        <pc:sldMkLst>
          <pc:docMk/>
          <pc:sldMk cId="0" sldId="260"/>
        </pc:sldMkLst>
        <pc:spChg chg="add mod">
          <ac:chgData name="Kristyna Ferris" userId="86aeac9f-971e-413b-9f78-ace434bd0a60" providerId="ADAL" clId="{BB1FBCEE-720A-4BC8-B896-5F1AD7000908}" dt="2026-08-24T02:38:41.070" v="5312" actId="1076"/>
          <ac:spMkLst>
            <pc:docMk/>
            <pc:sldMk cId="0" sldId="260"/>
            <ac:spMk id="3" creationId="{BB758A38-05AE-0F01-33D0-C945AAB060CD}"/>
          </ac:spMkLst>
        </pc:spChg>
        <pc:spChg chg="mod">
          <ac:chgData name="Kristyna Ferris" userId="86aeac9f-971e-413b-9f78-ace434bd0a60" providerId="ADAL" clId="{BB1FBCEE-720A-4BC8-B896-5F1AD7000908}" dt="2026-08-24T02:38:36.279" v="5311" actId="14100"/>
          <ac:spMkLst>
            <pc:docMk/>
            <pc:sldMk cId="0" sldId="260"/>
            <ac:spMk id="5" creationId="{00000000-0000-0000-0000-000000000000}"/>
          </ac:spMkLst>
        </pc:spChg>
        <pc:spChg chg="add mod">
          <ac:chgData name="Kristyna Ferris" userId="86aeac9f-971e-413b-9f78-ace434bd0a60" providerId="ADAL" clId="{BB1FBCEE-720A-4BC8-B896-5F1AD7000908}" dt="2026-08-26T17:21:26.799" v="8784" actId="403"/>
          <ac:spMkLst>
            <pc:docMk/>
            <pc:sldMk cId="0" sldId="260"/>
            <ac:spMk id="19" creationId="{BD702CE7-EAB3-721E-DF7E-3878EFBC7867}"/>
          </ac:spMkLst>
        </pc:spChg>
        <pc:spChg chg="add del">
          <ac:chgData name="Kristyna Ferris" userId="86aeac9f-971e-413b-9f78-ace434bd0a60" providerId="ADAL" clId="{BB1FBCEE-720A-4BC8-B896-5F1AD7000908}" dt="2026-09-15T13:34:13.234" v="8926" actId="478"/>
          <ac:spMkLst>
            <pc:docMk/>
            <pc:sldMk cId="0" sldId="260"/>
            <ac:spMk id="20" creationId="{525770EA-B2FF-4366-6AD0-DA3122779D8E}"/>
          </ac:spMkLst>
        </pc:spChg>
        <pc:spChg chg="add del mod">
          <ac:chgData name="Kristyna Ferris" userId="86aeac9f-971e-413b-9f78-ace434bd0a60" providerId="ADAL" clId="{BB1FBCEE-720A-4BC8-B896-5F1AD7000908}" dt="2026-09-15T13:34:13.234" v="8926" actId="478"/>
          <ac:spMkLst>
            <pc:docMk/>
            <pc:sldMk cId="0" sldId="260"/>
            <ac:spMk id="22" creationId="{9796933C-B418-F038-C409-7A2466BC3326}"/>
          </ac:spMkLst>
        </pc:spChg>
        <pc:picChg chg="add del">
          <ac:chgData name="Kristyna Ferris" userId="86aeac9f-971e-413b-9f78-ace434bd0a60" providerId="ADAL" clId="{BB1FBCEE-720A-4BC8-B896-5F1AD7000908}" dt="2026-09-15T13:34:13.234" v="8926" actId="478"/>
          <ac:picMkLst>
            <pc:docMk/>
            <pc:sldMk cId="0" sldId="260"/>
            <ac:picMk id="24" creationId="{BDFA36B5-D952-3A6A-C93E-3F1E61F3E605}"/>
          </ac:picMkLst>
        </pc:picChg>
      </pc:sldChg>
      <pc:sldChg chg="addSp delSp modSp add mod setBg modNotesTx">
        <pc:chgData name="Kristyna Ferris" userId="86aeac9f-971e-413b-9f78-ace434bd0a60" providerId="ADAL" clId="{BB1FBCEE-720A-4BC8-B896-5F1AD7000908}" dt="2026-09-15T13:34:47.173" v="8931" actId="478"/>
        <pc:sldMkLst>
          <pc:docMk/>
          <pc:sldMk cId="0" sldId="261"/>
        </pc:sldMkLst>
        <pc:spChg chg="add mod">
          <ac:chgData name="Kristyna Ferris" userId="86aeac9f-971e-413b-9f78-ace434bd0a60" providerId="ADAL" clId="{BB1FBCEE-720A-4BC8-B896-5F1AD7000908}" dt="2026-08-26T17:22:39.648" v="8802" actId="403"/>
          <ac:spMkLst>
            <pc:docMk/>
            <pc:sldMk cId="0" sldId="261"/>
            <ac:spMk id="3" creationId="{EE390DC1-2CA8-BAB2-CAB1-F8BA1D75BD44}"/>
          </ac:spMkLst>
        </pc:spChg>
        <pc:spChg chg="mod">
          <ac:chgData name="Kristyna Ferris" userId="86aeac9f-971e-413b-9f78-ace434bd0a60" providerId="ADAL" clId="{BB1FBCEE-720A-4BC8-B896-5F1AD7000908}" dt="2026-08-24T03:19:38.784" v="7468" actId="20577"/>
          <ac:spMkLst>
            <pc:docMk/>
            <pc:sldMk cId="0" sldId="261"/>
            <ac:spMk id="5" creationId="{00000000-0000-0000-0000-000000000000}"/>
          </ac:spMkLst>
        </pc:spChg>
        <pc:spChg chg="add del">
          <ac:chgData name="Kristyna Ferris" userId="86aeac9f-971e-413b-9f78-ace434bd0a60" providerId="ADAL" clId="{BB1FBCEE-720A-4BC8-B896-5F1AD7000908}" dt="2026-09-15T13:34:47.173" v="8931" actId="478"/>
          <ac:spMkLst>
            <pc:docMk/>
            <pc:sldMk cId="0" sldId="261"/>
            <ac:spMk id="20" creationId="{D7F85BEE-7BEE-57B3-87E3-A9360D2D252A}"/>
          </ac:spMkLst>
        </pc:spChg>
        <pc:spChg chg="add del mod">
          <ac:chgData name="Kristyna Ferris" userId="86aeac9f-971e-413b-9f78-ace434bd0a60" providerId="ADAL" clId="{BB1FBCEE-720A-4BC8-B896-5F1AD7000908}" dt="2026-09-15T13:34:47.173" v="8931" actId="478"/>
          <ac:spMkLst>
            <pc:docMk/>
            <pc:sldMk cId="0" sldId="261"/>
            <ac:spMk id="22" creationId="{03EDC08D-1FDD-3FCB-C896-02DFA420998D}"/>
          </ac:spMkLst>
        </pc:spChg>
        <pc:picChg chg="add del">
          <ac:chgData name="Kristyna Ferris" userId="86aeac9f-971e-413b-9f78-ace434bd0a60" providerId="ADAL" clId="{BB1FBCEE-720A-4BC8-B896-5F1AD7000908}" dt="2026-09-15T13:34:47.173" v="8931" actId="478"/>
          <ac:picMkLst>
            <pc:docMk/>
            <pc:sldMk cId="0" sldId="261"/>
            <ac:picMk id="24" creationId="{ED7C390F-9035-0EE4-F80D-A6518C693CA5}"/>
          </ac:picMkLst>
        </pc:picChg>
      </pc:sldChg>
      <pc:sldChg chg="addSp delSp modSp add del mod setBg modNotesTx">
        <pc:chgData name="Kristyna Ferris" userId="86aeac9f-971e-413b-9f78-ace434bd0a60" providerId="ADAL" clId="{BB1FBCEE-720A-4BC8-B896-5F1AD7000908}" dt="2026-09-15T13:48:43.824" v="9400" actId="478"/>
        <pc:sldMkLst>
          <pc:docMk/>
          <pc:sldMk cId="0" sldId="263"/>
        </pc:sldMkLst>
        <pc:spChg chg="del mod">
          <ac:chgData name="Kristyna Ferris" userId="86aeac9f-971e-413b-9f78-ace434bd0a60" providerId="ADAL" clId="{BB1FBCEE-720A-4BC8-B896-5F1AD7000908}" dt="2026-09-15T13:47:30.346" v="9376" actId="478"/>
          <ac:spMkLst>
            <pc:docMk/>
            <pc:sldMk cId="0" sldId="263"/>
            <ac:spMk id="2" creationId="{00000000-0000-0000-0000-000000000000}"/>
          </ac:spMkLst>
        </pc:spChg>
        <pc:spChg chg="del">
          <ac:chgData name="Kristyna Ferris" userId="86aeac9f-971e-413b-9f78-ace434bd0a60" providerId="ADAL" clId="{BB1FBCEE-720A-4BC8-B896-5F1AD7000908}" dt="2026-09-15T13:47:30.346" v="9376" actId="478"/>
          <ac:spMkLst>
            <pc:docMk/>
            <pc:sldMk cId="0" sldId="263"/>
            <ac:spMk id="3" creationId="{00000000-0000-0000-0000-000000000000}"/>
          </ac:spMkLst>
        </pc:spChg>
        <pc:spChg chg="del">
          <ac:chgData name="Kristyna Ferris" userId="86aeac9f-971e-413b-9f78-ace434bd0a60" providerId="ADAL" clId="{BB1FBCEE-720A-4BC8-B896-5F1AD7000908}" dt="2026-09-15T13:48:43.824" v="9400" actId="478"/>
          <ac:spMkLst>
            <pc:docMk/>
            <pc:sldMk cId="0" sldId="263"/>
            <ac:spMk id="4" creationId="{00000000-0000-0000-0000-000000000000}"/>
          </ac:spMkLst>
        </pc:spChg>
        <pc:spChg chg="mod">
          <ac:chgData name="Kristyna Ferris" userId="86aeac9f-971e-413b-9f78-ace434bd0a60" providerId="ADAL" clId="{BB1FBCEE-720A-4BC8-B896-5F1AD7000908}" dt="2026-09-15T13:47:33.046" v="9377" actId="113"/>
          <ac:spMkLst>
            <pc:docMk/>
            <pc:sldMk cId="0" sldId="263"/>
            <ac:spMk id="5" creationId="{00000000-0000-0000-0000-000000000000}"/>
          </ac:spMkLst>
        </pc:spChg>
        <pc:spChg chg="mod">
          <ac:chgData name="Kristyna Ferris" userId="86aeac9f-971e-413b-9f78-ace434bd0a60" providerId="ADAL" clId="{BB1FBCEE-720A-4BC8-B896-5F1AD7000908}" dt="2026-09-15T13:47:37.202" v="9378" actId="207"/>
          <ac:spMkLst>
            <pc:docMk/>
            <pc:sldMk cId="0" sldId="263"/>
            <ac:spMk id="6" creationId="{00000000-0000-0000-0000-000000000000}"/>
          </ac:spMkLst>
        </pc:spChg>
        <pc:spChg chg="mod">
          <ac:chgData name="Kristyna Ferris" userId="86aeac9f-971e-413b-9f78-ace434bd0a60" providerId="ADAL" clId="{BB1FBCEE-720A-4BC8-B896-5F1AD7000908}" dt="2026-09-15T13:47:52.039" v="9383" actId="403"/>
          <ac:spMkLst>
            <pc:docMk/>
            <pc:sldMk cId="0" sldId="263"/>
            <ac:spMk id="7" creationId="{00000000-0000-0000-0000-000000000000}"/>
          </ac:spMkLst>
        </pc:spChg>
        <pc:spChg chg="mod">
          <ac:chgData name="Kristyna Ferris" userId="86aeac9f-971e-413b-9f78-ace434bd0a60" providerId="ADAL" clId="{BB1FBCEE-720A-4BC8-B896-5F1AD7000908}" dt="2026-09-15T13:47:40.450" v="9379" actId="207"/>
          <ac:spMkLst>
            <pc:docMk/>
            <pc:sldMk cId="0" sldId="263"/>
            <ac:spMk id="8" creationId="{00000000-0000-0000-0000-000000000000}"/>
          </ac:spMkLst>
        </pc:spChg>
        <pc:spChg chg="mod">
          <ac:chgData name="Kristyna Ferris" userId="86aeac9f-971e-413b-9f78-ace434bd0a60" providerId="ADAL" clId="{BB1FBCEE-720A-4BC8-B896-5F1AD7000908}" dt="2026-09-15T13:47:47.763" v="9382" actId="403"/>
          <ac:spMkLst>
            <pc:docMk/>
            <pc:sldMk cId="0" sldId="263"/>
            <ac:spMk id="9" creationId="{00000000-0000-0000-0000-000000000000}"/>
          </ac:spMkLst>
        </pc:spChg>
        <pc:spChg chg="mod">
          <ac:chgData name="Kristyna Ferris" userId="86aeac9f-971e-413b-9f78-ace434bd0a60" providerId="ADAL" clId="{BB1FBCEE-720A-4BC8-B896-5F1AD7000908}" dt="2026-09-15T13:47:40.450" v="9379" actId="207"/>
          <ac:spMkLst>
            <pc:docMk/>
            <pc:sldMk cId="0" sldId="263"/>
            <ac:spMk id="10" creationId="{00000000-0000-0000-0000-000000000000}"/>
          </ac:spMkLst>
        </pc:spChg>
        <pc:spChg chg="mod">
          <ac:chgData name="Kristyna Ferris" userId="86aeac9f-971e-413b-9f78-ace434bd0a60" providerId="ADAL" clId="{BB1FBCEE-720A-4BC8-B896-5F1AD7000908}" dt="2026-09-15T13:47:47.763" v="9382" actId="403"/>
          <ac:spMkLst>
            <pc:docMk/>
            <pc:sldMk cId="0" sldId="263"/>
            <ac:spMk id="11" creationId="{00000000-0000-0000-0000-000000000000}"/>
          </ac:spMkLst>
        </pc:spChg>
        <pc:spChg chg="mod">
          <ac:chgData name="Kristyna Ferris" userId="86aeac9f-971e-413b-9f78-ace434bd0a60" providerId="ADAL" clId="{BB1FBCEE-720A-4BC8-B896-5F1AD7000908}" dt="2026-09-15T13:47:40.450" v="9379" actId="207"/>
          <ac:spMkLst>
            <pc:docMk/>
            <pc:sldMk cId="0" sldId="263"/>
            <ac:spMk id="12" creationId="{00000000-0000-0000-0000-000000000000}"/>
          </ac:spMkLst>
        </pc:spChg>
        <pc:spChg chg="mod">
          <ac:chgData name="Kristyna Ferris" userId="86aeac9f-971e-413b-9f78-ace434bd0a60" providerId="ADAL" clId="{BB1FBCEE-720A-4BC8-B896-5F1AD7000908}" dt="2026-09-15T13:47:47.763" v="9382" actId="403"/>
          <ac:spMkLst>
            <pc:docMk/>
            <pc:sldMk cId="0" sldId="263"/>
            <ac:spMk id="13" creationId="{00000000-0000-0000-0000-000000000000}"/>
          </ac:spMkLst>
        </pc:spChg>
        <pc:spChg chg="mod">
          <ac:chgData name="Kristyna Ferris" userId="86aeac9f-971e-413b-9f78-ace434bd0a60" providerId="ADAL" clId="{BB1FBCEE-720A-4BC8-B896-5F1AD7000908}" dt="2026-09-15T13:47:40.450" v="9379" actId="207"/>
          <ac:spMkLst>
            <pc:docMk/>
            <pc:sldMk cId="0" sldId="263"/>
            <ac:spMk id="14" creationId="{00000000-0000-0000-0000-000000000000}"/>
          </ac:spMkLst>
        </pc:spChg>
        <pc:spChg chg="mod">
          <ac:chgData name="Kristyna Ferris" userId="86aeac9f-971e-413b-9f78-ace434bd0a60" providerId="ADAL" clId="{BB1FBCEE-720A-4BC8-B896-5F1AD7000908}" dt="2026-09-15T13:47:47.763" v="9382" actId="403"/>
          <ac:spMkLst>
            <pc:docMk/>
            <pc:sldMk cId="0" sldId="263"/>
            <ac:spMk id="15" creationId="{00000000-0000-0000-0000-000000000000}"/>
          </ac:spMkLst>
        </pc:spChg>
        <pc:spChg chg="mod">
          <ac:chgData name="Kristyna Ferris" userId="86aeac9f-971e-413b-9f78-ace434bd0a60" providerId="ADAL" clId="{BB1FBCEE-720A-4BC8-B896-5F1AD7000908}" dt="2026-09-15T13:47:54.131" v="9384" actId="403"/>
          <ac:spMkLst>
            <pc:docMk/>
            <pc:sldMk cId="0" sldId="263"/>
            <ac:spMk id="17"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18"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19"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0" creationId="{00000000-0000-0000-0000-000000000000}"/>
          </ac:spMkLst>
        </pc:spChg>
        <pc:spChg chg="mod">
          <ac:chgData name="Kristyna Ferris" userId="86aeac9f-971e-413b-9f78-ace434bd0a60" providerId="ADAL" clId="{BB1FBCEE-720A-4BC8-B896-5F1AD7000908}" dt="2026-09-15T13:48:06.480" v="9387" actId="14100"/>
          <ac:spMkLst>
            <pc:docMk/>
            <pc:sldMk cId="0" sldId="263"/>
            <ac:spMk id="21"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2"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3"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4"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5"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6" creationId="{00000000-0000-0000-0000-000000000000}"/>
          </ac:spMkLst>
        </pc:spChg>
        <pc:spChg chg="mod">
          <ac:chgData name="Kristyna Ferris" userId="86aeac9f-971e-413b-9f78-ace434bd0a60" providerId="ADAL" clId="{BB1FBCEE-720A-4BC8-B896-5F1AD7000908}" dt="2026-09-15T13:48:00.808" v="9386" actId="403"/>
          <ac:spMkLst>
            <pc:docMk/>
            <pc:sldMk cId="0" sldId="263"/>
            <ac:spMk id="27" creationId="{00000000-0000-0000-0000-000000000000}"/>
          </ac:spMkLst>
        </pc:spChg>
      </pc:sldChg>
      <pc:sldChg chg="addSp delSp modSp add del mod setBg modNotesTx">
        <pc:chgData name="Kristyna Ferris" userId="86aeac9f-971e-413b-9f78-ace434bd0a60" providerId="ADAL" clId="{BB1FBCEE-720A-4BC8-B896-5F1AD7000908}" dt="2026-09-15T13:48:41.482" v="9399" actId="478"/>
        <pc:sldMkLst>
          <pc:docMk/>
          <pc:sldMk cId="0" sldId="264"/>
        </pc:sldMkLst>
        <pc:spChg chg="del">
          <ac:chgData name="Kristyna Ferris" userId="86aeac9f-971e-413b-9f78-ace434bd0a60" providerId="ADAL" clId="{BB1FBCEE-720A-4BC8-B896-5F1AD7000908}" dt="2026-09-15T13:48:16.596" v="9388" actId="478"/>
          <ac:spMkLst>
            <pc:docMk/>
            <pc:sldMk cId="0" sldId="264"/>
            <ac:spMk id="2" creationId="{00000000-0000-0000-0000-000000000000}"/>
          </ac:spMkLst>
        </pc:spChg>
        <pc:spChg chg="del">
          <ac:chgData name="Kristyna Ferris" userId="86aeac9f-971e-413b-9f78-ace434bd0a60" providerId="ADAL" clId="{BB1FBCEE-720A-4BC8-B896-5F1AD7000908}" dt="2026-09-15T13:48:16.596" v="9388" actId="478"/>
          <ac:spMkLst>
            <pc:docMk/>
            <pc:sldMk cId="0" sldId="264"/>
            <ac:spMk id="3" creationId="{00000000-0000-0000-0000-000000000000}"/>
          </ac:spMkLst>
        </pc:spChg>
        <pc:spChg chg="del">
          <ac:chgData name="Kristyna Ferris" userId="86aeac9f-971e-413b-9f78-ace434bd0a60" providerId="ADAL" clId="{BB1FBCEE-720A-4BC8-B896-5F1AD7000908}" dt="2026-09-15T13:48:41.482" v="9399" actId="478"/>
          <ac:spMkLst>
            <pc:docMk/>
            <pc:sldMk cId="0" sldId="264"/>
            <ac:spMk id="4" creationId="{00000000-0000-0000-0000-000000000000}"/>
          </ac:spMkLst>
        </pc:spChg>
        <pc:spChg chg="mod">
          <ac:chgData name="Kristyna Ferris" userId="86aeac9f-971e-413b-9f78-ace434bd0a60" providerId="ADAL" clId="{BB1FBCEE-720A-4BC8-B896-5F1AD7000908}" dt="2026-09-15T13:48:23.733" v="9391" actId="207"/>
          <ac:spMkLst>
            <pc:docMk/>
            <pc:sldMk cId="0" sldId="264"/>
            <ac:spMk id="5" creationId="{00000000-0000-0000-0000-000000000000}"/>
          </ac:spMkLst>
        </pc:spChg>
        <pc:spChg chg="mod">
          <ac:chgData name="Kristyna Ferris" userId="86aeac9f-971e-413b-9f78-ace434bd0a60" providerId="ADAL" clId="{BB1FBCEE-720A-4BC8-B896-5F1AD7000908}" dt="2026-09-15T13:48:35.731" v="9397" actId="403"/>
          <ac:spMkLst>
            <pc:docMk/>
            <pc:sldMk cId="0" sldId="264"/>
            <ac:spMk id="7" creationId="{00000000-0000-0000-0000-000000000000}"/>
          </ac:spMkLst>
        </pc:spChg>
        <pc:spChg chg="mod">
          <ac:chgData name="Kristyna Ferris" userId="86aeac9f-971e-413b-9f78-ace434bd0a60" providerId="ADAL" clId="{BB1FBCEE-720A-4BC8-B896-5F1AD7000908}" dt="2026-09-15T13:48:28.620" v="9394" actId="403"/>
          <ac:spMkLst>
            <pc:docMk/>
            <pc:sldMk cId="0" sldId="264"/>
            <ac:spMk id="9" creationId="{00000000-0000-0000-0000-000000000000}"/>
          </ac:spMkLst>
        </pc:spChg>
        <pc:spChg chg="mod">
          <ac:chgData name="Kristyna Ferris" userId="86aeac9f-971e-413b-9f78-ace434bd0a60" providerId="ADAL" clId="{BB1FBCEE-720A-4BC8-B896-5F1AD7000908}" dt="2026-09-15T13:48:28.620" v="9394" actId="403"/>
          <ac:spMkLst>
            <pc:docMk/>
            <pc:sldMk cId="0" sldId="264"/>
            <ac:spMk id="11" creationId="{00000000-0000-0000-0000-000000000000}"/>
          </ac:spMkLst>
        </pc:spChg>
        <pc:spChg chg="mod">
          <ac:chgData name="Kristyna Ferris" userId="86aeac9f-971e-413b-9f78-ace434bd0a60" providerId="ADAL" clId="{BB1FBCEE-720A-4BC8-B896-5F1AD7000908}" dt="2026-09-15T13:48:20.005" v="9389" actId="2711"/>
          <ac:spMkLst>
            <pc:docMk/>
            <pc:sldMk cId="0" sldId="264"/>
            <ac:spMk id="12" creationId="{00000000-0000-0000-0000-000000000000}"/>
          </ac:spMkLst>
        </pc:spChg>
        <pc:spChg chg="mod">
          <ac:chgData name="Kristyna Ferris" userId="86aeac9f-971e-413b-9f78-ace434bd0a60" providerId="ADAL" clId="{BB1FBCEE-720A-4BC8-B896-5F1AD7000908}" dt="2026-09-15T13:48:28.620" v="9394" actId="403"/>
          <ac:spMkLst>
            <pc:docMk/>
            <pc:sldMk cId="0" sldId="264"/>
            <ac:spMk id="13" creationId="{00000000-0000-0000-0000-000000000000}"/>
          </ac:spMkLst>
        </pc:spChg>
        <pc:spChg chg="mod">
          <ac:chgData name="Kristyna Ferris" userId="86aeac9f-971e-413b-9f78-ace434bd0a60" providerId="ADAL" clId="{BB1FBCEE-720A-4BC8-B896-5F1AD7000908}" dt="2026-09-15T13:48:28.620" v="9394" actId="403"/>
          <ac:spMkLst>
            <pc:docMk/>
            <pc:sldMk cId="0" sldId="264"/>
            <ac:spMk id="15" creationId="{00000000-0000-0000-0000-000000000000}"/>
          </ac:spMkLst>
        </pc:spChg>
        <pc:spChg chg="mod">
          <ac:chgData name="Kristyna Ferris" userId="86aeac9f-971e-413b-9f78-ace434bd0a60" providerId="ADAL" clId="{BB1FBCEE-720A-4BC8-B896-5F1AD7000908}" dt="2026-09-15T13:48:37.776" v="9398" actId="403"/>
          <ac:spMkLst>
            <pc:docMk/>
            <pc:sldMk cId="0" sldId="264"/>
            <ac:spMk id="17" creationId="{00000000-0000-0000-0000-000000000000}"/>
          </ac:spMkLst>
        </pc:spChg>
        <pc:spChg chg="mod">
          <ac:chgData name="Kristyna Ferris" userId="86aeac9f-971e-413b-9f78-ace434bd0a60" providerId="ADAL" clId="{BB1FBCEE-720A-4BC8-B896-5F1AD7000908}" dt="2026-09-15T13:48:31.772" v="9396" actId="403"/>
          <ac:spMkLst>
            <pc:docMk/>
            <pc:sldMk cId="0" sldId="264"/>
            <ac:spMk id="19" creationId="{00000000-0000-0000-0000-000000000000}"/>
          </ac:spMkLst>
        </pc:spChg>
        <pc:spChg chg="mod">
          <ac:chgData name="Kristyna Ferris" userId="86aeac9f-971e-413b-9f78-ace434bd0a60" providerId="ADAL" clId="{BB1FBCEE-720A-4BC8-B896-5F1AD7000908}" dt="2026-09-15T13:48:31.772" v="9396" actId="403"/>
          <ac:spMkLst>
            <pc:docMk/>
            <pc:sldMk cId="0" sldId="264"/>
            <ac:spMk id="21" creationId="{00000000-0000-0000-0000-000000000000}"/>
          </ac:spMkLst>
        </pc:spChg>
        <pc:spChg chg="mod">
          <ac:chgData name="Kristyna Ferris" userId="86aeac9f-971e-413b-9f78-ace434bd0a60" providerId="ADAL" clId="{BB1FBCEE-720A-4BC8-B896-5F1AD7000908}" dt="2026-09-15T13:48:31.772" v="9396" actId="403"/>
          <ac:spMkLst>
            <pc:docMk/>
            <pc:sldMk cId="0" sldId="264"/>
            <ac:spMk id="23" creationId="{00000000-0000-0000-0000-000000000000}"/>
          </ac:spMkLst>
        </pc:spChg>
        <pc:spChg chg="mod">
          <ac:chgData name="Kristyna Ferris" userId="86aeac9f-971e-413b-9f78-ace434bd0a60" providerId="ADAL" clId="{BB1FBCEE-720A-4BC8-B896-5F1AD7000908}" dt="2026-09-15T13:48:20.005" v="9389" actId="2711"/>
          <ac:spMkLst>
            <pc:docMk/>
            <pc:sldMk cId="0" sldId="264"/>
            <ac:spMk id="24" creationId="{00000000-0000-0000-0000-000000000000}"/>
          </ac:spMkLst>
        </pc:spChg>
        <pc:spChg chg="mod">
          <ac:chgData name="Kristyna Ferris" userId="86aeac9f-971e-413b-9f78-ace434bd0a60" providerId="ADAL" clId="{BB1FBCEE-720A-4BC8-B896-5F1AD7000908}" dt="2026-09-15T13:48:31.772" v="9396" actId="403"/>
          <ac:spMkLst>
            <pc:docMk/>
            <pc:sldMk cId="0" sldId="264"/>
            <ac:spMk id="25" creationId="{00000000-0000-0000-0000-000000000000}"/>
          </ac:spMkLst>
        </pc:spChg>
        <pc:spChg chg="mod">
          <ac:chgData name="Kristyna Ferris" userId="86aeac9f-971e-413b-9f78-ace434bd0a60" providerId="ADAL" clId="{BB1FBCEE-720A-4BC8-B896-5F1AD7000908}" dt="2026-09-15T13:48:31.772" v="9396" actId="403"/>
          <ac:spMkLst>
            <pc:docMk/>
            <pc:sldMk cId="0" sldId="264"/>
            <ac:spMk id="27" creationId="{00000000-0000-0000-0000-000000000000}"/>
          </ac:spMkLst>
        </pc:spChg>
      </pc:sldChg>
      <pc:sldChg chg="addSp delSp modSp add del mod setBg modNotesTx">
        <pc:chgData name="Kristyna Ferris" userId="86aeac9f-971e-413b-9f78-ace434bd0a60" providerId="ADAL" clId="{BB1FBCEE-720A-4BC8-B896-5F1AD7000908}" dt="2026-09-15T13:51:00.669" v="9447" actId="20577"/>
        <pc:sldMkLst>
          <pc:docMk/>
          <pc:sldMk cId="0" sldId="265"/>
        </pc:sldMkLst>
        <pc:spChg chg="del">
          <ac:chgData name="Kristyna Ferris" userId="86aeac9f-971e-413b-9f78-ace434bd0a60" providerId="ADAL" clId="{BB1FBCEE-720A-4BC8-B896-5F1AD7000908}" dt="2026-09-15T13:48:52.628" v="9402" actId="478"/>
          <ac:spMkLst>
            <pc:docMk/>
            <pc:sldMk cId="0" sldId="265"/>
            <ac:spMk id="2" creationId="{00000000-0000-0000-0000-000000000000}"/>
          </ac:spMkLst>
        </pc:spChg>
        <pc:spChg chg="del">
          <ac:chgData name="Kristyna Ferris" userId="86aeac9f-971e-413b-9f78-ace434bd0a60" providerId="ADAL" clId="{BB1FBCEE-720A-4BC8-B896-5F1AD7000908}" dt="2026-09-15T13:48:52.628" v="9402" actId="478"/>
          <ac:spMkLst>
            <pc:docMk/>
            <pc:sldMk cId="0" sldId="265"/>
            <ac:spMk id="3" creationId="{00000000-0000-0000-0000-000000000000}"/>
          </ac:spMkLst>
        </pc:spChg>
        <pc:spChg chg="del">
          <ac:chgData name="Kristyna Ferris" userId="86aeac9f-971e-413b-9f78-ace434bd0a60" providerId="ADAL" clId="{BB1FBCEE-720A-4BC8-B896-5F1AD7000908}" dt="2026-09-15T13:49:35.206" v="9417" actId="478"/>
          <ac:spMkLst>
            <pc:docMk/>
            <pc:sldMk cId="0" sldId="265"/>
            <ac:spMk id="4" creationId="{00000000-0000-0000-0000-000000000000}"/>
          </ac:spMkLst>
        </pc:spChg>
        <pc:spChg chg="mod">
          <ac:chgData name="Kristyna Ferris" userId="86aeac9f-971e-413b-9f78-ace434bd0a60" providerId="ADAL" clId="{BB1FBCEE-720A-4BC8-B896-5F1AD7000908}" dt="2026-09-15T13:49:15.057" v="9410" actId="113"/>
          <ac:spMkLst>
            <pc:docMk/>
            <pc:sldMk cId="0" sldId="265"/>
            <ac:spMk id="5" creationId="{00000000-0000-0000-0000-000000000000}"/>
          </ac:spMkLst>
        </pc:spChg>
        <pc:spChg chg="del">
          <ac:chgData name="Kristyna Ferris" userId="86aeac9f-971e-413b-9f78-ace434bd0a60" providerId="ADAL" clId="{BB1FBCEE-720A-4BC8-B896-5F1AD7000908}" dt="2026-09-15T13:48:55.966" v="9403" actId="478"/>
          <ac:spMkLst>
            <pc:docMk/>
            <pc:sldMk cId="0" sldId="265"/>
            <ac:spMk id="6" creationId="{00000000-0000-0000-0000-000000000000}"/>
          </ac:spMkLst>
        </pc:spChg>
        <pc:spChg chg="del">
          <ac:chgData name="Kristyna Ferris" userId="86aeac9f-971e-413b-9f78-ace434bd0a60" providerId="ADAL" clId="{BB1FBCEE-720A-4BC8-B896-5F1AD7000908}" dt="2026-09-15T13:49:00.172" v="9405" actId="478"/>
          <ac:spMkLst>
            <pc:docMk/>
            <pc:sldMk cId="0" sldId="265"/>
            <ac:spMk id="7" creationId="{00000000-0000-0000-0000-000000000000}"/>
          </ac:spMkLst>
        </pc:spChg>
        <pc:spChg chg="del">
          <ac:chgData name="Kristyna Ferris" userId="86aeac9f-971e-413b-9f78-ace434bd0a60" providerId="ADAL" clId="{BB1FBCEE-720A-4BC8-B896-5F1AD7000908}" dt="2026-09-15T13:49:01.162" v="9406" actId="478"/>
          <ac:spMkLst>
            <pc:docMk/>
            <pc:sldMk cId="0" sldId="265"/>
            <ac:spMk id="8"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9"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0"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1"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2"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3"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4"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5"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6" creationId="{00000000-0000-0000-0000-000000000000}"/>
          </ac:spMkLst>
        </pc:spChg>
        <pc:spChg chg="del">
          <ac:chgData name="Kristyna Ferris" userId="86aeac9f-971e-413b-9f78-ace434bd0a60" providerId="ADAL" clId="{BB1FBCEE-720A-4BC8-B896-5F1AD7000908}" dt="2026-09-15T13:48:59.509" v="9404" actId="478"/>
          <ac:spMkLst>
            <pc:docMk/>
            <pc:sldMk cId="0" sldId="265"/>
            <ac:spMk id="17" creationId="{00000000-0000-0000-0000-000000000000}"/>
          </ac:spMkLst>
        </pc:spChg>
        <pc:spChg chg="mod">
          <ac:chgData name="Kristyna Ferris" userId="86aeac9f-971e-413b-9f78-ace434bd0a60" providerId="ADAL" clId="{BB1FBCEE-720A-4BC8-B896-5F1AD7000908}" dt="2026-09-15T13:49:12.042" v="9408" actId="2711"/>
          <ac:spMkLst>
            <pc:docMk/>
            <pc:sldMk cId="0" sldId="265"/>
            <ac:spMk id="18" creationId="{00000000-0000-0000-0000-000000000000}"/>
          </ac:spMkLst>
        </pc:spChg>
        <pc:spChg chg="mod">
          <ac:chgData name="Kristyna Ferris" userId="86aeac9f-971e-413b-9f78-ace434bd0a60" providerId="ADAL" clId="{BB1FBCEE-720A-4BC8-B896-5F1AD7000908}" dt="2026-09-15T13:49:12.042" v="9408" actId="2711"/>
          <ac:spMkLst>
            <pc:docMk/>
            <pc:sldMk cId="0" sldId="265"/>
            <ac:spMk id="19" creationId="{00000000-0000-0000-0000-000000000000}"/>
          </ac:spMkLst>
        </pc:spChg>
        <pc:spChg chg="mod">
          <ac:chgData name="Kristyna Ferris" userId="86aeac9f-971e-413b-9f78-ace434bd0a60" providerId="ADAL" clId="{BB1FBCEE-720A-4BC8-B896-5F1AD7000908}" dt="2026-09-15T13:49:29.976" v="9416" actId="403"/>
          <ac:spMkLst>
            <pc:docMk/>
            <pc:sldMk cId="0" sldId="265"/>
            <ac:spMk id="20" creationId="{00000000-0000-0000-0000-000000000000}"/>
          </ac:spMkLst>
        </pc:spChg>
        <pc:spChg chg="mod">
          <ac:chgData name="Kristyna Ferris" userId="86aeac9f-971e-413b-9f78-ace434bd0a60" providerId="ADAL" clId="{BB1FBCEE-720A-4BC8-B896-5F1AD7000908}" dt="2026-09-15T13:49:29.976" v="9416" actId="403"/>
          <ac:spMkLst>
            <pc:docMk/>
            <pc:sldMk cId="0" sldId="265"/>
            <ac:spMk id="22" creationId="{00000000-0000-0000-0000-000000000000}"/>
          </ac:spMkLst>
        </pc:spChg>
        <pc:spChg chg="mod">
          <ac:chgData name="Kristyna Ferris" userId="86aeac9f-971e-413b-9f78-ace434bd0a60" providerId="ADAL" clId="{BB1FBCEE-720A-4BC8-B896-5F1AD7000908}" dt="2026-09-15T13:49:23.203" v="9414" actId="207"/>
          <ac:spMkLst>
            <pc:docMk/>
            <pc:sldMk cId="0" sldId="265"/>
            <ac:spMk id="23" creationId="{00000000-0000-0000-0000-000000000000}"/>
          </ac:spMkLst>
        </pc:spChg>
        <pc:spChg chg="mod">
          <ac:chgData name="Kristyna Ferris" userId="86aeac9f-971e-413b-9f78-ace434bd0a60" providerId="ADAL" clId="{BB1FBCEE-720A-4BC8-B896-5F1AD7000908}" dt="2026-09-15T13:49:29.976" v="9416" actId="403"/>
          <ac:spMkLst>
            <pc:docMk/>
            <pc:sldMk cId="0" sldId="265"/>
            <ac:spMk id="24" creationId="{00000000-0000-0000-0000-000000000000}"/>
          </ac:spMkLst>
        </pc:spChg>
        <pc:spChg chg="mod">
          <ac:chgData name="Kristyna Ferris" userId="86aeac9f-971e-413b-9f78-ace434bd0a60" providerId="ADAL" clId="{BB1FBCEE-720A-4BC8-B896-5F1AD7000908}" dt="2026-09-15T13:49:23.203" v="9414" actId="207"/>
          <ac:spMkLst>
            <pc:docMk/>
            <pc:sldMk cId="0" sldId="265"/>
            <ac:spMk id="25" creationId="{00000000-0000-0000-0000-000000000000}"/>
          </ac:spMkLst>
        </pc:spChg>
        <pc:spChg chg="mod">
          <ac:chgData name="Kristyna Ferris" userId="86aeac9f-971e-413b-9f78-ace434bd0a60" providerId="ADAL" clId="{BB1FBCEE-720A-4BC8-B896-5F1AD7000908}" dt="2026-09-15T13:49:29.976" v="9416" actId="403"/>
          <ac:spMkLst>
            <pc:docMk/>
            <pc:sldMk cId="0" sldId="265"/>
            <ac:spMk id="26" creationId="{00000000-0000-0000-0000-000000000000}"/>
          </ac:spMkLst>
        </pc:spChg>
        <pc:spChg chg="mod">
          <ac:chgData name="Kristyna Ferris" userId="86aeac9f-971e-413b-9f78-ace434bd0a60" providerId="ADAL" clId="{BB1FBCEE-720A-4BC8-B896-5F1AD7000908}" dt="2026-09-15T13:49:23.203" v="9414" actId="207"/>
          <ac:spMkLst>
            <pc:docMk/>
            <pc:sldMk cId="0" sldId="265"/>
            <ac:spMk id="27" creationId="{00000000-0000-0000-0000-000000000000}"/>
          </ac:spMkLst>
        </pc:spChg>
        <pc:spChg chg="mod">
          <ac:chgData name="Kristyna Ferris" userId="86aeac9f-971e-413b-9f78-ace434bd0a60" providerId="ADAL" clId="{BB1FBCEE-720A-4BC8-B896-5F1AD7000908}" dt="2026-09-15T13:49:29.976" v="9416" actId="403"/>
          <ac:spMkLst>
            <pc:docMk/>
            <pc:sldMk cId="0" sldId="265"/>
            <ac:spMk id="28" creationId="{00000000-0000-0000-0000-000000000000}"/>
          </ac:spMkLst>
        </pc:spChg>
        <pc:spChg chg="mod">
          <ac:chgData name="Kristyna Ferris" userId="86aeac9f-971e-413b-9f78-ace434bd0a60" providerId="ADAL" clId="{BB1FBCEE-720A-4BC8-B896-5F1AD7000908}" dt="2026-09-15T13:51:00.669" v="9447" actId="20577"/>
          <ac:spMkLst>
            <pc:docMk/>
            <pc:sldMk cId="0" sldId="265"/>
            <ac:spMk id="29" creationId="{00000000-0000-0000-0000-000000000000}"/>
          </ac:spMkLst>
        </pc:spChg>
      </pc:sldChg>
      <pc:sldChg chg="addSp delSp modSp add del mod setBg modNotesTx">
        <pc:chgData name="Kristyna Ferris" userId="86aeac9f-971e-413b-9f78-ace434bd0a60" providerId="ADAL" clId="{BB1FBCEE-720A-4BC8-B896-5F1AD7000908}" dt="2026-09-15T13:35:06.237" v="8936" actId="47"/>
        <pc:sldMkLst>
          <pc:docMk/>
          <pc:sldMk cId="0" sldId="266"/>
        </pc:sldMkLst>
      </pc:sldChg>
      <pc:sldChg chg="addSp delSp modSp add del mod setBg modNotesTx">
        <pc:chgData name="Kristyna Ferris" userId="86aeac9f-971e-413b-9f78-ace434bd0a60" providerId="ADAL" clId="{BB1FBCEE-720A-4BC8-B896-5F1AD7000908}" dt="2026-09-15T13:35:08.153" v="8937" actId="47"/>
        <pc:sldMkLst>
          <pc:docMk/>
          <pc:sldMk cId="0" sldId="267"/>
        </pc:sldMkLst>
      </pc:sldChg>
      <pc:sldChg chg="addSp delSp modSp add del mod setBg modNotesTx">
        <pc:chgData name="Kristyna Ferris" userId="86aeac9f-971e-413b-9f78-ace434bd0a60" providerId="ADAL" clId="{BB1FBCEE-720A-4BC8-B896-5F1AD7000908}" dt="2026-09-15T13:35:11.388" v="8939" actId="47"/>
        <pc:sldMkLst>
          <pc:docMk/>
          <pc:sldMk cId="0" sldId="268"/>
        </pc:sldMkLst>
      </pc:sldChg>
      <pc:sldChg chg="addSp delSp modSp add del mod setBg modNotesTx">
        <pc:chgData name="Kristyna Ferris" userId="86aeac9f-971e-413b-9f78-ace434bd0a60" providerId="ADAL" clId="{BB1FBCEE-720A-4BC8-B896-5F1AD7000908}" dt="2026-09-15T13:35:13.182" v="8940" actId="47"/>
        <pc:sldMkLst>
          <pc:docMk/>
          <pc:sldMk cId="0" sldId="269"/>
        </pc:sldMkLst>
      </pc:sldChg>
      <pc:sldChg chg="addSp delSp modSp add del mod setBg modNotesTx">
        <pc:chgData name="Kristyna Ferris" userId="86aeac9f-971e-413b-9f78-ace434bd0a60" providerId="ADAL" clId="{BB1FBCEE-720A-4BC8-B896-5F1AD7000908}" dt="2026-09-15T13:35:14.882" v="8941" actId="47"/>
        <pc:sldMkLst>
          <pc:docMk/>
          <pc:sldMk cId="0" sldId="270"/>
        </pc:sldMkLst>
      </pc:sldChg>
      <pc:sldChg chg="addSp delSp modSp add del mod setBg">
        <pc:chgData name="Kristyna Ferris" userId="86aeac9f-971e-413b-9f78-ace434bd0a60" providerId="ADAL" clId="{BB1FBCEE-720A-4BC8-B896-5F1AD7000908}" dt="2026-09-15T13:35:18.215" v="8943" actId="47"/>
        <pc:sldMkLst>
          <pc:docMk/>
          <pc:sldMk cId="0" sldId="271"/>
        </pc:sldMkLst>
      </pc:sldChg>
      <pc:sldChg chg="addSp delSp modSp add del mod setBg modNotesTx">
        <pc:chgData name="Kristyna Ferris" userId="86aeac9f-971e-413b-9f78-ace434bd0a60" providerId="ADAL" clId="{BB1FBCEE-720A-4BC8-B896-5F1AD7000908}" dt="2026-09-15T13:35:20.649" v="8944" actId="47"/>
        <pc:sldMkLst>
          <pc:docMk/>
          <pc:sldMk cId="0" sldId="272"/>
        </pc:sldMkLst>
      </pc:sldChg>
      <pc:sldChg chg="modSp del mod modNotesTx">
        <pc:chgData name="Kristyna Ferris" userId="86aeac9f-971e-413b-9f78-ace434bd0a60" providerId="ADAL" clId="{BB1FBCEE-720A-4BC8-B896-5F1AD7000908}" dt="2026-09-15T13:33:59.817" v="8922" actId="47"/>
        <pc:sldMkLst>
          <pc:docMk/>
          <pc:sldMk cId="3191924136" sldId="301"/>
        </pc:sldMkLst>
      </pc:sldChg>
      <pc:sldChg chg="delSp modSp add mod ord">
        <pc:chgData name="Kristyna Ferris" userId="86aeac9f-971e-413b-9f78-ace434bd0a60" providerId="ADAL" clId="{BB1FBCEE-720A-4BC8-B896-5F1AD7000908}" dt="2026-09-15T13:46:19.348" v="9371" actId="20577"/>
        <pc:sldMkLst>
          <pc:docMk/>
          <pc:sldMk cId="2916825466" sldId="305"/>
        </pc:sldMkLst>
        <pc:spChg chg="mod">
          <ac:chgData name="Kristyna Ferris" userId="86aeac9f-971e-413b-9f78-ace434bd0a60" providerId="ADAL" clId="{BB1FBCEE-720A-4BC8-B896-5F1AD7000908}" dt="2026-09-15T13:45:44.809" v="9317" actId="20577"/>
          <ac:spMkLst>
            <pc:docMk/>
            <pc:sldMk cId="2916825466" sldId="305"/>
            <ac:spMk id="2" creationId="{D548FB7B-D82F-45C8-6B1E-BB4560AE574D}"/>
          </ac:spMkLst>
        </pc:spChg>
        <pc:spChg chg="mod">
          <ac:chgData name="Kristyna Ferris" userId="86aeac9f-971e-413b-9f78-ace434bd0a60" providerId="ADAL" clId="{BB1FBCEE-720A-4BC8-B896-5F1AD7000908}" dt="2026-09-15T13:45:16.130" v="9289" actId="20577"/>
          <ac:spMkLst>
            <pc:docMk/>
            <pc:sldMk cId="2916825466" sldId="305"/>
            <ac:spMk id="4" creationId="{22B2CC76-997C-61A7-EF72-B9A87C251693}"/>
          </ac:spMkLst>
        </pc:spChg>
        <pc:spChg chg="mod">
          <ac:chgData name="Kristyna Ferris" userId="86aeac9f-971e-413b-9f78-ace434bd0a60" providerId="ADAL" clId="{BB1FBCEE-720A-4BC8-B896-5F1AD7000908}" dt="2026-09-15T13:46:05.791" v="9351" actId="20577"/>
          <ac:spMkLst>
            <pc:docMk/>
            <pc:sldMk cId="2916825466" sldId="305"/>
            <ac:spMk id="7" creationId="{54FB029F-6F89-E988-90E1-1723B13A4A2A}"/>
          </ac:spMkLst>
        </pc:spChg>
        <pc:spChg chg="mod">
          <ac:chgData name="Kristyna Ferris" userId="86aeac9f-971e-413b-9f78-ace434bd0a60" providerId="ADAL" clId="{BB1FBCEE-720A-4BC8-B896-5F1AD7000908}" dt="2026-09-15T13:46:19.348" v="9371" actId="20577"/>
          <ac:spMkLst>
            <pc:docMk/>
            <pc:sldMk cId="2916825466" sldId="305"/>
            <ac:spMk id="8" creationId="{451D558B-0597-6D94-C0FB-C35B3EA03948}"/>
          </ac:spMkLst>
        </pc:spChg>
        <pc:picChg chg="del">
          <ac:chgData name="Kristyna Ferris" userId="86aeac9f-971e-413b-9f78-ace434bd0a60" providerId="ADAL" clId="{BB1FBCEE-720A-4BC8-B896-5F1AD7000908}" dt="2026-09-15T13:39:14.513" v="9145" actId="478"/>
          <ac:picMkLst>
            <pc:docMk/>
            <pc:sldMk cId="2916825466" sldId="305"/>
            <ac:picMk id="168" creationId="{C30A5D07-EEBA-A2BE-658C-8166F1137F05}"/>
          </ac:picMkLst>
        </pc:picChg>
      </pc:sldChg>
      <pc:sldChg chg="add">
        <pc:chgData name="Kristyna Ferris" userId="86aeac9f-971e-413b-9f78-ace434bd0a60" providerId="ADAL" clId="{BB1FBCEE-720A-4BC8-B896-5F1AD7000908}" dt="2026-09-15T13:38:21.615" v="9141"/>
        <pc:sldMkLst>
          <pc:docMk/>
          <pc:sldMk cId="1322471373" sldId="309"/>
        </pc:sldMkLst>
      </pc:sldChg>
      <pc:sldChg chg="add">
        <pc:chgData name="Kristyna Ferris" userId="86aeac9f-971e-413b-9f78-ace434bd0a60" providerId="ADAL" clId="{BB1FBCEE-720A-4BC8-B896-5F1AD7000908}" dt="2026-09-15T13:38:49.907" v="9143"/>
        <pc:sldMkLst>
          <pc:docMk/>
          <pc:sldMk cId="3560228028" sldId="310"/>
        </pc:sldMkLst>
      </pc:sldChg>
      <pc:sldChg chg="delSp add setBg delDesignElem">
        <pc:chgData name="Kristyna Ferris" userId="86aeac9f-971e-413b-9f78-ace434bd0a60" providerId="ADAL" clId="{BB1FBCEE-720A-4BC8-B896-5F1AD7000908}" dt="2026-09-15T13:57:57.211" v="9565"/>
        <pc:sldMkLst>
          <pc:docMk/>
          <pc:sldMk cId="657121596" sldId="403"/>
        </pc:sldMkLst>
        <pc:spChg chg="del">
          <ac:chgData name="Kristyna Ferris" userId="86aeac9f-971e-413b-9f78-ace434bd0a60" providerId="ADAL" clId="{BB1FBCEE-720A-4BC8-B896-5F1AD7000908}" dt="2026-09-15T13:57:57.211" v="9565"/>
          <ac:spMkLst>
            <pc:docMk/>
            <pc:sldMk cId="657121596" sldId="403"/>
            <ac:spMk id="1038" creationId="{D9520E2A-A1F3-D2F7-56A9-321FD3EFFAE7}"/>
          </ac:spMkLst>
        </pc:spChg>
        <pc:spChg chg="del">
          <ac:chgData name="Kristyna Ferris" userId="86aeac9f-971e-413b-9f78-ace434bd0a60" providerId="ADAL" clId="{BB1FBCEE-720A-4BC8-B896-5F1AD7000908}" dt="2026-09-15T13:57:57.211" v="9565"/>
          <ac:spMkLst>
            <pc:docMk/>
            <pc:sldMk cId="657121596" sldId="403"/>
            <ac:spMk id="1040" creationId="{AB601871-7103-7CDA-4432-0014719EA3AB}"/>
          </ac:spMkLst>
        </pc:spChg>
      </pc:sldChg>
      <pc:sldChg chg="modSp add mod setBg">
        <pc:chgData name="Kristyna Ferris" userId="86aeac9f-971e-413b-9f78-ace434bd0a60" providerId="ADAL" clId="{BB1FBCEE-720A-4BC8-B896-5F1AD7000908}" dt="2026-09-15T13:44:41.731" v="9288" actId="122"/>
        <pc:sldMkLst>
          <pc:docMk/>
          <pc:sldMk cId="1096399675" sldId="409"/>
        </pc:sldMkLst>
        <pc:spChg chg="mod">
          <ac:chgData name="Kristyna Ferris" userId="86aeac9f-971e-413b-9f78-ace434bd0a60" providerId="ADAL" clId="{BB1FBCEE-720A-4BC8-B896-5F1AD7000908}" dt="2026-09-15T13:44:41.731" v="9288" actId="122"/>
          <ac:spMkLst>
            <pc:docMk/>
            <pc:sldMk cId="1096399675" sldId="409"/>
            <ac:spMk id="4" creationId="{EF0B0950-26D6-9828-4B23-36FC237F0C57}"/>
          </ac:spMkLst>
        </pc:spChg>
      </pc:sldChg>
      <pc:sldChg chg="modSp mod">
        <pc:chgData name="Kristyna Ferris" userId="86aeac9f-971e-413b-9f78-ace434bd0a60" providerId="ADAL" clId="{BB1FBCEE-720A-4BC8-B896-5F1AD7000908}" dt="2026-08-24T19:18:59.754" v="8667" actId="403"/>
        <pc:sldMkLst>
          <pc:docMk/>
          <pc:sldMk cId="2435802848" sldId="2147482361"/>
        </pc:sldMkLst>
        <pc:spChg chg="mod">
          <ac:chgData name="Kristyna Ferris" userId="86aeac9f-971e-413b-9f78-ace434bd0a60" providerId="ADAL" clId="{BB1FBCEE-720A-4BC8-B896-5F1AD7000908}" dt="2026-08-24T19:18:42.464" v="8661" actId="403"/>
          <ac:spMkLst>
            <pc:docMk/>
            <pc:sldMk cId="2435802848" sldId="2147482361"/>
            <ac:spMk id="2" creationId="{DF79C578-1F08-216A-5403-706BD3D85303}"/>
          </ac:spMkLst>
        </pc:spChg>
        <pc:spChg chg="mod">
          <ac:chgData name="Kristyna Ferris" userId="86aeac9f-971e-413b-9f78-ace434bd0a60" providerId="ADAL" clId="{BB1FBCEE-720A-4BC8-B896-5F1AD7000908}" dt="2026-08-24T19:18:44.853" v="8663" actId="27636"/>
          <ac:spMkLst>
            <pc:docMk/>
            <pc:sldMk cId="2435802848" sldId="2147482361"/>
            <ac:spMk id="8" creationId="{5E3BFC27-6733-8963-13C2-165A3C03425F}"/>
          </ac:spMkLst>
        </pc:spChg>
        <pc:graphicFrameChg chg="mod modGraphic">
          <ac:chgData name="Kristyna Ferris" userId="86aeac9f-971e-413b-9f78-ace434bd0a60" providerId="ADAL" clId="{BB1FBCEE-720A-4BC8-B896-5F1AD7000908}" dt="2026-08-24T19:18:59.754" v="8667" actId="403"/>
          <ac:graphicFrameMkLst>
            <pc:docMk/>
            <pc:sldMk cId="2435802848" sldId="2147482361"/>
            <ac:graphicFrameMk id="53" creationId="{3C5312A1-6D86-AB24-BBF8-296AC20E4D4A}"/>
          </ac:graphicFrameMkLst>
        </pc:graphicFrameChg>
      </pc:sldChg>
      <pc:sldChg chg="modSp mod modAnim modNotesTx">
        <pc:chgData name="Kristyna Ferris" userId="86aeac9f-971e-413b-9f78-ace434bd0a60" providerId="ADAL" clId="{BB1FBCEE-720A-4BC8-B896-5F1AD7000908}" dt="2026-09-15T14:26:48.555" v="9593" actId="20577"/>
        <pc:sldMkLst>
          <pc:docMk/>
          <pc:sldMk cId="701826219" sldId="2147482363"/>
        </pc:sldMkLst>
        <pc:spChg chg="mod">
          <ac:chgData name="Kristyna Ferris" userId="86aeac9f-971e-413b-9f78-ace434bd0a60" providerId="ADAL" clId="{BB1FBCEE-720A-4BC8-B896-5F1AD7000908}" dt="2026-08-22T23:52:01.066" v="2709" actId="20577"/>
          <ac:spMkLst>
            <pc:docMk/>
            <pc:sldMk cId="701826219" sldId="2147482363"/>
            <ac:spMk id="2" creationId="{4B984CC0-0BC0-32AF-31FE-4FAA52F6BCC1}"/>
          </ac:spMkLst>
        </pc:spChg>
        <pc:spChg chg="mod">
          <ac:chgData name="Kristyna Ferris" userId="86aeac9f-971e-413b-9f78-ace434bd0a60" providerId="ADAL" clId="{BB1FBCEE-720A-4BC8-B896-5F1AD7000908}" dt="2026-08-22T23:19:35.826" v="2504" actId="1076"/>
          <ac:spMkLst>
            <pc:docMk/>
            <pc:sldMk cId="701826219" sldId="2147482363"/>
            <ac:spMk id="3" creationId="{6201F2B7-624E-CB63-0A92-F5F5042130F9}"/>
          </ac:spMkLst>
        </pc:spChg>
        <pc:spChg chg="mod">
          <ac:chgData name="Kristyna Ferris" userId="86aeac9f-971e-413b-9f78-ace434bd0a60" providerId="ADAL" clId="{BB1FBCEE-720A-4BC8-B896-5F1AD7000908}" dt="2026-08-22T23:18:54.262" v="2387" actId="122"/>
          <ac:spMkLst>
            <pc:docMk/>
            <pc:sldMk cId="701826219" sldId="2147482363"/>
            <ac:spMk id="4" creationId="{FB793C5E-E286-7E86-B510-811E947CA9C5}"/>
          </ac:spMkLst>
        </pc:spChg>
      </pc:sldChg>
      <pc:sldChg chg="modSp mod">
        <pc:chgData name="Kristyna Ferris" userId="86aeac9f-971e-413b-9f78-ace434bd0a60" providerId="ADAL" clId="{BB1FBCEE-720A-4BC8-B896-5F1AD7000908}" dt="2026-08-22T23:52:16.707" v="2710" actId="14100"/>
        <pc:sldMkLst>
          <pc:docMk/>
          <pc:sldMk cId="3133497683" sldId="2147482364"/>
        </pc:sldMkLst>
        <pc:spChg chg="mod">
          <ac:chgData name="Kristyna Ferris" userId="86aeac9f-971e-413b-9f78-ace434bd0a60" providerId="ADAL" clId="{BB1FBCEE-720A-4BC8-B896-5F1AD7000908}" dt="2026-08-22T23:52:16.707" v="2710" actId="14100"/>
          <ac:spMkLst>
            <pc:docMk/>
            <pc:sldMk cId="3133497683" sldId="2147482364"/>
            <ac:spMk id="2" creationId="{2020CC65-2D84-3E12-28E3-8CF5E276244D}"/>
          </ac:spMkLst>
        </pc:spChg>
        <pc:spChg chg="mod">
          <ac:chgData name="Kristyna Ferris" userId="86aeac9f-971e-413b-9f78-ace434bd0a60" providerId="ADAL" clId="{BB1FBCEE-720A-4BC8-B896-5F1AD7000908}" dt="2026-08-22T23:47:05.710" v="2576" actId="27636"/>
          <ac:spMkLst>
            <pc:docMk/>
            <pc:sldMk cId="3133497683" sldId="2147482364"/>
            <ac:spMk id="3" creationId="{DAF38228-38FE-B0FF-35BD-580808EBDC9A}"/>
          </ac:spMkLst>
        </pc:spChg>
      </pc:sldChg>
      <pc:sldChg chg="addSp delSp modSp add del mod">
        <pc:chgData name="Kristyna Ferris" userId="86aeac9f-971e-413b-9f78-ace434bd0a60" providerId="ADAL" clId="{BB1FBCEE-720A-4BC8-B896-5F1AD7000908}" dt="2026-09-15T13:34:00.670" v="8923" actId="47"/>
        <pc:sldMkLst>
          <pc:docMk/>
          <pc:sldMk cId="995637459" sldId="2147482365"/>
        </pc:sldMkLst>
      </pc:sldChg>
      <pc:sldChg chg="add">
        <pc:chgData name="Kristyna Ferris" userId="86aeac9f-971e-413b-9f78-ace434bd0a60" providerId="ADAL" clId="{BB1FBCEE-720A-4BC8-B896-5F1AD7000908}" dt="2026-09-15T13:38:33.034" v="9142"/>
        <pc:sldMkLst>
          <pc:docMk/>
          <pc:sldMk cId="940224298" sldId="2147482366"/>
        </pc:sldMkLst>
      </pc:sldChg>
      <pc:sldChg chg="modSp add del mod">
        <pc:chgData name="Kristyna Ferris" userId="86aeac9f-971e-413b-9f78-ace434bd0a60" providerId="ADAL" clId="{BB1FBCEE-720A-4BC8-B896-5F1AD7000908}" dt="2026-09-15T13:34:01.998" v="8924" actId="47"/>
        <pc:sldMkLst>
          <pc:docMk/>
          <pc:sldMk cId="2618744748" sldId="2147482366"/>
        </pc:sldMkLst>
      </pc:sldChg>
      <pc:sldChg chg="addSp delSp modSp add del mod ord">
        <pc:chgData name="Kristyna Ferris" userId="86aeac9f-971e-413b-9f78-ace434bd0a60" providerId="ADAL" clId="{BB1FBCEE-720A-4BC8-B896-5F1AD7000908}" dt="2026-09-15T13:34:03.736" v="8925" actId="47"/>
        <pc:sldMkLst>
          <pc:docMk/>
          <pc:sldMk cId="3989308589" sldId="2147482367"/>
        </pc:sldMkLst>
      </pc:sldChg>
      <pc:sldChg chg="addSp delSp modSp add mod">
        <pc:chgData name="Kristyna Ferris" userId="86aeac9f-971e-413b-9f78-ace434bd0a60" providerId="ADAL" clId="{BB1FBCEE-720A-4BC8-B896-5F1AD7000908}" dt="2026-09-15T13:34:56.790" v="8933" actId="207"/>
        <pc:sldMkLst>
          <pc:docMk/>
          <pc:sldMk cId="2403534285" sldId="2147482368"/>
        </pc:sldMkLst>
        <pc:spChg chg="mod">
          <ac:chgData name="Kristyna Ferris" userId="86aeac9f-971e-413b-9f78-ace434bd0a60" providerId="ADAL" clId="{BB1FBCEE-720A-4BC8-B896-5F1AD7000908}" dt="2026-08-23T10:16:32.188" v="5276" actId="207"/>
          <ac:spMkLst>
            <pc:docMk/>
            <pc:sldMk cId="2403534285" sldId="2147482368"/>
            <ac:spMk id="5" creationId="{6512E4AD-D69B-B868-E36E-5926D0F50A98}"/>
          </ac:spMkLst>
        </pc:spChg>
        <pc:spChg chg="del">
          <ac:chgData name="Kristyna Ferris" userId="86aeac9f-971e-413b-9f78-ace434bd0a60" providerId="ADAL" clId="{BB1FBCEE-720A-4BC8-B896-5F1AD7000908}" dt="2026-09-15T13:34:52.791" v="8932" actId="478"/>
          <ac:spMkLst>
            <pc:docMk/>
            <pc:sldMk cId="2403534285" sldId="2147482368"/>
            <ac:spMk id="20" creationId="{73E89E18-BA2F-8B54-7A30-AD9928B2347D}"/>
          </ac:spMkLst>
        </pc:spChg>
        <pc:spChg chg="del">
          <ac:chgData name="Kristyna Ferris" userId="86aeac9f-971e-413b-9f78-ace434bd0a60" providerId="ADAL" clId="{BB1FBCEE-720A-4BC8-B896-5F1AD7000908}" dt="2026-09-15T13:34:52.791" v="8932" actId="478"/>
          <ac:spMkLst>
            <pc:docMk/>
            <pc:sldMk cId="2403534285" sldId="2147482368"/>
            <ac:spMk id="22" creationId="{1139448C-EA7D-1E0F-D3CE-1C6B4B8A7419}"/>
          </ac:spMkLst>
        </pc:spChg>
        <pc:spChg chg="add mod">
          <ac:chgData name="Kristyna Ferris" userId="86aeac9f-971e-413b-9f78-ace434bd0a60" providerId="ADAL" clId="{BB1FBCEE-720A-4BC8-B896-5F1AD7000908}" dt="2026-09-15T13:34:56.790" v="8933" actId="207"/>
          <ac:spMkLst>
            <pc:docMk/>
            <pc:sldMk cId="2403534285" sldId="2147482368"/>
            <ac:spMk id="26" creationId="{56344BDB-97AB-6A8E-A381-7D28BC110CB5}"/>
          </ac:spMkLst>
        </pc:spChg>
        <pc:picChg chg="add mod">
          <ac:chgData name="Kristyna Ferris" userId="86aeac9f-971e-413b-9f78-ace434bd0a60" providerId="ADAL" clId="{BB1FBCEE-720A-4BC8-B896-5F1AD7000908}" dt="2026-08-24T03:07:57.403" v="7031" actId="14100"/>
          <ac:picMkLst>
            <pc:docMk/>
            <pc:sldMk cId="2403534285" sldId="2147482368"/>
            <ac:picMk id="2" creationId="{43529E33-E79D-629D-A5A6-A35703F298C8}"/>
          </ac:picMkLst>
        </pc:picChg>
        <pc:picChg chg="del">
          <ac:chgData name="Kristyna Ferris" userId="86aeac9f-971e-413b-9f78-ace434bd0a60" providerId="ADAL" clId="{BB1FBCEE-720A-4BC8-B896-5F1AD7000908}" dt="2026-09-15T13:34:52.791" v="8932" actId="478"/>
          <ac:picMkLst>
            <pc:docMk/>
            <pc:sldMk cId="2403534285" sldId="2147482368"/>
            <ac:picMk id="24" creationId="{5F182CEB-E326-570B-2B8E-9CF55C520DFE}"/>
          </ac:picMkLst>
        </pc:picChg>
      </pc:sldChg>
      <pc:sldChg chg="delSp modSp add mod">
        <pc:chgData name="Kristyna Ferris" userId="86aeac9f-971e-413b-9f78-ace434bd0a60" providerId="ADAL" clId="{BB1FBCEE-720A-4BC8-B896-5F1AD7000908}" dt="2026-09-15T13:34:43.824" v="8930" actId="478"/>
        <pc:sldMkLst>
          <pc:docMk/>
          <pc:sldMk cId="1566046097" sldId="2147482369"/>
        </pc:sldMkLst>
        <pc:spChg chg="mod">
          <ac:chgData name="Kristyna Ferris" userId="86aeac9f-971e-413b-9f78-ace434bd0a60" providerId="ADAL" clId="{BB1FBCEE-720A-4BC8-B896-5F1AD7000908}" dt="2026-08-26T17:21:49.966" v="8792" actId="20577"/>
          <ac:spMkLst>
            <pc:docMk/>
            <pc:sldMk cId="1566046097" sldId="2147482369"/>
            <ac:spMk id="5" creationId="{97623DF4-F42A-93D4-AA3B-8003C41876C3}"/>
          </ac:spMkLst>
        </pc:spChg>
        <pc:spChg chg="mod">
          <ac:chgData name="Kristyna Ferris" userId="86aeac9f-971e-413b-9f78-ace434bd0a60" providerId="ADAL" clId="{BB1FBCEE-720A-4BC8-B896-5F1AD7000908}" dt="2026-08-26T17:22:02.722" v="8798" actId="6549"/>
          <ac:spMkLst>
            <pc:docMk/>
            <pc:sldMk cId="1566046097" sldId="2147482369"/>
            <ac:spMk id="19" creationId="{CE31CF5F-5894-43FD-4EAA-41858BD560A9}"/>
          </ac:spMkLst>
        </pc:spChg>
        <pc:spChg chg="del">
          <ac:chgData name="Kristyna Ferris" userId="86aeac9f-971e-413b-9f78-ace434bd0a60" providerId="ADAL" clId="{BB1FBCEE-720A-4BC8-B896-5F1AD7000908}" dt="2026-09-15T13:34:42.280" v="8929" actId="478"/>
          <ac:spMkLst>
            <pc:docMk/>
            <pc:sldMk cId="1566046097" sldId="2147482369"/>
            <ac:spMk id="20" creationId="{386C7F85-2034-BDCA-6D76-CC8A4B53E283}"/>
          </ac:spMkLst>
        </pc:spChg>
        <pc:spChg chg="del">
          <ac:chgData name="Kristyna Ferris" userId="86aeac9f-971e-413b-9f78-ace434bd0a60" providerId="ADAL" clId="{BB1FBCEE-720A-4BC8-B896-5F1AD7000908}" dt="2026-09-15T13:34:42.280" v="8929" actId="478"/>
          <ac:spMkLst>
            <pc:docMk/>
            <pc:sldMk cId="1566046097" sldId="2147482369"/>
            <ac:spMk id="22" creationId="{2607301F-6581-0C22-C92F-7D6EAC9DFB1C}"/>
          </ac:spMkLst>
        </pc:spChg>
        <pc:picChg chg="del">
          <ac:chgData name="Kristyna Ferris" userId="86aeac9f-971e-413b-9f78-ace434bd0a60" providerId="ADAL" clId="{BB1FBCEE-720A-4BC8-B896-5F1AD7000908}" dt="2026-09-15T13:34:43.824" v="8930" actId="478"/>
          <ac:picMkLst>
            <pc:docMk/>
            <pc:sldMk cId="1566046097" sldId="2147482369"/>
            <ac:picMk id="24" creationId="{70A4B4C4-18CE-27A1-4AA9-2CB44098CB4E}"/>
          </ac:picMkLst>
        </pc:picChg>
      </pc:sldChg>
      <pc:sldChg chg="modSp add del mod">
        <pc:chgData name="Kristyna Ferris" userId="86aeac9f-971e-413b-9f78-ace434bd0a60" providerId="ADAL" clId="{BB1FBCEE-720A-4BC8-B896-5F1AD7000908}" dt="2026-09-15T13:34:26.879" v="8927" actId="47"/>
        <pc:sldMkLst>
          <pc:docMk/>
          <pc:sldMk cId="2076804710" sldId="2147482371"/>
        </pc:sldMkLst>
      </pc:sldChg>
      <pc:sldChg chg="addSp delSp modSp add del mod ord">
        <pc:chgData name="Kristyna Ferris" userId="86aeac9f-971e-413b-9f78-ace434bd0a60" providerId="ADAL" clId="{BB1FBCEE-720A-4BC8-B896-5F1AD7000908}" dt="2026-09-15T13:35:09.192" v="8938" actId="47"/>
        <pc:sldMkLst>
          <pc:docMk/>
          <pc:sldMk cId="2743238414" sldId="2147482372"/>
        </pc:sldMkLst>
      </pc:sldChg>
      <pc:sldChg chg="addSp delSp modSp add del mod ord">
        <pc:chgData name="Kristyna Ferris" userId="86aeac9f-971e-413b-9f78-ace434bd0a60" providerId="ADAL" clId="{BB1FBCEE-720A-4BC8-B896-5F1AD7000908}" dt="2026-09-15T13:35:16.149" v="8942" actId="47"/>
        <pc:sldMkLst>
          <pc:docMk/>
          <pc:sldMk cId="3004127191" sldId="2147482373"/>
        </pc:sldMkLst>
      </pc:sldChg>
      <pc:sldChg chg="delSp modSp add mod ord">
        <pc:chgData name="Kristyna Ferris" userId="86aeac9f-971e-413b-9f78-ace434bd0a60" providerId="ADAL" clId="{BB1FBCEE-720A-4BC8-B896-5F1AD7000908}" dt="2026-09-15T13:34:39.817" v="8928" actId="478"/>
        <pc:sldMkLst>
          <pc:docMk/>
          <pc:sldMk cId="8552596" sldId="2147482374"/>
        </pc:sldMkLst>
        <pc:spChg chg="mod">
          <ac:chgData name="Kristyna Ferris" userId="86aeac9f-971e-413b-9f78-ace434bd0a60" providerId="ADAL" clId="{BB1FBCEE-720A-4BC8-B896-5F1AD7000908}" dt="2026-08-26T17:21:41.080" v="8788" actId="20577"/>
          <ac:spMkLst>
            <pc:docMk/>
            <pc:sldMk cId="8552596" sldId="2147482374"/>
            <ac:spMk id="5" creationId="{48342ED7-AD8D-DE1D-3F3F-C104B0B2946E}"/>
          </ac:spMkLst>
        </pc:spChg>
        <pc:spChg chg="mod">
          <ac:chgData name="Kristyna Ferris" userId="86aeac9f-971e-413b-9f78-ace434bd0a60" providerId="ADAL" clId="{BB1FBCEE-720A-4BC8-B896-5F1AD7000908}" dt="2026-08-26T17:22:11.098" v="8799" actId="14100"/>
          <ac:spMkLst>
            <pc:docMk/>
            <pc:sldMk cId="8552596" sldId="2147482374"/>
            <ac:spMk id="19" creationId="{98019952-4C5A-932E-502F-19B56BFD84E3}"/>
          </ac:spMkLst>
        </pc:spChg>
        <pc:spChg chg="del">
          <ac:chgData name="Kristyna Ferris" userId="86aeac9f-971e-413b-9f78-ace434bd0a60" providerId="ADAL" clId="{BB1FBCEE-720A-4BC8-B896-5F1AD7000908}" dt="2026-09-15T13:34:39.817" v="8928" actId="478"/>
          <ac:spMkLst>
            <pc:docMk/>
            <pc:sldMk cId="8552596" sldId="2147482374"/>
            <ac:spMk id="20" creationId="{D5696A24-CA08-132D-EF99-188EE67E8BA1}"/>
          </ac:spMkLst>
        </pc:spChg>
        <pc:spChg chg="del">
          <ac:chgData name="Kristyna Ferris" userId="86aeac9f-971e-413b-9f78-ace434bd0a60" providerId="ADAL" clId="{BB1FBCEE-720A-4BC8-B896-5F1AD7000908}" dt="2026-09-15T13:34:39.817" v="8928" actId="478"/>
          <ac:spMkLst>
            <pc:docMk/>
            <pc:sldMk cId="8552596" sldId="2147482374"/>
            <ac:spMk id="22" creationId="{2E2B312C-8962-C495-B95F-EE6E5AD54023}"/>
          </ac:spMkLst>
        </pc:spChg>
        <pc:picChg chg="del">
          <ac:chgData name="Kristyna Ferris" userId="86aeac9f-971e-413b-9f78-ace434bd0a60" providerId="ADAL" clId="{BB1FBCEE-720A-4BC8-B896-5F1AD7000908}" dt="2026-09-15T13:34:39.817" v="8928" actId="478"/>
          <ac:picMkLst>
            <pc:docMk/>
            <pc:sldMk cId="8552596" sldId="2147482374"/>
            <ac:picMk id="24" creationId="{AF62CE10-DF78-1571-76F2-E2D6AB3CB142}"/>
          </ac:picMkLst>
        </pc:picChg>
      </pc:sldChg>
      <pc:sldChg chg="modSp add mod setBg">
        <pc:chgData name="Kristyna Ferris" userId="86aeac9f-971e-413b-9f78-ace434bd0a60" providerId="ADAL" clId="{BB1FBCEE-720A-4BC8-B896-5F1AD7000908}" dt="2026-09-15T13:44:37.924" v="9287" actId="122"/>
        <pc:sldMkLst>
          <pc:docMk/>
          <pc:sldMk cId="3442600646" sldId="2147482375"/>
        </pc:sldMkLst>
        <pc:spChg chg="mod">
          <ac:chgData name="Kristyna Ferris" userId="86aeac9f-971e-413b-9f78-ace434bd0a60" providerId="ADAL" clId="{BB1FBCEE-720A-4BC8-B896-5F1AD7000908}" dt="2026-09-15T13:44:37.924" v="9287" actId="122"/>
          <ac:spMkLst>
            <pc:docMk/>
            <pc:sldMk cId="3442600646" sldId="2147482375"/>
            <ac:spMk id="4" creationId="{850B625E-CD8B-8CEC-12A3-D905E0980873}"/>
          </ac:spMkLst>
        </pc:spChg>
      </pc:sldChg>
      <pc:sldChg chg="addSp delSp modSp new mod modClrScheme chgLayout">
        <pc:chgData name="Kristyna Ferris" userId="86aeac9f-971e-413b-9f78-ace434bd0a60" providerId="ADAL" clId="{BB1FBCEE-720A-4BC8-B896-5F1AD7000908}" dt="2026-09-15T13:51:00.110" v="9446" actId="26606"/>
        <pc:sldMkLst>
          <pc:docMk/>
          <pc:sldMk cId="2620817542" sldId="2147482376"/>
        </pc:sldMkLst>
        <pc:spChg chg="mod">
          <ac:chgData name="Kristyna Ferris" userId="86aeac9f-971e-413b-9f78-ace434bd0a60" providerId="ADAL" clId="{BB1FBCEE-720A-4BC8-B896-5F1AD7000908}" dt="2026-09-15T13:51:00.110" v="9446" actId="26606"/>
          <ac:spMkLst>
            <pc:docMk/>
            <pc:sldMk cId="2620817542" sldId="2147482376"/>
            <ac:spMk id="2" creationId="{82D9F997-F022-AD14-1400-AE7597ECD15A}"/>
          </ac:spMkLst>
        </pc:spChg>
        <pc:spChg chg="add del mod">
          <ac:chgData name="Kristyna Ferris" userId="86aeac9f-971e-413b-9f78-ace434bd0a60" providerId="ADAL" clId="{BB1FBCEE-720A-4BC8-B896-5F1AD7000908}" dt="2026-09-15T13:51:00.110" v="9446" actId="26606"/>
          <ac:spMkLst>
            <pc:docMk/>
            <pc:sldMk cId="2620817542" sldId="2147482376"/>
            <ac:spMk id="3" creationId="{85EB86A9-20DA-1772-0CF1-7CE092B2B218}"/>
          </ac:spMkLst>
        </pc:spChg>
        <pc:spChg chg="del">
          <ac:chgData name="Kristyna Ferris" userId="86aeac9f-971e-413b-9f78-ace434bd0a60" providerId="ADAL" clId="{BB1FBCEE-720A-4BC8-B896-5F1AD7000908}" dt="2026-09-15T13:37:14.166" v="9010" actId="478"/>
          <ac:spMkLst>
            <pc:docMk/>
            <pc:sldMk cId="2620817542" sldId="2147482376"/>
            <ac:spMk id="4" creationId="{67616612-DB68-BFFA-A6FF-69EEF8F8D2BE}"/>
          </ac:spMkLst>
        </pc:spChg>
        <pc:spChg chg="del">
          <ac:chgData name="Kristyna Ferris" userId="86aeac9f-971e-413b-9f78-ace434bd0a60" providerId="ADAL" clId="{BB1FBCEE-720A-4BC8-B896-5F1AD7000908}" dt="2026-09-15T13:37:15.066" v="9011" actId="478"/>
          <ac:spMkLst>
            <pc:docMk/>
            <pc:sldMk cId="2620817542" sldId="2147482376"/>
            <ac:spMk id="5" creationId="{A260D72E-6F62-73FF-15BC-65BA38D66B9C}"/>
          </ac:spMkLst>
        </pc:spChg>
        <pc:spChg chg="add del mod">
          <ac:chgData name="Kristyna Ferris" userId="86aeac9f-971e-413b-9f78-ace434bd0a60" providerId="ADAL" clId="{BB1FBCEE-720A-4BC8-B896-5F1AD7000908}" dt="2026-09-15T13:50:57.251" v="9442" actId="26606"/>
          <ac:spMkLst>
            <pc:docMk/>
            <pc:sldMk cId="2620817542" sldId="2147482376"/>
            <ac:spMk id="8" creationId="{84EB4386-7EEB-3803-B27E-453B46AC0460}"/>
          </ac:spMkLst>
        </pc:spChg>
        <pc:spChg chg="add del">
          <ac:chgData name="Kristyna Ferris" userId="86aeac9f-971e-413b-9f78-ace434bd0a60" providerId="ADAL" clId="{BB1FBCEE-720A-4BC8-B896-5F1AD7000908}" dt="2026-09-15T13:50:48.846" v="9438" actId="26606"/>
          <ac:spMkLst>
            <pc:docMk/>
            <pc:sldMk cId="2620817542" sldId="2147482376"/>
            <ac:spMk id="9" creationId="{C17E6361-C5D7-AA32-D62F-37A99CEFF5EE}"/>
          </ac:spMkLst>
        </pc:spChg>
        <pc:spChg chg="add del mod">
          <ac:chgData name="Kristyna Ferris" userId="86aeac9f-971e-413b-9f78-ace434bd0a60" providerId="ADAL" clId="{BB1FBCEE-720A-4BC8-B896-5F1AD7000908}" dt="2026-09-15T13:50:57.251" v="9442" actId="26606"/>
          <ac:spMkLst>
            <pc:docMk/>
            <pc:sldMk cId="2620817542" sldId="2147482376"/>
            <ac:spMk id="10" creationId="{296EB4E5-2D05-B456-BE2F-29941440481C}"/>
          </ac:spMkLst>
        </pc:spChg>
        <pc:spChg chg="add del">
          <ac:chgData name="Kristyna Ferris" userId="86aeac9f-971e-413b-9f78-ace434bd0a60" providerId="ADAL" clId="{BB1FBCEE-720A-4BC8-B896-5F1AD7000908}" dt="2026-09-15T13:50:48.846" v="9438" actId="26606"/>
          <ac:spMkLst>
            <pc:docMk/>
            <pc:sldMk cId="2620817542" sldId="2147482376"/>
            <ac:spMk id="11" creationId="{706DEEDF-5608-FD7F-7897-925937241FD2}"/>
          </ac:spMkLst>
        </pc:spChg>
        <pc:spChg chg="add del mod">
          <ac:chgData name="Kristyna Ferris" userId="86aeac9f-971e-413b-9f78-ace434bd0a60" providerId="ADAL" clId="{BB1FBCEE-720A-4BC8-B896-5F1AD7000908}" dt="2026-09-15T13:50:57.251" v="9442" actId="26606"/>
          <ac:spMkLst>
            <pc:docMk/>
            <pc:sldMk cId="2620817542" sldId="2147482376"/>
            <ac:spMk id="12" creationId="{C220A4E5-11CF-B114-32F0-5376B20E80FD}"/>
          </ac:spMkLst>
        </pc:spChg>
        <pc:spChg chg="add del mod">
          <ac:chgData name="Kristyna Ferris" userId="86aeac9f-971e-413b-9f78-ace434bd0a60" providerId="ADAL" clId="{BB1FBCEE-720A-4BC8-B896-5F1AD7000908}" dt="2026-09-15T13:50:54.303" v="9440" actId="26606"/>
          <ac:spMkLst>
            <pc:docMk/>
            <pc:sldMk cId="2620817542" sldId="2147482376"/>
            <ac:spMk id="13" creationId="{4637F80A-8846-7AD0-CEB8-5715B718884E}"/>
          </ac:spMkLst>
        </pc:spChg>
        <pc:spChg chg="add del mod">
          <ac:chgData name="Kristyna Ferris" userId="86aeac9f-971e-413b-9f78-ace434bd0a60" providerId="ADAL" clId="{BB1FBCEE-720A-4BC8-B896-5F1AD7000908}" dt="2026-09-15T13:50:54.303" v="9440" actId="26606"/>
          <ac:spMkLst>
            <pc:docMk/>
            <pc:sldMk cId="2620817542" sldId="2147482376"/>
            <ac:spMk id="14" creationId="{E0E8F1E3-36FC-36D4-0A24-D09C903EF17E}"/>
          </ac:spMkLst>
        </pc:spChg>
        <pc:spChg chg="add del mod">
          <ac:chgData name="Kristyna Ferris" userId="86aeac9f-971e-413b-9f78-ace434bd0a60" providerId="ADAL" clId="{BB1FBCEE-720A-4BC8-B896-5F1AD7000908}" dt="2026-09-15T13:50:54.303" v="9440" actId="26606"/>
          <ac:spMkLst>
            <pc:docMk/>
            <pc:sldMk cId="2620817542" sldId="2147482376"/>
            <ac:spMk id="15" creationId="{FB80BEC9-72EE-45F6-29B6-AEAE9659932D}"/>
          </ac:spMkLst>
        </pc:spChg>
        <pc:spChg chg="add del mod">
          <ac:chgData name="Kristyna Ferris" userId="86aeac9f-971e-413b-9f78-ace434bd0a60" providerId="ADAL" clId="{BB1FBCEE-720A-4BC8-B896-5F1AD7000908}" dt="2026-09-15T13:50:57.251" v="9442" actId="26606"/>
          <ac:spMkLst>
            <pc:docMk/>
            <pc:sldMk cId="2620817542" sldId="2147482376"/>
            <ac:spMk id="18" creationId="{85EB86A9-20DA-1772-0CF1-7CE092B2B218}"/>
          </ac:spMkLst>
        </pc:spChg>
        <pc:spChg chg="add del mod">
          <ac:chgData name="Kristyna Ferris" userId="86aeac9f-971e-413b-9f78-ace434bd0a60" providerId="ADAL" clId="{BB1FBCEE-720A-4BC8-B896-5F1AD7000908}" dt="2026-09-15T13:51:00.110" v="9446" actId="26606"/>
          <ac:spMkLst>
            <pc:docMk/>
            <pc:sldMk cId="2620817542" sldId="2147482376"/>
            <ac:spMk id="20" creationId="{85EB86A9-20DA-1772-0CF1-7CE092B2B218}"/>
          </ac:spMkLst>
        </pc:spChg>
        <pc:spChg chg="add del mod">
          <ac:chgData name="Kristyna Ferris" userId="86aeac9f-971e-413b-9f78-ace434bd0a60" providerId="ADAL" clId="{BB1FBCEE-720A-4BC8-B896-5F1AD7000908}" dt="2026-09-15T13:51:00.110" v="9446" actId="26606"/>
          <ac:spMkLst>
            <pc:docMk/>
            <pc:sldMk cId="2620817542" sldId="2147482376"/>
            <ac:spMk id="21" creationId="{5732B8F4-DC33-8AF5-97FE-18DC29FA2BFE}"/>
          </ac:spMkLst>
        </pc:spChg>
        <pc:spChg chg="add del mod">
          <ac:chgData name="Kristyna Ferris" userId="86aeac9f-971e-413b-9f78-ace434bd0a60" providerId="ADAL" clId="{BB1FBCEE-720A-4BC8-B896-5F1AD7000908}" dt="2026-09-15T13:51:00.110" v="9446" actId="26606"/>
          <ac:spMkLst>
            <pc:docMk/>
            <pc:sldMk cId="2620817542" sldId="2147482376"/>
            <ac:spMk id="22" creationId="{2D06693A-0211-B3F0-3C37-AC05FD0315EF}"/>
          </ac:spMkLst>
        </pc:spChg>
        <pc:spChg chg="add del mod">
          <ac:chgData name="Kristyna Ferris" userId="86aeac9f-971e-413b-9f78-ace434bd0a60" providerId="ADAL" clId="{BB1FBCEE-720A-4BC8-B896-5F1AD7000908}" dt="2026-09-15T13:51:00.110" v="9446" actId="26606"/>
          <ac:spMkLst>
            <pc:docMk/>
            <pc:sldMk cId="2620817542" sldId="2147482376"/>
            <ac:spMk id="23" creationId="{3FEC28DF-5BE3-75DA-E337-C4A885AB769E}"/>
          </ac:spMkLst>
        </pc:spChg>
        <pc:spChg chg="add del mod">
          <ac:chgData name="Kristyna Ferris" userId="86aeac9f-971e-413b-9f78-ace434bd0a60" providerId="ADAL" clId="{BB1FBCEE-720A-4BC8-B896-5F1AD7000908}" dt="2026-09-15T13:51:00.110" v="9446" actId="26606"/>
          <ac:spMkLst>
            <pc:docMk/>
            <pc:sldMk cId="2620817542" sldId="2147482376"/>
            <ac:spMk id="24" creationId="{76415558-6DD0-2AC4-81BE-AA7EA8A7AF7F}"/>
          </ac:spMkLst>
        </pc:spChg>
        <pc:spChg chg="add del mod">
          <ac:chgData name="Kristyna Ferris" userId="86aeac9f-971e-413b-9f78-ace434bd0a60" providerId="ADAL" clId="{BB1FBCEE-720A-4BC8-B896-5F1AD7000908}" dt="2026-09-15T13:51:00.110" v="9446" actId="26606"/>
          <ac:spMkLst>
            <pc:docMk/>
            <pc:sldMk cId="2620817542" sldId="2147482376"/>
            <ac:spMk id="25" creationId="{A56AB7BF-BFE9-FA7F-7EE1-08F1180F1C39}"/>
          </ac:spMkLst>
        </pc:spChg>
        <pc:graphicFrameChg chg="add del">
          <ac:chgData name="Kristyna Ferris" userId="86aeac9f-971e-413b-9f78-ace434bd0a60" providerId="ADAL" clId="{BB1FBCEE-720A-4BC8-B896-5F1AD7000908}" dt="2026-09-15T13:50:48.846" v="9438" actId="26606"/>
          <ac:graphicFrameMkLst>
            <pc:docMk/>
            <pc:sldMk cId="2620817542" sldId="2147482376"/>
            <ac:graphicFrameMk id="6" creationId="{5A80AF14-3ED6-9375-7188-946AC2716EC2}"/>
          </ac:graphicFrameMkLst>
        </pc:graphicFrameChg>
        <pc:graphicFrameChg chg="add del mod">
          <ac:chgData name="Kristyna Ferris" userId="86aeac9f-971e-413b-9f78-ace434bd0a60" providerId="ADAL" clId="{BB1FBCEE-720A-4BC8-B896-5F1AD7000908}" dt="2026-09-15T13:50:54.303" v="9440" actId="26606"/>
          <ac:graphicFrameMkLst>
            <pc:docMk/>
            <pc:sldMk cId="2620817542" sldId="2147482376"/>
            <ac:graphicFrameMk id="16" creationId="{18D3105E-D9F4-7265-6B98-AC5FD1CD174E}"/>
          </ac:graphicFrameMkLst>
        </pc:graphicFrameChg>
      </pc:sldChg>
      <pc:sldChg chg="delSp add del mod setBg">
        <pc:chgData name="Kristyna Ferris" userId="86aeac9f-971e-413b-9f78-ace434bd0a60" providerId="ADAL" clId="{BB1FBCEE-720A-4BC8-B896-5F1AD7000908}" dt="2026-09-15T13:52:05.064" v="9452" actId="2696"/>
        <pc:sldMkLst>
          <pc:docMk/>
          <pc:sldMk cId="0" sldId="2147482377"/>
        </pc:sldMkLst>
        <pc:spChg chg="del">
          <ac:chgData name="Kristyna Ferris" userId="86aeac9f-971e-413b-9f78-ace434bd0a60" providerId="ADAL" clId="{BB1FBCEE-720A-4BC8-B896-5F1AD7000908}" dt="2026-09-15T13:51:54.663" v="9451" actId="478"/>
          <ac:spMkLst>
            <pc:docMk/>
            <pc:sldMk cId="0" sldId="2147482377"/>
            <ac:spMk id="2" creationId="{00000000-0000-0000-0000-000000000000}"/>
          </ac:spMkLst>
        </pc:spChg>
      </pc:sldChg>
      <pc:sldChg chg="new del">
        <pc:chgData name="Kristyna Ferris" userId="86aeac9f-971e-413b-9f78-ace434bd0a60" providerId="ADAL" clId="{BB1FBCEE-720A-4BC8-B896-5F1AD7000908}" dt="2026-09-15T13:51:25.129" v="9449" actId="2696"/>
        <pc:sldMkLst>
          <pc:docMk/>
          <pc:sldMk cId="452136694" sldId="2147482377"/>
        </pc:sldMkLst>
      </pc:sldChg>
      <pc:sldChg chg="new del">
        <pc:chgData name="Kristyna Ferris" userId="86aeac9f-971e-413b-9f78-ace434bd0a60" providerId="ADAL" clId="{BB1FBCEE-720A-4BC8-B896-5F1AD7000908}" dt="2026-09-15T13:46:39.927" v="9373" actId="2696"/>
        <pc:sldMkLst>
          <pc:docMk/>
          <pc:sldMk cId="2270791120" sldId="2147482377"/>
        </pc:sldMkLst>
      </pc:sldChg>
      <pc:sldChg chg="addSp delSp modSp new mod chgLayout">
        <pc:chgData name="Kristyna Ferris" userId="86aeac9f-971e-413b-9f78-ace434bd0a60" providerId="ADAL" clId="{BB1FBCEE-720A-4BC8-B896-5F1AD7000908}" dt="2026-09-15T13:52:41.932" v="9483" actId="404"/>
        <pc:sldMkLst>
          <pc:docMk/>
          <pc:sldMk cId="2464898761" sldId="2147482377"/>
        </pc:sldMkLst>
        <pc:spChg chg="del mod ord">
          <ac:chgData name="Kristyna Ferris" userId="86aeac9f-971e-413b-9f78-ace434bd0a60" providerId="ADAL" clId="{BB1FBCEE-720A-4BC8-B896-5F1AD7000908}" dt="2026-09-15T13:52:17.455" v="9454" actId="700"/>
          <ac:spMkLst>
            <pc:docMk/>
            <pc:sldMk cId="2464898761" sldId="2147482377"/>
            <ac:spMk id="2" creationId="{14C35A34-A98A-45EB-4784-21068174F5AE}"/>
          </ac:spMkLst>
        </pc:spChg>
        <pc:spChg chg="del">
          <ac:chgData name="Kristyna Ferris" userId="86aeac9f-971e-413b-9f78-ace434bd0a60" providerId="ADAL" clId="{BB1FBCEE-720A-4BC8-B896-5F1AD7000908}" dt="2026-09-15T13:52:17.455" v="9454" actId="700"/>
          <ac:spMkLst>
            <pc:docMk/>
            <pc:sldMk cId="2464898761" sldId="2147482377"/>
            <ac:spMk id="3" creationId="{18BA3D88-0E98-E41A-D390-06DA6ACCFFBE}"/>
          </ac:spMkLst>
        </pc:spChg>
        <pc:spChg chg="del mod ord">
          <ac:chgData name="Kristyna Ferris" userId="86aeac9f-971e-413b-9f78-ace434bd0a60" providerId="ADAL" clId="{BB1FBCEE-720A-4BC8-B896-5F1AD7000908}" dt="2026-09-15T13:52:21.051" v="9455" actId="478"/>
          <ac:spMkLst>
            <pc:docMk/>
            <pc:sldMk cId="2464898761" sldId="2147482377"/>
            <ac:spMk id="4" creationId="{7A20C2E7-9D74-B40D-5C80-084C419F45FA}"/>
          </ac:spMkLst>
        </pc:spChg>
        <pc:spChg chg="del mod ord">
          <ac:chgData name="Kristyna Ferris" userId="86aeac9f-971e-413b-9f78-ace434bd0a60" providerId="ADAL" clId="{BB1FBCEE-720A-4BC8-B896-5F1AD7000908}" dt="2026-09-15T13:52:21.921" v="9456" actId="478"/>
          <ac:spMkLst>
            <pc:docMk/>
            <pc:sldMk cId="2464898761" sldId="2147482377"/>
            <ac:spMk id="5" creationId="{D79BAFF3-CCBB-2C18-D6E7-9AFD34153825}"/>
          </ac:spMkLst>
        </pc:spChg>
        <pc:spChg chg="add mod ord">
          <ac:chgData name="Kristyna Ferris" userId="86aeac9f-971e-413b-9f78-ace434bd0a60" providerId="ADAL" clId="{BB1FBCEE-720A-4BC8-B896-5F1AD7000908}" dt="2026-09-15T13:52:41.932" v="9483" actId="404"/>
          <ac:spMkLst>
            <pc:docMk/>
            <pc:sldMk cId="2464898761" sldId="2147482377"/>
            <ac:spMk id="6" creationId="{BBEC01C2-02DD-AB28-ACDF-F2F3BF916364}"/>
          </ac:spMkLst>
        </pc:spChg>
      </pc:sldChg>
      <pc:sldChg chg="modSp add mod">
        <pc:chgData name="Kristyna Ferris" userId="86aeac9f-971e-413b-9f78-ace434bd0a60" providerId="ADAL" clId="{BB1FBCEE-720A-4BC8-B896-5F1AD7000908}" dt="2026-09-15T13:53:03.739" v="9503" actId="20577"/>
        <pc:sldMkLst>
          <pc:docMk/>
          <pc:sldMk cId="3556966935" sldId="2147482378"/>
        </pc:sldMkLst>
        <pc:spChg chg="mod">
          <ac:chgData name="Kristyna Ferris" userId="86aeac9f-971e-413b-9f78-ace434bd0a60" providerId="ADAL" clId="{BB1FBCEE-720A-4BC8-B896-5F1AD7000908}" dt="2026-09-15T13:53:03.739" v="9503" actId="20577"/>
          <ac:spMkLst>
            <pc:docMk/>
            <pc:sldMk cId="3556966935" sldId="2147482378"/>
            <ac:spMk id="6" creationId="{F6C40328-0A39-6CD0-9609-A6F987DD6E5F}"/>
          </ac:spMkLst>
        </pc:spChg>
      </pc:sldChg>
      <pc:sldChg chg="modSp add mod">
        <pc:chgData name="Kristyna Ferris" userId="86aeac9f-971e-413b-9f78-ace434bd0a60" providerId="ADAL" clId="{BB1FBCEE-720A-4BC8-B896-5F1AD7000908}" dt="2026-09-15T13:53:21.956" v="9535" actId="20577"/>
        <pc:sldMkLst>
          <pc:docMk/>
          <pc:sldMk cId="1014283202" sldId="2147482379"/>
        </pc:sldMkLst>
        <pc:spChg chg="mod">
          <ac:chgData name="Kristyna Ferris" userId="86aeac9f-971e-413b-9f78-ace434bd0a60" providerId="ADAL" clId="{BB1FBCEE-720A-4BC8-B896-5F1AD7000908}" dt="2026-09-15T13:53:21.956" v="9535" actId="20577"/>
          <ac:spMkLst>
            <pc:docMk/>
            <pc:sldMk cId="1014283202" sldId="2147482379"/>
            <ac:spMk id="6" creationId="{F85B3621-FCF2-27FC-0373-E8E1B61B258A}"/>
          </ac:spMkLst>
        </pc:spChg>
      </pc:sldChg>
      <pc:sldChg chg="modSp add mod">
        <pc:chgData name="Kristyna Ferris" userId="86aeac9f-971e-413b-9f78-ace434bd0a60" providerId="ADAL" clId="{BB1FBCEE-720A-4BC8-B896-5F1AD7000908}" dt="2026-09-15T13:53:33.205" v="9543" actId="20577"/>
        <pc:sldMkLst>
          <pc:docMk/>
          <pc:sldMk cId="3370638313" sldId="2147482380"/>
        </pc:sldMkLst>
        <pc:spChg chg="mod">
          <ac:chgData name="Kristyna Ferris" userId="86aeac9f-971e-413b-9f78-ace434bd0a60" providerId="ADAL" clId="{BB1FBCEE-720A-4BC8-B896-5F1AD7000908}" dt="2026-09-15T13:53:33.205" v="9543" actId="20577"/>
          <ac:spMkLst>
            <pc:docMk/>
            <pc:sldMk cId="3370638313" sldId="2147482380"/>
            <ac:spMk id="6" creationId="{950303F6-21AC-A15B-A1A7-A011EDE174D0}"/>
          </ac:spMkLst>
        </pc:spChg>
      </pc:sldChg>
      <pc:sldChg chg="modSp add mod">
        <pc:chgData name="Kristyna Ferris" userId="86aeac9f-971e-413b-9f78-ace434bd0a60" providerId="ADAL" clId="{BB1FBCEE-720A-4BC8-B896-5F1AD7000908}" dt="2026-09-15T13:58:12.051" v="9590" actId="20577"/>
        <pc:sldMkLst>
          <pc:docMk/>
          <pc:sldMk cId="640321677" sldId="2147482381"/>
        </pc:sldMkLst>
        <pc:spChg chg="mod">
          <ac:chgData name="Kristyna Ferris" userId="86aeac9f-971e-413b-9f78-ace434bd0a60" providerId="ADAL" clId="{BB1FBCEE-720A-4BC8-B896-5F1AD7000908}" dt="2026-09-15T13:58:12.051" v="9590" actId="20577"/>
          <ac:spMkLst>
            <pc:docMk/>
            <pc:sldMk cId="640321677" sldId="2147482381"/>
            <ac:spMk id="6" creationId="{914906C6-7C08-0011-0021-96A3E8EB853D}"/>
          </ac:spMkLst>
        </pc:spChg>
      </pc:sldChg>
      <pc:sldChg chg="add ord">
        <pc:chgData name="Kristyna Ferris" userId="86aeac9f-971e-413b-9f78-ace434bd0a60" providerId="ADAL" clId="{BB1FBCEE-720A-4BC8-B896-5F1AD7000908}" dt="2026-09-15T14:32:47.763" v="9609"/>
        <pc:sldMkLst>
          <pc:docMk/>
          <pc:sldMk cId="2542526457" sldId="2147482382"/>
        </pc:sldMkLst>
      </pc:sldChg>
      <pc:sldChg chg="add del">
        <pc:chgData name="Kristyna Ferris" userId="86aeac9f-971e-413b-9f78-ace434bd0a60" providerId="ADAL" clId="{BB1FBCEE-720A-4BC8-B896-5F1AD7000908}" dt="2026-09-15T14:32:23.676" v="9600"/>
        <pc:sldMkLst>
          <pc:docMk/>
          <pc:sldMk cId="2404612931" sldId="2147482383"/>
        </pc:sldMkLst>
      </pc:sldChg>
      <pc:sldMasterChg chg="modTransition delSldLayout modSldLayout">
        <pc:chgData name="Kristyna Ferris" userId="86aeac9f-971e-413b-9f78-ace434bd0a60" providerId="ADAL" clId="{BB1FBCEE-720A-4BC8-B896-5F1AD7000908}" dt="2026-08-22T23:20:50.403" v="2508" actId="47"/>
        <pc:sldMasterMkLst>
          <pc:docMk/>
          <pc:sldMasterMk cId="3793594815" sldId="2147483702"/>
        </pc:sldMasterMkLst>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hyperlink" Target="https://dataonwheels.wordpress.com/" TargetMode="External"/><Relationship Id="rId5" Type="http://schemas.openxmlformats.org/officeDocument/2006/relationships/image" Target="../media/image17.svg"/><Relationship Id="rId4" Type="http://schemas.microsoft.com/office/2007/relationships/hdphoto" Target="../media/hdphoto1.wdp"/></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dataonwheels.wordpress.com/" TargetMode="External"/><Relationship Id="rId1" Type="http://schemas.openxmlformats.org/officeDocument/2006/relationships/image" Target="../media/image15.svg"/><Relationship Id="rId5" Type="http://schemas.openxmlformats.org/officeDocument/2006/relationships/image" Target="../media/image17.svg"/><Relationship Id="rId4" Type="http://schemas.microsoft.com/office/2007/relationships/hdphoto" Target="../media/hdphoto1.wdp"/></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1C9186-53B8-48DE-BF73-99C92B55F469}" type="doc">
      <dgm:prSet loTypeId="urn:microsoft.com/office/officeart/2005/8/layout/vList3" loCatId="list" qsTypeId="urn:microsoft.com/office/officeart/2005/8/quickstyle/simple4#1" qsCatId="simple" csTypeId="urn:microsoft.com/office/officeart/2005/8/colors/accent2_2#1" csCatId="accent2" phldr="1"/>
      <dgm:spPr/>
      <dgm:t>
        <a:bodyPr/>
        <a:lstStyle/>
        <a:p>
          <a:endParaRPr lang="en-US"/>
        </a:p>
      </dgm:t>
    </dgm:pt>
    <dgm:pt modelId="{1A741F06-3CEC-4081-A5C1-4646B2999E0E}">
      <dgm:prSet custT="1"/>
      <dgm:spPr/>
      <dgm:t>
        <a:bodyPr anchor="ctr"/>
        <a:lstStyle/>
        <a:p>
          <a:pPr algn="r"/>
          <a:r>
            <a:rPr lang="en-US" sz="2800" dirty="0"/>
            <a:t>     </a:t>
          </a:r>
          <a:r>
            <a:rPr lang="en-US" sz="2400" dirty="0">
              <a:hlinkClick xmlns:r="http://schemas.openxmlformats.org/officeDocument/2006/relationships" r:id="rId1">
                <a:extLst>
                  <a:ext uri="{A12FA001-AC4F-418D-AE19-62706E023703}">
                    <ahyp:hlinkClr xmlns:ahyp="http://schemas.microsoft.com/office/drawing/2018/hyperlinkcolor" val="tx"/>
                  </a:ext>
                </a:extLst>
              </a:hlinkClick>
            </a:rPr>
            <a:t>https://dataonwheels.wordpress.com/</a:t>
          </a:r>
          <a:endParaRPr lang="en-US" sz="2800" dirty="0"/>
        </a:p>
      </dgm:t>
    </dgm:pt>
    <dgm:pt modelId="{CA9E987D-4CED-408C-8214-EB14792CAD7A}" type="parTrans" cxnId="{F1615DFE-2AC1-40E3-95A7-719EEB961071}">
      <dgm:prSet/>
      <dgm:spPr/>
      <dgm:t>
        <a:bodyPr/>
        <a:lstStyle/>
        <a:p>
          <a:endParaRPr lang="en-US"/>
        </a:p>
      </dgm:t>
    </dgm:pt>
    <dgm:pt modelId="{3F65FFCB-2E14-484E-8FC4-3EF9E02677A5}" type="sibTrans" cxnId="{F1615DFE-2AC1-40E3-95A7-719EEB961071}">
      <dgm:prSet/>
      <dgm:spPr/>
      <dgm:t>
        <a:bodyPr/>
        <a:lstStyle/>
        <a:p>
          <a:endParaRPr lang="en-US"/>
        </a:p>
      </dgm:t>
    </dgm:pt>
    <dgm:pt modelId="{11D0A9B0-4F99-450C-A393-AAD54CC7D57B}">
      <dgm:prSet custT="1"/>
      <dgm:spPr/>
      <dgm:t>
        <a:bodyPr anchor="ctr"/>
        <a:lstStyle/>
        <a:p>
          <a:pPr algn="r"/>
          <a:r>
            <a:rPr lang="en-US" sz="3200" dirty="0"/>
            <a:t>   kristyna@dataonwheels.com</a:t>
          </a:r>
        </a:p>
      </dgm:t>
    </dgm:pt>
    <dgm:pt modelId="{D41CEB21-EBD6-47BB-93D7-B72EFBAB65B5}" type="parTrans" cxnId="{3F5EFE0B-4E51-45B0-B616-45D1E0AAD1A6}">
      <dgm:prSet/>
      <dgm:spPr/>
      <dgm:t>
        <a:bodyPr/>
        <a:lstStyle/>
        <a:p>
          <a:endParaRPr lang="en-US"/>
        </a:p>
      </dgm:t>
    </dgm:pt>
    <dgm:pt modelId="{E26448A3-5BA9-4D94-ACDC-6F845B6978B8}" type="sibTrans" cxnId="{3F5EFE0B-4E51-45B0-B616-45D1E0AAD1A6}">
      <dgm:prSet/>
      <dgm:spPr/>
      <dgm:t>
        <a:bodyPr/>
        <a:lstStyle/>
        <a:p>
          <a:endParaRPr lang="en-US"/>
        </a:p>
      </dgm:t>
    </dgm:pt>
    <dgm:pt modelId="{361231F2-7620-401E-B7B2-504A39FE9428}">
      <dgm:prSet custT="1"/>
      <dgm:spPr/>
      <dgm:t>
        <a:bodyPr/>
        <a:lstStyle/>
        <a:p>
          <a:r>
            <a:rPr lang="en-US" sz="3200" dirty="0"/>
            <a:t>@data_dragoness</a:t>
          </a:r>
        </a:p>
      </dgm:t>
    </dgm:pt>
    <dgm:pt modelId="{B6BE5CFA-0405-4CA0-A317-68124E78F770}" type="parTrans" cxnId="{FA4AFA78-33A1-4D5C-A316-CC74E84CAF36}">
      <dgm:prSet/>
      <dgm:spPr/>
      <dgm:t>
        <a:bodyPr/>
        <a:lstStyle/>
        <a:p>
          <a:endParaRPr lang="en-US"/>
        </a:p>
      </dgm:t>
    </dgm:pt>
    <dgm:pt modelId="{A2F560F2-8FB5-4EF1-93CC-39928A0172E4}" type="sibTrans" cxnId="{FA4AFA78-33A1-4D5C-A316-CC74E84CAF36}">
      <dgm:prSet/>
      <dgm:spPr/>
      <dgm:t>
        <a:bodyPr/>
        <a:lstStyle/>
        <a:p>
          <a:endParaRPr lang="en-US"/>
        </a:p>
      </dgm:t>
    </dgm:pt>
    <dgm:pt modelId="{C08BFA66-9B75-4031-B345-700AC29B8191}" type="pres">
      <dgm:prSet presAssocID="{831C9186-53B8-48DE-BF73-99C92B55F469}" presName="linearFlow" presStyleCnt="0">
        <dgm:presLayoutVars>
          <dgm:dir/>
          <dgm:resizeHandles val="exact"/>
        </dgm:presLayoutVars>
      </dgm:prSet>
      <dgm:spPr/>
    </dgm:pt>
    <dgm:pt modelId="{BC29B2E5-8B22-4FD5-95F5-9B2717FBFF02}" type="pres">
      <dgm:prSet presAssocID="{361231F2-7620-401E-B7B2-504A39FE9428}" presName="composite" presStyleCnt="0"/>
      <dgm:spPr/>
    </dgm:pt>
    <dgm:pt modelId="{90975B01-8C93-40D1-9B05-BEEC17814EE0}" type="pres">
      <dgm:prSet presAssocID="{361231F2-7620-401E-B7B2-504A39FE9428}" presName="imgShp" presStyleLbl="fgImgPlace1" presStyleIdx="0" presStyleCnt="3" custLinFactX="-13850" custLinFactNeighborX="-100000" custLinFactNeighborY="298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parrow outline"/>
        </a:ext>
      </dgm:extLst>
    </dgm:pt>
    <dgm:pt modelId="{98D19BCF-6FD4-4E0D-A5EB-2EFCE077C912}" type="pres">
      <dgm:prSet presAssocID="{361231F2-7620-401E-B7B2-504A39FE9428}" presName="txShp" presStyleLbl="node1" presStyleIdx="0" presStyleCnt="3" custScaleX="150376" custLinFactNeighborX="359" custLinFactNeighborY="10665">
        <dgm:presLayoutVars>
          <dgm:bulletEnabled val="1"/>
        </dgm:presLayoutVars>
      </dgm:prSet>
      <dgm:spPr/>
    </dgm:pt>
    <dgm:pt modelId="{7F645754-F307-424E-975B-0EE5BEB2BB9A}" type="pres">
      <dgm:prSet presAssocID="{A2F560F2-8FB5-4EF1-93CC-39928A0172E4}" presName="spacing" presStyleCnt="0"/>
      <dgm:spPr/>
    </dgm:pt>
    <dgm:pt modelId="{8C18EA9B-8166-4E2E-96A8-0F5658B698BD}" type="pres">
      <dgm:prSet presAssocID="{1A741F06-3CEC-4081-A5C1-4646B2999E0E}" presName="composite" presStyleCnt="0"/>
      <dgm:spPr/>
    </dgm:pt>
    <dgm:pt modelId="{9C365CB5-B72D-40DB-8732-528E8FDA5750}" type="pres">
      <dgm:prSet presAssocID="{1A741F06-3CEC-4081-A5C1-4646B2999E0E}" presName="imgShp" presStyleLbl="fgImgPlace1" presStyleIdx="1" presStyleCnt="3" custScaleX="80563" custScaleY="71874" custLinFactNeighborX="-19334" custLinFactNeighborY="-524"/>
      <dgm:spPr>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dgm:spPr>
    </dgm:pt>
    <dgm:pt modelId="{51BD5739-4267-4BED-BB3F-56D801D622EA}" type="pres">
      <dgm:prSet presAssocID="{1A741F06-3CEC-4081-A5C1-4646B2999E0E}" presName="txShp" presStyleLbl="node1" presStyleIdx="1" presStyleCnt="3" custScaleX="150376" custLinFactNeighborX="11144" custLinFactNeighborY="-524">
        <dgm:presLayoutVars>
          <dgm:bulletEnabled val="1"/>
        </dgm:presLayoutVars>
      </dgm:prSet>
      <dgm:spPr/>
    </dgm:pt>
    <dgm:pt modelId="{8F5CB601-C35E-4D1F-9CD2-CB07F342EFA5}" type="pres">
      <dgm:prSet presAssocID="{3F65FFCB-2E14-484E-8FC4-3EF9E02677A5}" presName="spacing" presStyleCnt="0"/>
      <dgm:spPr/>
    </dgm:pt>
    <dgm:pt modelId="{2A621669-F974-486F-B0CC-D5279C1A8993}" type="pres">
      <dgm:prSet presAssocID="{11D0A9B0-4F99-450C-A393-AAD54CC7D57B}" presName="composite" presStyleCnt="0"/>
      <dgm:spPr/>
    </dgm:pt>
    <dgm:pt modelId="{7495D3D5-9185-4FC6-99EF-F6D4AFA7B3DC}" type="pres">
      <dgm:prSet presAssocID="{11D0A9B0-4F99-450C-A393-AAD54CC7D57B}" presName="imgShp" presStyleLbl="fgImgPlace1" presStyleIdx="2" presStyleCnt="3" custLinFactX="-9219" custLinFactNeighborX="-100000" custLinFactNeighborY="3010"/>
      <dgm:spPr>
        <a:xfrm>
          <a:off x="0" y="3731483"/>
          <a:ext cx="1434053" cy="1434053"/>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Send outline"/>
        </a:ext>
      </dgm:extLst>
    </dgm:pt>
    <dgm:pt modelId="{36DCB59B-7B0E-4CC8-B732-4523363D854A}" type="pres">
      <dgm:prSet presAssocID="{11D0A9B0-4F99-450C-A393-AAD54CC7D57B}" presName="txShp" presStyleLbl="node1" presStyleIdx="2" presStyleCnt="3" custScaleX="148443">
        <dgm:presLayoutVars>
          <dgm:bulletEnabled val="1"/>
        </dgm:presLayoutVars>
      </dgm:prSet>
      <dgm:spPr/>
    </dgm:pt>
  </dgm:ptLst>
  <dgm:cxnLst>
    <dgm:cxn modelId="{3F5EFE0B-4E51-45B0-B616-45D1E0AAD1A6}" srcId="{831C9186-53B8-48DE-BF73-99C92B55F469}" destId="{11D0A9B0-4F99-450C-A393-AAD54CC7D57B}" srcOrd="2" destOrd="0" parTransId="{D41CEB21-EBD6-47BB-93D7-B72EFBAB65B5}" sibTransId="{E26448A3-5BA9-4D94-ACDC-6F845B6978B8}"/>
    <dgm:cxn modelId="{FF10A413-67B3-40E9-A658-956F4DAFBCDF}" type="presOf" srcId="{11D0A9B0-4F99-450C-A393-AAD54CC7D57B}" destId="{36DCB59B-7B0E-4CC8-B732-4523363D854A}" srcOrd="0" destOrd="0" presId="urn:microsoft.com/office/officeart/2005/8/layout/vList3"/>
    <dgm:cxn modelId="{634AA32A-33B7-46B2-B40E-BEB039B75FE0}" type="presOf" srcId="{1A741F06-3CEC-4081-A5C1-4646B2999E0E}" destId="{51BD5739-4267-4BED-BB3F-56D801D622EA}" srcOrd="0" destOrd="0" presId="urn:microsoft.com/office/officeart/2005/8/layout/vList3"/>
    <dgm:cxn modelId="{FA4AFA78-33A1-4D5C-A316-CC74E84CAF36}" srcId="{831C9186-53B8-48DE-BF73-99C92B55F469}" destId="{361231F2-7620-401E-B7B2-504A39FE9428}" srcOrd="0" destOrd="0" parTransId="{B6BE5CFA-0405-4CA0-A317-68124E78F770}" sibTransId="{A2F560F2-8FB5-4EF1-93CC-39928A0172E4}"/>
    <dgm:cxn modelId="{57BD8F7C-EA18-4EB9-BF59-3A9D43780502}" type="presOf" srcId="{361231F2-7620-401E-B7B2-504A39FE9428}" destId="{98D19BCF-6FD4-4E0D-A5EB-2EFCE077C912}" srcOrd="0" destOrd="0" presId="urn:microsoft.com/office/officeart/2005/8/layout/vList3"/>
    <dgm:cxn modelId="{1373BEF1-7F24-4A09-B6DF-9256A58FA283}" type="presOf" srcId="{831C9186-53B8-48DE-BF73-99C92B55F469}" destId="{C08BFA66-9B75-4031-B345-700AC29B8191}" srcOrd="0" destOrd="0" presId="urn:microsoft.com/office/officeart/2005/8/layout/vList3"/>
    <dgm:cxn modelId="{F1615DFE-2AC1-40E3-95A7-719EEB961071}" srcId="{831C9186-53B8-48DE-BF73-99C92B55F469}" destId="{1A741F06-3CEC-4081-A5C1-4646B2999E0E}" srcOrd="1" destOrd="0" parTransId="{CA9E987D-4CED-408C-8214-EB14792CAD7A}" sibTransId="{3F65FFCB-2E14-484E-8FC4-3EF9E02677A5}"/>
    <dgm:cxn modelId="{C1C5AD4A-1AC0-4C0D-9B20-58E02EFD4A00}" type="presParOf" srcId="{C08BFA66-9B75-4031-B345-700AC29B8191}" destId="{BC29B2E5-8B22-4FD5-95F5-9B2717FBFF02}" srcOrd="0" destOrd="0" presId="urn:microsoft.com/office/officeart/2005/8/layout/vList3"/>
    <dgm:cxn modelId="{E859314D-23E5-4580-853C-1676F1D7398D}" type="presParOf" srcId="{BC29B2E5-8B22-4FD5-95F5-9B2717FBFF02}" destId="{90975B01-8C93-40D1-9B05-BEEC17814EE0}" srcOrd="0" destOrd="0" presId="urn:microsoft.com/office/officeart/2005/8/layout/vList3"/>
    <dgm:cxn modelId="{884B07B0-7303-4493-A181-6BC8F2D207F7}" type="presParOf" srcId="{BC29B2E5-8B22-4FD5-95F5-9B2717FBFF02}" destId="{98D19BCF-6FD4-4E0D-A5EB-2EFCE077C912}" srcOrd="1" destOrd="0" presId="urn:microsoft.com/office/officeart/2005/8/layout/vList3"/>
    <dgm:cxn modelId="{D4DF6AF7-1AB0-4C55-9046-2A6D1790F9C7}" type="presParOf" srcId="{C08BFA66-9B75-4031-B345-700AC29B8191}" destId="{7F645754-F307-424E-975B-0EE5BEB2BB9A}" srcOrd="1" destOrd="0" presId="urn:microsoft.com/office/officeart/2005/8/layout/vList3"/>
    <dgm:cxn modelId="{4E203AE4-7FF1-4D9C-BD94-D32CD9E355C3}" type="presParOf" srcId="{C08BFA66-9B75-4031-B345-700AC29B8191}" destId="{8C18EA9B-8166-4E2E-96A8-0F5658B698BD}" srcOrd="2" destOrd="0" presId="urn:microsoft.com/office/officeart/2005/8/layout/vList3"/>
    <dgm:cxn modelId="{5AB81220-F5F6-4140-A3A3-C8713A41951D}" type="presParOf" srcId="{8C18EA9B-8166-4E2E-96A8-0F5658B698BD}" destId="{9C365CB5-B72D-40DB-8732-528E8FDA5750}" srcOrd="0" destOrd="0" presId="urn:microsoft.com/office/officeart/2005/8/layout/vList3"/>
    <dgm:cxn modelId="{79C43560-9ACA-4A2A-96ED-75A871BFA21B}" type="presParOf" srcId="{8C18EA9B-8166-4E2E-96A8-0F5658B698BD}" destId="{51BD5739-4267-4BED-BB3F-56D801D622EA}" srcOrd="1" destOrd="0" presId="urn:microsoft.com/office/officeart/2005/8/layout/vList3"/>
    <dgm:cxn modelId="{7CE7B8C4-3237-4058-B9D3-DA45CC7BEB7A}" type="presParOf" srcId="{C08BFA66-9B75-4031-B345-700AC29B8191}" destId="{8F5CB601-C35E-4D1F-9CD2-CB07F342EFA5}" srcOrd="3" destOrd="0" presId="urn:microsoft.com/office/officeart/2005/8/layout/vList3"/>
    <dgm:cxn modelId="{D7896E66-067E-4D69-B63D-C76089134A54}" type="presParOf" srcId="{C08BFA66-9B75-4031-B345-700AC29B8191}" destId="{2A621669-F974-486F-B0CC-D5279C1A8993}" srcOrd="4" destOrd="0" presId="urn:microsoft.com/office/officeart/2005/8/layout/vList3"/>
    <dgm:cxn modelId="{5A6CCE06-C29A-4244-9178-F1107D263CFB}" type="presParOf" srcId="{2A621669-F974-486F-B0CC-D5279C1A8993}" destId="{7495D3D5-9185-4FC6-99EF-F6D4AFA7B3DC}" srcOrd="0" destOrd="0" presId="urn:microsoft.com/office/officeart/2005/8/layout/vList3"/>
    <dgm:cxn modelId="{103D00E4-EE2D-41E7-A78E-1E4EABB71AC6}" type="presParOf" srcId="{2A621669-F974-486F-B0CC-D5279C1A8993}" destId="{36DCB59B-7B0E-4CC8-B732-4523363D854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D19BCF-6FD4-4E0D-A5EB-2EFCE077C912}">
      <dsp:nvSpPr>
        <dsp:cNvPr id="0" name=""/>
        <dsp:cNvSpPr/>
      </dsp:nvSpPr>
      <dsp:spPr>
        <a:xfrm rot="10800000">
          <a:off x="-1" y="155392"/>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21920" rIns="227584"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@data_dragoness</a:t>
          </a:r>
        </a:p>
      </dsp:txBody>
      <dsp:txXfrm rot="10800000">
        <a:off x="361835" y="155392"/>
        <a:ext cx="7239763" cy="1447346"/>
      </dsp:txXfrm>
    </dsp:sp>
    <dsp:sp modelId="{90975B01-8C93-40D1-9B05-BEEC17814EE0}">
      <dsp:nvSpPr>
        <dsp:cNvPr id="0" name=""/>
        <dsp:cNvSpPr/>
      </dsp:nvSpPr>
      <dsp:spPr>
        <a:xfrm>
          <a:off x="0" y="44265"/>
          <a:ext cx="1447346" cy="1447346"/>
        </a:xfrm>
        <a:prstGeom prst="ellipse">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1">
          <a:scrgbClr r="0" g="0" b="0"/>
        </a:fillRef>
        <a:effectRef idx="2">
          <a:scrgbClr r="0" g="0" b="0"/>
        </a:effectRef>
        <a:fontRef idx="minor"/>
      </dsp:style>
    </dsp:sp>
    <dsp:sp modelId="{51BD5739-4267-4BED-BB3F-56D801D622EA}">
      <dsp:nvSpPr>
        <dsp:cNvPr id="0" name=""/>
        <dsp:cNvSpPr/>
      </dsp:nvSpPr>
      <dsp:spPr>
        <a:xfrm rot="10800000">
          <a:off x="-1" y="1872839"/>
          <a:ext cx="7601599"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06680" rIns="199136" bIns="106680" numCol="1" spcCol="1270" anchor="ctr" anchorCtr="0">
          <a:noAutofit/>
        </a:bodyPr>
        <a:lstStyle/>
        <a:p>
          <a:pPr marL="0" lvl="0" indent="0" algn="r" defTabSz="1244600">
            <a:lnSpc>
              <a:spcPct val="90000"/>
            </a:lnSpc>
            <a:spcBef>
              <a:spcPct val="0"/>
            </a:spcBef>
            <a:spcAft>
              <a:spcPct val="35000"/>
            </a:spcAft>
            <a:buNone/>
          </a:pPr>
          <a:r>
            <a:rPr lang="en-US" sz="2800" kern="1200" dirty="0"/>
            <a:t>     </a:t>
          </a:r>
          <a:r>
            <a:rPr lang="en-US" sz="2400" kern="1200" dirty="0">
              <a:hlinkClick xmlns:r="http://schemas.openxmlformats.org/officeDocument/2006/relationships" r:id="rId2">
                <a:extLst>
                  <a:ext uri="{A12FA001-AC4F-418D-AE19-62706E023703}">
                    <ahyp:hlinkClr xmlns:ahyp="http://schemas.microsoft.com/office/drawing/2018/hyperlinkcolor" val="tx"/>
                  </a:ext>
                </a:extLst>
              </a:hlinkClick>
            </a:rPr>
            <a:t>https://dataonwheels.wordpress.com/</a:t>
          </a:r>
          <a:endParaRPr lang="en-US" sz="2800" kern="1200" dirty="0"/>
        </a:p>
      </dsp:txBody>
      <dsp:txXfrm rot="10800000">
        <a:off x="361835" y="1872839"/>
        <a:ext cx="7239763" cy="1447346"/>
      </dsp:txXfrm>
    </dsp:sp>
    <dsp:sp modelId="{9C365CB5-B72D-40DB-8732-528E8FDA5750}">
      <dsp:nvSpPr>
        <dsp:cNvPr id="0" name=""/>
        <dsp:cNvSpPr/>
      </dsp:nvSpPr>
      <dsp:spPr>
        <a:xfrm>
          <a:off x="410424" y="2076380"/>
          <a:ext cx="1166026" cy="1040266"/>
        </a:xfrm>
        <a:prstGeom prst="ellipse">
          <a:avLst/>
        </a:prstGeom>
        <a:blipFill>
          <a:blip xmlns:r="http://schemas.openxmlformats.org/officeDocument/2006/relationships" r:embed="rId3">
            <a:extLst>
              <a:ext uri="{BEBA8EAE-BF5A-486C-A8C5-ECC9F3942E4B}">
                <a14:imgProps xmlns:a14="http://schemas.microsoft.com/office/drawing/2010/main">
                  <a14:imgLayer r:embed="rId4">
                    <a14:imgEffect>
                      <a14:brightnessContrast bright="40000"/>
                    </a14:imgEffect>
                  </a14:imgLayer>
                </a14:imgProps>
              </a:ext>
            </a:extLst>
          </a:blip>
          <a:srcRect/>
          <a:stretch>
            <a:fillRect t="-6000" b="-6000"/>
          </a:stretch>
        </a:blipFill>
        <a:ln>
          <a:noFill/>
        </a:ln>
        <a:effectLst/>
      </dsp:spPr>
      <dsp:style>
        <a:lnRef idx="0">
          <a:scrgbClr r="0" g="0" b="0"/>
        </a:lnRef>
        <a:fillRef idx="1">
          <a:scrgbClr r="0" g="0" b="0"/>
        </a:fillRef>
        <a:effectRef idx="2">
          <a:scrgbClr r="0" g="0" b="0"/>
        </a:effectRef>
        <a:fontRef idx="minor"/>
      </dsp:style>
    </dsp:sp>
    <dsp:sp modelId="{36DCB59B-7B0E-4CC8-B732-4523363D854A}">
      <dsp:nvSpPr>
        <dsp:cNvPr id="0" name=""/>
        <dsp:cNvSpPr/>
      </dsp:nvSpPr>
      <dsp:spPr>
        <a:xfrm rot="10800000">
          <a:off x="48855" y="3759814"/>
          <a:ext cx="7503884" cy="1447346"/>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38240" tIns="121920" rIns="227584" bIns="121920" numCol="1" spcCol="1270" anchor="ctr" anchorCtr="0">
          <a:noAutofit/>
        </a:bodyPr>
        <a:lstStyle/>
        <a:p>
          <a:pPr marL="0" lvl="0" indent="0" algn="r" defTabSz="1422400">
            <a:lnSpc>
              <a:spcPct val="90000"/>
            </a:lnSpc>
            <a:spcBef>
              <a:spcPct val="0"/>
            </a:spcBef>
            <a:spcAft>
              <a:spcPct val="35000"/>
            </a:spcAft>
            <a:buNone/>
          </a:pPr>
          <a:r>
            <a:rPr lang="en-US" sz="3200" kern="1200" dirty="0"/>
            <a:t>   kristyna@dataonwheels.com</a:t>
          </a:r>
        </a:p>
      </dsp:txBody>
      <dsp:txXfrm rot="10800000">
        <a:off x="410691" y="3759814"/>
        <a:ext cx="7142048" cy="1447346"/>
      </dsp:txXfrm>
    </dsp:sp>
    <dsp:sp modelId="{7495D3D5-9185-4FC6-99EF-F6D4AFA7B3DC}">
      <dsp:nvSpPr>
        <dsp:cNvPr id="0" name=""/>
        <dsp:cNvSpPr/>
      </dsp:nvSpPr>
      <dsp:spPr>
        <a:xfrm>
          <a:off x="0" y="3760848"/>
          <a:ext cx="1447346" cy="1447346"/>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a:effectLst/>
      </dsp:spPr>
      <dsp:style>
        <a:lnRef idx="0">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A4F6D-F7EB-0F4A-A981-95137ADA69AB}"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A35C1-8278-9748-8225-80C021D66BB2}" type="slidenum">
              <a:rPr lang="en-US" smtClean="0"/>
              <a:t>‹#›</a:t>
            </a:fld>
            <a:endParaRPr lang="en-US"/>
          </a:p>
        </p:txBody>
      </p:sp>
    </p:spTree>
    <p:extLst>
      <p:ext uri="{BB962C8B-B14F-4D97-AF65-F5344CB8AC3E}">
        <p14:creationId xmlns:p14="http://schemas.microsoft.com/office/powerpoint/2010/main" val="407779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typographysmith.com/font-recommendations/top-10-dyslexia-friendly-fonts"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fonts.google.com/specimen/Atkinson+Hyperlegible?preview.script=Lat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mailjerry.com/what-is-a-microsoft-tenant/" TargetMode="External"/><Relationship Id="rId5" Type="http://schemas.openxmlformats.org/officeDocument/2006/relationships/hyperlink" Target="https://learn.microsoft.com/en-us/power-bi/enterprise/service-premium-per-user-faq" TargetMode="External"/><Relationship Id="rId4" Type="http://schemas.openxmlformats.org/officeDocument/2006/relationships/hyperlink" Target="https://kanerika.com/blogs/understanding-microsoft-fabric-pricing/"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learn.microsoft.com/en-us/power-bi/enterprise/service-premium-per-user-faq" TargetMode="External"/><Relationship Id="rId4" Type="http://schemas.openxmlformats.org/officeDocument/2006/relationships/hyperlink" Target="https://kanerika.com/blogs/understanding-microsoft-fabric-pricing/"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learn.microsoft.com/en-us/fabric/enterprise/license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fabric/admin/tenant-settings-index?source=recommendations"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fabric/admin/tenant-settings-index?source=recommendation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fabric/admin/tenant-settings-index?source=recommendation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en-us/fabric/enterprise/metrics-app-install?tabs=1st"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zure.microsoft.com/en-us/pricing/details/microsoft-fabric/#pricing"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E017B-1703-FAE0-963B-A872FF36A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8C013-C586-6F75-4484-4B999B7AD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5F174-BA68-F0FC-EED2-0A1069E67CEE}"/>
              </a:ext>
            </a:extLst>
          </p:cNvPr>
          <p:cNvSpPr>
            <a:spLocks noGrp="1"/>
          </p:cNvSpPr>
          <p:nvPr>
            <p:ph type="body" idx="1"/>
          </p:nvPr>
        </p:nvSpPr>
        <p:spPr/>
        <p:txBody>
          <a:bodyPr/>
          <a:lstStyle/>
          <a:p>
            <a:r>
              <a:rPr lang="en-US" dirty="0">
                <a:hlinkClick r:id="rId3"/>
              </a:rPr>
              <a:t>Top 10 Dyslexia-Friendly Fonts for 2026 | </a:t>
            </a:r>
            <a:r>
              <a:rPr lang="en-US" dirty="0" err="1">
                <a:hlinkClick r:id="rId3"/>
              </a:rPr>
              <a:t>TypeSmith</a:t>
            </a:r>
            <a:r>
              <a:rPr lang="en-US" dirty="0">
                <a:hlinkClick r:id="rId3"/>
              </a:rPr>
              <a:t> | </a:t>
            </a:r>
            <a:r>
              <a:rPr lang="en-US" dirty="0" err="1">
                <a:hlinkClick r:id="rId3"/>
              </a:rPr>
              <a:t>TypeSmith</a:t>
            </a:r>
            <a:endParaRPr lang="en-US" dirty="0"/>
          </a:p>
          <a:p>
            <a:r>
              <a:rPr lang="en-US" dirty="0"/>
              <a:t>Download the font from </a:t>
            </a:r>
            <a:r>
              <a:rPr lang="en-US" dirty="0">
                <a:hlinkClick r:id="rId4"/>
              </a:rPr>
              <a:t>Atkinson Hyperlegible - Google Fonts</a:t>
            </a:r>
            <a:r>
              <a:rPr lang="en-US" dirty="0"/>
              <a:t> </a:t>
            </a:r>
          </a:p>
          <a:p>
            <a:r>
              <a:rPr lang="en-US" dirty="0"/>
              <a:t>Extract the files</a:t>
            </a:r>
          </a:p>
          <a:p>
            <a:r>
              <a:rPr lang="en-US" dirty="0"/>
              <a:t>Go to computer settings &gt; personalization &gt; fonts and drop in the files</a:t>
            </a:r>
          </a:p>
          <a:p>
            <a:r>
              <a:rPr lang="en-US" dirty="0"/>
              <a:t>Navigate to Power Point Master Slide</a:t>
            </a:r>
          </a:p>
          <a:p>
            <a:r>
              <a:rPr lang="en-US" dirty="0"/>
              <a:t>Change the font to use Open Dyslexic for the headers and body</a:t>
            </a:r>
          </a:p>
          <a:p>
            <a:r>
              <a:rPr lang="en-US" dirty="0"/>
              <a:t>Done!</a:t>
            </a:r>
          </a:p>
          <a:p>
            <a:endParaRPr lang="en-US" dirty="0"/>
          </a:p>
          <a:p>
            <a:r>
              <a:rPr lang="en-US" sz="1200" b="0" i="0" kern="1200" dirty="0">
                <a:solidFill>
                  <a:schemeClr val="tx1"/>
                </a:solidFill>
                <a:effectLst/>
                <a:latin typeface="+mn-lt"/>
                <a:ea typeface="+mn-ea"/>
                <a:cs typeface="+mn-cs"/>
              </a:rPr>
              <a:t>Atkinson Hyperlegible uses exaggerated asymmetry between mirrored letter pairs (b/d, p/q) and uniquely shaped terminals that prevent letter confusion. </a:t>
            </a:r>
          </a:p>
          <a:p>
            <a:r>
              <a:rPr lang="en-US" sz="1200" b="0" i="0" kern="1200" dirty="0">
                <a:solidFill>
                  <a:schemeClr val="tx1"/>
                </a:solidFill>
                <a:effectLst/>
                <a:latin typeface="+mn-lt"/>
                <a:ea typeface="+mn-ea"/>
                <a:cs typeface="+mn-cs"/>
              </a:rPr>
              <a:t>Its design by the Braille Institute incorporates research on visual processing differences to minimize misrecognition at any size.</a:t>
            </a:r>
            <a:endParaRPr lang="en-US" dirty="0"/>
          </a:p>
        </p:txBody>
      </p:sp>
      <p:sp>
        <p:nvSpPr>
          <p:cNvPr id="4" name="Slide Number Placeholder 3">
            <a:extLst>
              <a:ext uri="{FF2B5EF4-FFF2-40B4-BE49-F238E27FC236}">
                <a16:creationId xmlns:a16="http://schemas.microsoft.com/office/drawing/2014/main" id="{0C52C316-4A8D-9F4A-46AD-B3172B689484}"/>
              </a:ext>
            </a:extLst>
          </p:cNvPr>
          <p:cNvSpPr>
            <a:spLocks noGrp="1"/>
          </p:cNvSpPr>
          <p:nvPr>
            <p:ph type="sldNum" sz="quarter" idx="5"/>
          </p:nvPr>
        </p:nvSpPr>
        <p:spPr/>
        <p:txBody>
          <a:bodyPr/>
          <a:lstStyle/>
          <a:p>
            <a:fld id="{0C2C13D3-B291-44D2-95AA-8F8B205FDB45}" type="slidenum">
              <a:rPr lang="en-US" smtClean="0"/>
              <a:t>1</a:t>
            </a:fld>
            <a:endParaRPr lang="en-US"/>
          </a:p>
        </p:txBody>
      </p:sp>
    </p:spTree>
    <p:extLst>
      <p:ext uri="{BB962C8B-B14F-4D97-AF65-F5344CB8AC3E}">
        <p14:creationId xmlns:p14="http://schemas.microsoft.com/office/powerpoint/2010/main" val="1508963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E9B04-E0C3-969F-1B37-397E9B1D5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325D3-7D7F-FD89-7906-21D87473D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89A4BD-A897-FA43-D72D-71921508598C}"/>
              </a:ext>
            </a:extLst>
          </p:cNvPr>
          <p:cNvSpPr>
            <a:spLocks noGrp="1"/>
          </p:cNvSpPr>
          <p:nvPr>
            <p:ph type="body" idx="1"/>
          </p:nvPr>
        </p:nvSpPr>
        <p:spPr/>
        <p:txBody>
          <a:bodyPr/>
          <a:lstStyle/>
          <a:p>
            <a:r>
              <a:rPr lang="en-US" dirty="0"/>
              <a:t>Key point: Fabric is not a brand-new product from scratch. It's the unification of services most attendees already use (Power BI, Data Factory, Synapse). OneLake is the big differentiator: single storage layer.</a:t>
            </a:r>
          </a:p>
        </p:txBody>
      </p:sp>
      <p:sp>
        <p:nvSpPr>
          <p:cNvPr id="4" name="Slide Number Placeholder 3">
            <a:extLst>
              <a:ext uri="{FF2B5EF4-FFF2-40B4-BE49-F238E27FC236}">
                <a16:creationId xmlns:a16="http://schemas.microsoft.com/office/drawing/2014/main" id="{72711807-54A1-5631-8AD5-E1BD3DD8261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60913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Fabric is not a brand-new product from scratch. It's the unification of services most attendees already use (Power BI, Data Factory, Synapse). OneLake is the big differentiator: single storage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Microsoft Fabric concepts - Microsoft Fabric | Microsoft Learn</a:t>
            </a:r>
            <a:br>
              <a:rPr lang="en-US" dirty="0"/>
            </a:br>
            <a:r>
              <a:rPr lang="en-US" dirty="0">
                <a:hlinkClick r:id="rId4"/>
              </a:rPr>
              <a:t>Your Ultimate Guide to Microsoft Fabric Pricing and Licensing</a:t>
            </a:r>
            <a:endParaRPr lang="en-US" dirty="0"/>
          </a:p>
          <a:p>
            <a:r>
              <a:rPr lang="en-US" dirty="0">
                <a:hlinkClick r:id="rId5"/>
              </a:rPr>
              <a:t>Power BI Premium Per User - Power BI | Microsoft Learn</a:t>
            </a:r>
            <a:endParaRPr lang="en-US" dirty="0"/>
          </a:p>
          <a:p>
            <a:r>
              <a:rPr lang="en-US" dirty="0">
                <a:hlinkClick r:id="rId6"/>
              </a:rPr>
              <a:t>What Is a Microsoft Tenant? Tenant Core Concepts Explained</a:t>
            </a:r>
            <a:endParaRPr lang="en-US" dirty="0"/>
          </a:p>
        </p:txBody>
      </p:sp>
      <p:sp>
        <p:nvSpPr>
          <p:cNvPr id="4" name="Slide Number Placeholder 3"/>
          <p:cNvSpPr>
            <a:spLocks noGrp="1"/>
          </p:cNvSpPr>
          <p:nvPr>
            <p:ph type="sldNum" sz="quarter" idx="5"/>
          </p:nvPr>
        </p:nvSpPr>
        <p:spPr/>
        <p:txBody>
          <a:bodyPr/>
          <a:lstStyle/>
          <a:p>
            <a:fld id="{58BA35C1-8278-9748-8225-80C021D66BB2}" type="slidenum">
              <a:rPr lang="en-US" smtClean="0"/>
              <a:t>7</a:t>
            </a:fld>
            <a:endParaRPr lang="en-US"/>
          </a:p>
        </p:txBody>
      </p:sp>
    </p:spTree>
    <p:extLst>
      <p:ext uri="{BB962C8B-B14F-4D97-AF65-F5344CB8AC3E}">
        <p14:creationId xmlns:p14="http://schemas.microsoft.com/office/powerpoint/2010/main" val="2665802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2C560-7C41-08A6-487B-B8BE661CA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9E14B-B924-FAD1-1226-51B86D149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5F9F5-B927-36BF-8022-6F5460522DF0}"/>
              </a:ext>
            </a:extLst>
          </p:cNvPr>
          <p:cNvSpPr>
            <a:spLocks noGrp="1"/>
          </p:cNvSpPr>
          <p:nvPr>
            <p:ph type="body" idx="1"/>
          </p:nvPr>
        </p:nvSpPr>
        <p:spPr/>
        <p:txBody>
          <a:bodyPr/>
          <a:lstStyle/>
          <a:p>
            <a:r>
              <a:rPr lang="en-US" dirty="0">
                <a:hlinkClick r:id="rId3"/>
              </a:rPr>
              <a:t>Microsoft Fabric concepts - Microsoft Fabric | Microsoft Learn</a:t>
            </a:r>
            <a:br>
              <a:rPr lang="en-US" dirty="0"/>
            </a:br>
            <a:r>
              <a:rPr lang="en-US" dirty="0">
                <a:hlinkClick r:id="rId4"/>
              </a:rPr>
              <a:t>Your Ultimate Guide to Microsoft Fabric Pricing and Licensing</a:t>
            </a:r>
            <a:endParaRPr lang="en-US" dirty="0"/>
          </a:p>
          <a:p>
            <a:r>
              <a:rPr lang="en-US" dirty="0">
                <a:hlinkClick r:id="rId5"/>
              </a:rPr>
              <a:t>Power BI Premium Per User - Power BI | Microsoft Learn</a:t>
            </a:r>
            <a:endParaRPr lang="en-US" dirty="0"/>
          </a:p>
        </p:txBody>
      </p:sp>
      <p:sp>
        <p:nvSpPr>
          <p:cNvPr id="4" name="Slide Number Placeholder 3">
            <a:extLst>
              <a:ext uri="{FF2B5EF4-FFF2-40B4-BE49-F238E27FC236}">
                <a16:creationId xmlns:a16="http://schemas.microsoft.com/office/drawing/2014/main" id="{A85EBDEC-39CB-3512-129E-4AC38DBC3863}"/>
              </a:ext>
            </a:extLst>
          </p:cNvPr>
          <p:cNvSpPr>
            <a:spLocks noGrp="1"/>
          </p:cNvSpPr>
          <p:nvPr>
            <p:ph type="sldNum" sz="quarter" idx="5"/>
          </p:nvPr>
        </p:nvSpPr>
        <p:spPr/>
        <p:txBody>
          <a:bodyPr/>
          <a:lstStyle/>
          <a:p>
            <a:fld id="{58BA35C1-8278-9748-8225-80C021D66BB2}" type="slidenum">
              <a:rPr lang="en-US" smtClean="0"/>
              <a:t>8</a:t>
            </a:fld>
            <a:endParaRPr lang="en-US"/>
          </a:p>
        </p:txBody>
      </p:sp>
    </p:spTree>
    <p:extLst>
      <p:ext uri="{BB962C8B-B14F-4D97-AF65-F5344CB8AC3E}">
        <p14:creationId xmlns:p14="http://schemas.microsoft.com/office/powerpoint/2010/main" val="2947953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43E1E-6B54-FA67-2A91-EC461EEFB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97D91-0F85-E00F-0E72-3530E658E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C792AE-E762-C61A-A300-E29007B9785C}"/>
              </a:ext>
            </a:extLst>
          </p:cNvPr>
          <p:cNvSpPr>
            <a:spLocks noGrp="1"/>
          </p:cNvSpPr>
          <p:nvPr>
            <p:ph type="body" idx="1"/>
          </p:nvPr>
        </p:nvSpPr>
        <p:spPr/>
        <p:txBody>
          <a:bodyPr/>
          <a:lstStyle/>
          <a:p>
            <a:r>
              <a:rPr lang="en-US" dirty="0">
                <a:hlinkClick r:id="rId3"/>
              </a:rPr>
              <a:t>Microsoft Fabric concepts - Microsoft Fabric | Microsoft Learn</a:t>
            </a:r>
            <a:br>
              <a:rPr lang="en-US" dirty="0"/>
            </a:br>
            <a:r>
              <a:rPr lang="en-US" dirty="0"/>
              <a:t>Pro workspaces allow for 10 GB size datasets, only 8 refreshes a day. </a:t>
            </a:r>
          </a:p>
          <a:p>
            <a:r>
              <a:rPr lang="en-US" dirty="0"/>
              <a:t>PPU workspaces allow for 100 GB size datasets, 48 refreshes a day, advanced dataflow features, deployment pipelines, </a:t>
            </a:r>
            <a:r>
              <a:rPr lang="en-US" dirty="0" err="1"/>
              <a:t>xmla</a:t>
            </a:r>
            <a:r>
              <a:rPr lang="en-US" dirty="0"/>
              <a:t> connectivity, page refresh, incremental refresh.</a:t>
            </a:r>
          </a:p>
          <a:p>
            <a:endParaRPr lang="en-US" dirty="0"/>
          </a:p>
        </p:txBody>
      </p:sp>
      <p:sp>
        <p:nvSpPr>
          <p:cNvPr id="4" name="Slide Number Placeholder 3">
            <a:extLst>
              <a:ext uri="{FF2B5EF4-FFF2-40B4-BE49-F238E27FC236}">
                <a16:creationId xmlns:a16="http://schemas.microsoft.com/office/drawing/2014/main" id="{2A9AFEF1-C60A-36FC-9207-966ADDF9B8F2}"/>
              </a:ext>
            </a:extLst>
          </p:cNvPr>
          <p:cNvSpPr>
            <a:spLocks noGrp="1"/>
          </p:cNvSpPr>
          <p:nvPr>
            <p:ph type="sldNum" sz="quarter" idx="5"/>
          </p:nvPr>
        </p:nvSpPr>
        <p:spPr/>
        <p:txBody>
          <a:bodyPr/>
          <a:lstStyle/>
          <a:p>
            <a:fld id="{58BA35C1-8278-9748-8225-80C021D66BB2}" type="slidenum">
              <a:rPr lang="en-US" smtClean="0"/>
              <a:t>10</a:t>
            </a:fld>
            <a:endParaRPr lang="en-US"/>
          </a:p>
        </p:txBody>
      </p:sp>
    </p:spTree>
    <p:extLst>
      <p:ext uri="{BB962C8B-B14F-4D97-AF65-F5344CB8AC3E}">
        <p14:creationId xmlns:p14="http://schemas.microsoft.com/office/powerpoint/2010/main" val="3363060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data engineers on the MS stack already have the left column covered. The right column is the growth area — PySpark and Delta Lake are the biggest learning curves.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 devs — this is the biggest audience segment. DirectLake is the headline feature for them. Mention that their Power BI skills transfer directly.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Faster pass on these two since they're smaller audience segments. The admin mention here tees up the capacity section. '171+ tenant settings' is a good hook — gets a reaction.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Tenant Setting Index: </a:t>
            </a:r>
            <a:r>
              <a:rPr lang="en-US" dirty="0">
                <a:hlinkClick r:id="rId3"/>
              </a:rPr>
              <a:t>Tenant settings index - Microsoft Fabric | Microsoft Learn</a:t>
            </a:r>
            <a:endParaRPr lang="en-US" dirty="0"/>
          </a:p>
          <a:p>
            <a:r>
              <a:rPr lang="en-US" dirty="0"/>
              <a:t>Easier to grab via the markdown file (click the three dots next to the title on the page then hit copy markdown)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96E3F-E88E-3E13-18C6-47E629C5F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D9C30-ACA5-7200-2702-987794821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A277B-07A8-D36E-4A02-C26C9F71CAE1}"/>
              </a:ext>
            </a:extLst>
          </p:cNvPr>
          <p:cNvSpPr>
            <a:spLocks noGrp="1"/>
          </p:cNvSpPr>
          <p:nvPr>
            <p:ph type="body" idx="1"/>
          </p:nvPr>
        </p:nvSpPr>
        <p:spPr/>
        <p:txBody>
          <a:bodyPr/>
          <a:lstStyle/>
          <a:p>
            <a:r>
              <a:rPr lang="en-US" dirty="0"/>
              <a:t>Tenant Setting Index: </a:t>
            </a:r>
            <a:r>
              <a:rPr lang="en-US" dirty="0">
                <a:hlinkClick r:id="rId3"/>
              </a:rPr>
              <a:t>Tenant settings index - Microsoft Fabric | Microsoft Learn</a:t>
            </a:r>
            <a:endParaRPr lang="en-US" dirty="0"/>
          </a:p>
          <a:p>
            <a:r>
              <a:rPr lang="en-US" dirty="0"/>
              <a:t>Easier to grab via the markdown file (click the three dots next to the title on the page then hit copy markdown)</a:t>
            </a:r>
          </a:p>
        </p:txBody>
      </p:sp>
      <p:sp>
        <p:nvSpPr>
          <p:cNvPr id="4" name="Slide Number Placeholder 3">
            <a:extLst>
              <a:ext uri="{FF2B5EF4-FFF2-40B4-BE49-F238E27FC236}">
                <a16:creationId xmlns:a16="http://schemas.microsoft.com/office/drawing/2014/main" id="{3B8A7501-BDF1-8496-105E-E85176F6823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45164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5F774-4537-861C-0A50-A63379374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E0EFC-F7B7-CA00-8952-1922718C5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A9E619-A88D-858A-9904-40E148CA8D5D}"/>
              </a:ext>
            </a:extLst>
          </p:cNvPr>
          <p:cNvSpPr>
            <a:spLocks noGrp="1"/>
          </p:cNvSpPr>
          <p:nvPr>
            <p:ph type="body" idx="1"/>
          </p:nvPr>
        </p:nvSpPr>
        <p:spPr/>
        <p:txBody>
          <a:bodyPr/>
          <a:lstStyle/>
          <a:p>
            <a:r>
              <a:rPr lang="en-US" dirty="0"/>
              <a:t>Tenant Setting Index: </a:t>
            </a:r>
            <a:r>
              <a:rPr lang="en-US" dirty="0">
                <a:hlinkClick r:id="rId3"/>
              </a:rPr>
              <a:t>Tenant settings index - Microsoft Fabric | Microsoft Learn</a:t>
            </a:r>
            <a:endParaRPr lang="en-US" dirty="0"/>
          </a:p>
          <a:p>
            <a:r>
              <a:rPr lang="en-US" dirty="0"/>
              <a:t>Easier to grab via the markdown file (click the three dots next to the title on the page then hit copy markdown)</a:t>
            </a:r>
          </a:p>
        </p:txBody>
      </p:sp>
      <p:sp>
        <p:nvSpPr>
          <p:cNvPr id="4" name="Slide Number Placeholder 3">
            <a:extLst>
              <a:ext uri="{FF2B5EF4-FFF2-40B4-BE49-F238E27FC236}">
                <a16:creationId xmlns:a16="http://schemas.microsoft.com/office/drawing/2014/main" id="{C7A26EC6-10AC-3B12-DCB3-C79FC61A58A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41401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8FB24-BA08-163E-B1AD-16F12484D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199AD-4B3E-AAFC-2582-638ABF832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30960-117C-9753-C557-CB891EB5ED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B9A052-AC6D-ACC2-5201-EE364620A324}"/>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958576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3DFFB-24F3-3420-5F71-A2BBE0CE9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21C68-B1C0-A858-5310-9913BDB75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25731-6B17-2D23-A83D-F1068CF6E330}"/>
              </a:ext>
            </a:extLst>
          </p:cNvPr>
          <p:cNvSpPr>
            <a:spLocks noGrp="1"/>
          </p:cNvSpPr>
          <p:nvPr>
            <p:ph type="body" idx="1"/>
          </p:nvPr>
        </p:nvSpPr>
        <p:spPr/>
        <p:txBody>
          <a:bodyPr/>
          <a:lstStyle/>
          <a:p>
            <a:r>
              <a:rPr lang="en-US" dirty="0">
                <a:hlinkClick r:id="rId3"/>
              </a:rPr>
              <a:t>Install the Microsoft Fabric capacity metrics app - Microsoft Fabric | Microsoft Learn</a:t>
            </a:r>
            <a:endParaRPr lang="en-US" dirty="0"/>
          </a:p>
          <a:p>
            <a:r>
              <a:rPr lang="en-US" dirty="0"/>
              <a:t>F8 allows for multiple spark sessions at a time for notebooks. This allows more than one developer to be working in a notebook at once. </a:t>
            </a:r>
          </a:p>
          <a:p>
            <a:r>
              <a:rPr lang="en-US" dirty="0"/>
              <a:t>F16 has proven to be a good SKU for ingesting multiple data sources into Fabric using a metadata driven approach. </a:t>
            </a:r>
          </a:p>
          <a:p>
            <a:r>
              <a:rPr lang="en-US" dirty="0"/>
              <a:t>F64 unlocks more capabilities, but those are not unlocked with a F64 reservation, only with a F64 capacity. </a:t>
            </a:r>
          </a:p>
        </p:txBody>
      </p:sp>
      <p:sp>
        <p:nvSpPr>
          <p:cNvPr id="4" name="Slide Number Placeholder 3">
            <a:extLst>
              <a:ext uri="{FF2B5EF4-FFF2-40B4-BE49-F238E27FC236}">
                <a16:creationId xmlns:a16="http://schemas.microsoft.com/office/drawing/2014/main" id="{20FE71EA-5EE7-E9BA-9D7B-13AAA6B7F6DD}"/>
              </a:ext>
            </a:extLst>
          </p:cNvPr>
          <p:cNvSpPr>
            <a:spLocks noGrp="1"/>
          </p:cNvSpPr>
          <p:nvPr>
            <p:ph type="sldNum" sz="quarter" idx="5"/>
          </p:nvPr>
        </p:nvSpPr>
        <p:spPr/>
        <p:txBody>
          <a:bodyPr/>
          <a:lstStyle/>
          <a:p>
            <a:fld id="{58BA35C1-8278-9748-8225-80C021D66BB2}" type="slidenum">
              <a:rPr lang="en-US" smtClean="0"/>
              <a:t>21</a:t>
            </a:fld>
            <a:endParaRPr lang="en-US"/>
          </a:p>
        </p:txBody>
      </p:sp>
    </p:spTree>
    <p:extLst>
      <p:ext uri="{BB962C8B-B14F-4D97-AF65-F5344CB8AC3E}">
        <p14:creationId xmlns:p14="http://schemas.microsoft.com/office/powerpoint/2010/main" val="25462710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6855-20C9-BDB7-CD58-064752194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DAF2A-A24D-1D0E-E5D9-2B2CDAE22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57666-6E28-EB4B-73CD-47FA8C0873A6}"/>
              </a:ext>
            </a:extLst>
          </p:cNvPr>
          <p:cNvSpPr>
            <a:spLocks noGrp="1"/>
          </p:cNvSpPr>
          <p:nvPr>
            <p:ph type="body" idx="1"/>
          </p:nvPr>
        </p:nvSpPr>
        <p:spPr/>
        <p:txBody>
          <a:bodyPr/>
          <a:lstStyle/>
          <a:p>
            <a:endParaRPr lang="en-US" sz="1200" dirty="0"/>
          </a:p>
          <a:p>
            <a:r>
              <a:rPr lang="en-US" dirty="0"/>
              <a:t>https://learn.microsoft.com/en-us/azure/cost-management-billing/reservations/fabric-capacity#cancel-exchange-or-refund-reservations </a:t>
            </a:r>
          </a:p>
          <a:p>
            <a:endParaRPr lang="en-US" dirty="0"/>
          </a:p>
        </p:txBody>
      </p:sp>
      <p:sp>
        <p:nvSpPr>
          <p:cNvPr id="4" name="Slide Number Placeholder 3">
            <a:extLst>
              <a:ext uri="{FF2B5EF4-FFF2-40B4-BE49-F238E27FC236}">
                <a16:creationId xmlns:a16="http://schemas.microsoft.com/office/drawing/2014/main" id="{B2EEFB15-D2F8-E8DD-D4DF-FE7829ADAC45}"/>
              </a:ext>
            </a:extLst>
          </p:cNvPr>
          <p:cNvSpPr>
            <a:spLocks noGrp="1"/>
          </p:cNvSpPr>
          <p:nvPr>
            <p:ph type="sldNum" sz="quarter" idx="5"/>
          </p:nvPr>
        </p:nvSpPr>
        <p:spPr/>
        <p:txBody>
          <a:bodyPr/>
          <a:lstStyle/>
          <a:p>
            <a:fld id="{58BA35C1-8278-9748-8225-80C021D66BB2}" type="slidenum">
              <a:rPr lang="en-US" smtClean="0"/>
              <a:t>22</a:t>
            </a:fld>
            <a:endParaRPr lang="en-US"/>
          </a:p>
        </p:txBody>
      </p:sp>
    </p:spTree>
    <p:extLst>
      <p:ext uri="{BB962C8B-B14F-4D97-AF65-F5344CB8AC3E}">
        <p14:creationId xmlns:p14="http://schemas.microsoft.com/office/powerpoint/2010/main" val="31043784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2EF5A-C62C-FA71-82BF-6AAEB84CB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52362-A1B8-EBB5-02C0-E9E6C88FA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757A92-DA95-CE90-1D13-D19E5F22D1EC}"/>
              </a:ext>
            </a:extLst>
          </p:cNvPr>
          <p:cNvSpPr>
            <a:spLocks noGrp="1"/>
          </p:cNvSpPr>
          <p:nvPr>
            <p:ph type="body" idx="1"/>
          </p:nvPr>
        </p:nvSpPr>
        <p:spPr/>
        <p:txBody>
          <a:bodyPr/>
          <a:lstStyle/>
          <a:p>
            <a:r>
              <a:rPr lang="en-US" dirty="0">
                <a:hlinkClick r:id="rId3"/>
              </a:rPr>
              <a:t>Microsoft Fabric - Pricing | Microsoft Azure</a:t>
            </a:r>
            <a:endParaRPr lang="en-US" dirty="0"/>
          </a:p>
          <a:p>
            <a:endParaRPr lang="en-US" dirty="0"/>
          </a:p>
          <a:p>
            <a:r>
              <a:rPr lang="en-US" dirty="0"/>
              <a:t>Breakeven points:</a:t>
            </a:r>
          </a:p>
          <a:p>
            <a:pPr marL="0" indent="0">
              <a:buFont typeface="Arial" panose="020B0604020202020204" pitchFamily="34" charset="0"/>
              <a:buNone/>
            </a:pPr>
            <a:r>
              <a:rPr lang="en-US" sz="1200" dirty="0"/>
              <a:t>F64 = 358 pro licenses = 209 </a:t>
            </a:r>
            <a:r>
              <a:rPr lang="en-US" sz="1200" dirty="0" err="1"/>
              <a:t>ppu</a:t>
            </a:r>
            <a:r>
              <a:rPr lang="en-US" sz="1200" dirty="0"/>
              <a:t> licenses</a:t>
            </a:r>
          </a:p>
          <a:p>
            <a:pPr marL="0" indent="0">
              <a:buFont typeface="Arial" panose="020B0604020202020204" pitchFamily="34" charset="0"/>
              <a:buNone/>
            </a:pPr>
            <a:r>
              <a:rPr lang="en-US" sz="1200" dirty="0"/>
              <a:t>730 hours FSKU reserved (a month) =  434 hours FSKU pay-as-you-go (18 days) </a:t>
            </a:r>
          </a:p>
          <a:p>
            <a:pPr marL="0" indent="0">
              <a:buFont typeface="Arial" panose="020B0604020202020204" pitchFamily="34" charset="0"/>
              <a:buNone/>
            </a:pPr>
            <a:endParaRPr lang="en-US" sz="1200" dirty="0"/>
          </a:p>
          <a:p>
            <a:pPr marL="0" indent="0">
              <a:buFont typeface="Arial" panose="020B0604020202020204" pitchFamily="34" charset="0"/>
              <a:buNone/>
            </a:pPr>
            <a:r>
              <a:rPr lang="en-US" sz="1200" dirty="0"/>
              <a:t>If you only need capacity for &lt;14 hours a day, pay-as you-go is the best option</a:t>
            </a:r>
          </a:p>
          <a:p>
            <a:endParaRPr lang="en-US" dirty="0"/>
          </a:p>
        </p:txBody>
      </p:sp>
      <p:sp>
        <p:nvSpPr>
          <p:cNvPr id="4" name="Slide Number Placeholder 3">
            <a:extLst>
              <a:ext uri="{FF2B5EF4-FFF2-40B4-BE49-F238E27FC236}">
                <a16:creationId xmlns:a16="http://schemas.microsoft.com/office/drawing/2014/main" id="{3398A052-8EB5-CB9F-0902-C84B6C15BCEE}"/>
              </a:ext>
            </a:extLst>
          </p:cNvPr>
          <p:cNvSpPr>
            <a:spLocks noGrp="1"/>
          </p:cNvSpPr>
          <p:nvPr>
            <p:ph type="sldNum" sz="quarter" idx="5"/>
          </p:nvPr>
        </p:nvSpPr>
        <p:spPr/>
        <p:txBody>
          <a:bodyPr/>
          <a:lstStyle/>
          <a:p>
            <a:fld id="{58BA35C1-8278-9748-8225-80C021D66BB2}" type="slidenum">
              <a:rPr lang="en-US" smtClean="0"/>
              <a:t>23</a:t>
            </a:fld>
            <a:endParaRPr lang="en-US"/>
          </a:p>
        </p:txBody>
      </p:sp>
    </p:spTree>
    <p:extLst>
      <p:ext uri="{BB962C8B-B14F-4D97-AF65-F5344CB8AC3E}">
        <p14:creationId xmlns:p14="http://schemas.microsoft.com/office/powerpoint/2010/main" val="3540435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BA35C1-8278-9748-8225-80C021D66BB2}" type="slidenum">
              <a:rPr lang="en-US" smtClean="0"/>
              <a:t>24</a:t>
            </a:fld>
            <a:endParaRPr lang="en-US"/>
          </a:p>
        </p:txBody>
      </p:sp>
    </p:spTree>
    <p:extLst>
      <p:ext uri="{BB962C8B-B14F-4D97-AF65-F5344CB8AC3E}">
        <p14:creationId xmlns:p14="http://schemas.microsoft.com/office/powerpoint/2010/main" val="4010863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BF4F-5256-E8BB-B7F3-994A7BCAD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94768-6D14-3D8E-0D76-9A0562017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D3F4F-888F-C0CA-3210-32ADFED2DB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515C86-813C-CF46-DD82-1C7E543BF314}"/>
              </a:ext>
            </a:extLst>
          </p:cNvPr>
          <p:cNvSpPr>
            <a:spLocks noGrp="1"/>
          </p:cNvSpPr>
          <p:nvPr>
            <p:ph type="sldNum" sz="quarter" idx="5"/>
          </p:nvPr>
        </p:nvSpPr>
        <p:spPr/>
        <p:txBody>
          <a:bodyPr/>
          <a:lstStyle/>
          <a:p>
            <a:fld id="{0C2C13D3-B291-44D2-95AA-8F8B205FDB45}" type="slidenum">
              <a:rPr lang="en-US" smtClean="0"/>
              <a:t>25</a:t>
            </a:fld>
            <a:endParaRPr lang="en-US"/>
          </a:p>
        </p:txBody>
      </p:sp>
    </p:spTree>
    <p:extLst>
      <p:ext uri="{BB962C8B-B14F-4D97-AF65-F5344CB8AC3E}">
        <p14:creationId xmlns:p14="http://schemas.microsoft.com/office/powerpoint/2010/main" val="376708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2C13D3-B291-44D2-95AA-8F8B205FDB45}" type="slidenum">
              <a:rPr lang="en-US" smtClean="0"/>
              <a:t>26</a:t>
            </a:fld>
            <a:endParaRPr lang="en-US"/>
          </a:p>
        </p:txBody>
      </p:sp>
    </p:spTree>
    <p:extLst>
      <p:ext uri="{BB962C8B-B14F-4D97-AF65-F5344CB8AC3E}">
        <p14:creationId xmlns:p14="http://schemas.microsoft.com/office/powerpoint/2010/main" val="226032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936B-A28C-1A96-2381-A23072DF1DB4}"/>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5978032-CBC2-17AF-8475-0D33CAB70B88}"/>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137EBB5-F1E4-119A-DD99-CE9E784D1981}"/>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C559F3E4-6AED-C2C1-22CD-6DDF37FF0A90}"/>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3A67511-ADC3-08D3-1C96-595B954DC39D}"/>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56125168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E8FE2-1D11-C9BB-4769-50F159D33F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10C1D-8C1D-E41D-896E-AFEDECCA6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B4D424-5FE7-A9C9-0449-0A770C348AB0}"/>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750B0E69-3B14-7DDA-99FF-908BA5F68DD1}"/>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7FCAA6B6-7DB8-CBA4-FA58-5B136CED355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01334346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A54C-E0BB-9B2A-671F-D82E225B42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F187F9-6B3C-D7A8-E1DC-115DE531A5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F0942B-25D8-59D9-AB2A-662BD452BFB3}"/>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1B226278-764A-0F92-7100-CBDA0E72D4A5}"/>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BAC43A11-2135-7C94-3D70-D4463174B30E}"/>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815612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60A3-3D76-B6EB-ED61-B6A187F5F4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F76AA-8BFE-18BF-422A-C954F62FFC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1BA4C6-D0DE-F4E8-9F3F-710B6FDFBC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E927C0-DD26-DFA5-E0C9-559B12F06132}"/>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6" name="Footer Placeholder 5">
            <a:extLst>
              <a:ext uri="{FF2B5EF4-FFF2-40B4-BE49-F238E27FC236}">
                <a16:creationId xmlns:a16="http://schemas.microsoft.com/office/drawing/2014/main" id="{4F9E5FC7-F4B0-AED8-BE74-4688FD705013}"/>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FD400CAD-E7B9-6EEA-F476-FAF9D19D577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8397718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A497B-CD00-1E21-D503-C48003C586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3A4DA8-C321-24CF-2130-972E5AF5A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485477-42D0-8931-1243-28CEDE8CB4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EA838D-5752-53BB-C302-81B5A57B44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3D6A8A-FD6A-FAF8-3349-7211853807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40C4D-1EEC-4B8B-60D2-CE53F4895D2F}"/>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8" name="Footer Placeholder 7">
            <a:extLst>
              <a:ext uri="{FF2B5EF4-FFF2-40B4-BE49-F238E27FC236}">
                <a16:creationId xmlns:a16="http://schemas.microsoft.com/office/drawing/2014/main" id="{EFF76F80-8361-624D-BE87-0E4C70369F00}"/>
              </a:ext>
            </a:extLst>
          </p:cNvPr>
          <p:cNvSpPr>
            <a:spLocks noGrp="1"/>
          </p:cNvSpPr>
          <p:nvPr>
            <p:ph type="ftr" sz="quarter" idx="11"/>
          </p:nvPr>
        </p:nvSpPr>
        <p:spPr/>
        <p:txBody>
          <a:bodyPr/>
          <a:lstStyle/>
          <a:p>
            <a:r>
              <a:rPr lang="en-US"/>
              <a:t>| Presentation Title Goes Here</a:t>
            </a:r>
            <a:endParaRPr lang="en-US" dirty="0"/>
          </a:p>
        </p:txBody>
      </p:sp>
      <p:sp>
        <p:nvSpPr>
          <p:cNvPr id="9" name="Slide Number Placeholder 8">
            <a:extLst>
              <a:ext uri="{FF2B5EF4-FFF2-40B4-BE49-F238E27FC236}">
                <a16:creationId xmlns:a16="http://schemas.microsoft.com/office/drawing/2014/main" id="{14095192-C85F-66B8-F7F5-946B11817C18}"/>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118635672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C73F1-0C8A-BB78-70BE-BEF5C51A9C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565667-B36F-ABE7-D0C2-FED12A44AB6B}"/>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4" name="Footer Placeholder 3">
            <a:extLst>
              <a:ext uri="{FF2B5EF4-FFF2-40B4-BE49-F238E27FC236}">
                <a16:creationId xmlns:a16="http://schemas.microsoft.com/office/drawing/2014/main" id="{2461C30D-B797-0348-2377-952FA3C8437C}"/>
              </a:ext>
            </a:extLst>
          </p:cNvPr>
          <p:cNvSpPr>
            <a:spLocks noGrp="1"/>
          </p:cNvSpPr>
          <p:nvPr>
            <p:ph type="ftr" sz="quarter" idx="11"/>
          </p:nvPr>
        </p:nvSpPr>
        <p:spPr/>
        <p:txBody>
          <a:bodyPr/>
          <a:lstStyle/>
          <a:p>
            <a:r>
              <a:rPr lang="en-US"/>
              <a:t>| Presentation Title Goes Here</a:t>
            </a:r>
            <a:endParaRPr lang="en-US" dirty="0"/>
          </a:p>
        </p:txBody>
      </p:sp>
      <p:sp>
        <p:nvSpPr>
          <p:cNvPr id="5" name="Slide Number Placeholder 4">
            <a:extLst>
              <a:ext uri="{FF2B5EF4-FFF2-40B4-BE49-F238E27FC236}">
                <a16:creationId xmlns:a16="http://schemas.microsoft.com/office/drawing/2014/main" id="{0BEC6FAB-F92A-9A45-3823-03213ED969AF}"/>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43718405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76E47C-A774-A701-1858-FDDDFEED5A0C}"/>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3" name="Footer Placeholder 2">
            <a:extLst>
              <a:ext uri="{FF2B5EF4-FFF2-40B4-BE49-F238E27FC236}">
                <a16:creationId xmlns:a16="http://schemas.microsoft.com/office/drawing/2014/main" id="{E1F9C858-D4F6-0CF3-682C-3AC192F2B4DC}"/>
              </a:ext>
            </a:extLst>
          </p:cNvPr>
          <p:cNvSpPr>
            <a:spLocks noGrp="1"/>
          </p:cNvSpPr>
          <p:nvPr>
            <p:ph type="ftr" sz="quarter" idx="11"/>
          </p:nvPr>
        </p:nvSpPr>
        <p:spPr/>
        <p:txBody>
          <a:bodyPr/>
          <a:lstStyle/>
          <a:p>
            <a:r>
              <a:rPr lang="en-US"/>
              <a:t>| Presentation Title Goes Here</a:t>
            </a:r>
            <a:endParaRPr lang="en-US" dirty="0"/>
          </a:p>
        </p:txBody>
      </p:sp>
      <p:sp>
        <p:nvSpPr>
          <p:cNvPr id="4" name="Slide Number Placeholder 3">
            <a:extLst>
              <a:ext uri="{FF2B5EF4-FFF2-40B4-BE49-F238E27FC236}">
                <a16:creationId xmlns:a16="http://schemas.microsoft.com/office/drawing/2014/main" id="{3C89881C-16D8-60B0-A68D-3908D2AEDF82}"/>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6072870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0326-0548-4D72-9AD7-829ED8108D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2FA056-63B4-541B-2EAA-3918E38B7C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F113B2-8F9F-76CB-24A6-B8E68CF8FF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6FFE3D-B9AD-70A9-CAC2-4780DFF0549E}"/>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6" name="Footer Placeholder 5">
            <a:extLst>
              <a:ext uri="{FF2B5EF4-FFF2-40B4-BE49-F238E27FC236}">
                <a16:creationId xmlns:a16="http://schemas.microsoft.com/office/drawing/2014/main" id="{29835816-0555-80E6-A6C3-DF4B7B2F047E}"/>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A6819928-5761-43BB-1133-6AAC630F0F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2609705019"/>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D3C7-1E53-0AA0-2FFF-D31088CF9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A0A5E-EFB3-B7A4-0C90-89522A1DD8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0692035-1084-4AC5-BA26-CE4F8F86F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E00CD-18DD-749A-86D4-152CA9C4E4F4}"/>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6" name="Footer Placeholder 5">
            <a:extLst>
              <a:ext uri="{FF2B5EF4-FFF2-40B4-BE49-F238E27FC236}">
                <a16:creationId xmlns:a16="http://schemas.microsoft.com/office/drawing/2014/main" id="{C217A577-5634-E4A1-F9BE-AB24F8318E38}"/>
              </a:ext>
            </a:extLst>
          </p:cNvPr>
          <p:cNvSpPr>
            <a:spLocks noGrp="1"/>
          </p:cNvSpPr>
          <p:nvPr>
            <p:ph type="ftr" sz="quarter" idx="11"/>
          </p:nvPr>
        </p:nvSpPr>
        <p:spPr/>
        <p:txBody>
          <a:bodyPr/>
          <a:lstStyle/>
          <a:p>
            <a:r>
              <a:rPr lang="en-US"/>
              <a:t>| Presentation Title Goes Here</a:t>
            </a:r>
            <a:endParaRPr lang="en-US" dirty="0"/>
          </a:p>
        </p:txBody>
      </p:sp>
      <p:sp>
        <p:nvSpPr>
          <p:cNvPr id="7" name="Slide Number Placeholder 6">
            <a:extLst>
              <a:ext uri="{FF2B5EF4-FFF2-40B4-BE49-F238E27FC236}">
                <a16:creationId xmlns:a16="http://schemas.microsoft.com/office/drawing/2014/main" id="{1E639290-53C2-44F4-7123-42262B3CC4C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803244150"/>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5B169-1BEB-4423-E532-5842DE8C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1F9D34-67D8-4706-993C-2BC74A005A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A5E2C-C6C4-F9E5-72CC-58544437999C}"/>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E21ABECA-9F8E-C9F3-088C-BF7C26A5377C}"/>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05443473-F376-ABA2-DF25-4732CA36C164}"/>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80648389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A6FF99-3A97-0EDC-F194-43D6D0A875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E26A4F-DA34-5362-3A56-A7BBAB7694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544A2-C13B-43C4-D44B-340EB55FA9B5}"/>
              </a:ext>
            </a:extLst>
          </p:cNvPr>
          <p:cNvSpPr>
            <a:spLocks noGrp="1"/>
          </p:cNvSpPr>
          <p:nvPr>
            <p:ph type="dt" sz="half" idx="10"/>
          </p:nvPr>
        </p:nvSpPr>
        <p:spPr/>
        <p:txBody>
          <a:body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F5473F04-3778-D19D-1A5A-314AB0387704}"/>
              </a:ext>
            </a:extLst>
          </p:cNvPr>
          <p:cNvSpPr>
            <a:spLocks noGrp="1"/>
          </p:cNvSpPr>
          <p:nvPr>
            <p:ph type="ftr" sz="quarter" idx="11"/>
          </p:nvPr>
        </p:nvSpPr>
        <p:spPr/>
        <p:txBody>
          <a:body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FFF68A62-3E12-37BA-8280-A1E4C4DEE4AB}"/>
              </a:ext>
            </a:extLst>
          </p:cNvPr>
          <p:cNvSpPr>
            <a:spLocks noGrp="1"/>
          </p:cNvSpPr>
          <p:nvPr>
            <p:ph type="sldNum" sz="quarter" idx="12"/>
          </p:nvPr>
        </p:nvSpPr>
        <p:spPr/>
        <p:txBody>
          <a:body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55005241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180CB4B4-607F-7FA7-219F-61A5EACD211F}"/>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372637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a:t>DATE</a:t>
            </a:r>
            <a:endParaRPr lang="en-US" dirty="0"/>
          </a:p>
        </p:txBody>
      </p:sp>
      <p:sp>
        <p:nvSpPr>
          <p:cNvPr id="4" name="Date Placeholder 9">
            <a:extLst>
              <a:ext uri="{FF2B5EF4-FFF2-40B4-BE49-F238E27FC236}">
                <a16:creationId xmlns:a16="http://schemas.microsoft.com/office/drawing/2014/main" id="{7893F2CA-7CEB-500D-6636-67665110625B}"/>
              </a:ext>
            </a:extLst>
          </p:cNvPr>
          <p:cNvSpPr txBox="1">
            <a:spLocks/>
          </p:cNvSpPr>
          <p:nvPr/>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 name="Rectangle 2">
            <a:extLst>
              <a:ext uri="{FF2B5EF4-FFF2-40B4-BE49-F238E27FC236}">
                <a16:creationId xmlns:a16="http://schemas.microsoft.com/office/drawing/2014/main" id="{F4860AD1-628C-5C14-AEBC-34313B64085E}"/>
              </a:ext>
            </a:extLst>
          </p:cNvPr>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background with white lines&#10;&#10;Description automatically generated">
            <a:extLst>
              <a:ext uri="{FF2B5EF4-FFF2-40B4-BE49-F238E27FC236}">
                <a16:creationId xmlns:a16="http://schemas.microsoft.com/office/drawing/2014/main" id="{D2997697-FA8E-6E74-E918-1AE48E69A806}"/>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6" name="Date Placeholder 9">
            <a:extLst>
              <a:ext uri="{FF2B5EF4-FFF2-40B4-BE49-F238E27FC236}">
                <a16:creationId xmlns:a16="http://schemas.microsoft.com/office/drawing/2014/main" id="{45189008-83F1-431D-ABAA-DBB98190BF00}"/>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35375891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456158F5-66D2-DEB3-E0EA-C7DF86234B56}"/>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09F80B1-4101-AF52-20B8-321AC595ED0A}"/>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A877B07-CE2A-D05A-5E2A-936E29FBD7AB}"/>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582086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E21A491-0B03-FC23-CFE8-50F38CED1E84}"/>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8028398-9A95-6D82-C575-FEA4E7430A6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A449B84-02FE-E435-E567-A1E94E6DA70A}"/>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92743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a:t>Presentation Title Goes Here</a:t>
            </a:r>
            <a:endParaRPr lang="en-US" dirty="0"/>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F96C1EA1-DBE2-50D9-A5D1-0E82413F5D53}"/>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FC9EDFE-CE66-F6EA-5248-D8F753818E1F}"/>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D11B5F7-89F3-B48D-F5FE-B67279FF17C4}"/>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915D91C-2228-3000-E437-17DEF9412511}"/>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B1E7BE5-9E9F-1AFD-A0C8-C5C8C745D243}"/>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373321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15" name="Picture 14">
            <a:extLst>
              <a:ext uri="{FF2B5EF4-FFF2-40B4-BE49-F238E27FC236}">
                <a16:creationId xmlns:a16="http://schemas.microsoft.com/office/drawing/2014/main" id="{4E6FE7AA-7008-6F89-978E-8277D6F93235}"/>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6" name="TextBox 15">
            <a:extLst>
              <a:ext uri="{FF2B5EF4-FFF2-40B4-BE49-F238E27FC236}">
                <a16:creationId xmlns:a16="http://schemas.microsoft.com/office/drawing/2014/main" id="{155A75E3-7472-4D36-146F-07DE97BC90F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77334445"/>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a:t>Presentation Title Goes Here</a:t>
            </a:r>
            <a:endParaRPr lang="en-US" dirty="0"/>
          </a:p>
        </p:txBody>
      </p:sp>
      <p:sp>
        <p:nvSpPr>
          <p:cNvPr id="19" name="TextBox 18">
            <a:extLst>
              <a:ext uri="{FF2B5EF4-FFF2-40B4-BE49-F238E27FC236}">
                <a16:creationId xmlns:a16="http://schemas.microsoft.com/office/drawing/2014/main" id="{7FA3650B-F664-A8EA-3D76-9CB48A743F9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pic>
        <p:nvPicPr>
          <p:cNvPr id="3" name="Picture 2">
            <a:extLst>
              <a:ext uri="{FF2B5EF4-FFF2-40B4-BE49-F238E27FC236}">
                <a16:creationId xmlns:a16="http://schemas.microsoft.com/office/drawing/2014/main" id="{9EFB3FFC-AAA9-37B4-6626-17D178DAE7C6}"/>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564FBDF3-58E7-FF35-57F1-7CABC4BC34E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56097989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r>
              <a:rPr lang="en-US"/>
              <a:t>Click icon to add picture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7" name="Rectangle 6">
            <a:extLst>
              <a:ext uri="{FF2B5EF4-FFF2-40B4-BE49-F238E27FC236}">
                <a16:creationId xmlns:a16="http://schemas.microsoft.com/office/drawing/2014/main" id="{1990B889-0497-9F47-1692-ECB5AE589ECA}"/>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8745338"/>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1C89C98-0A1C-79BC-4180-B396A1A2D617}"/>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4430624"/>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2CFEE7E-FB78-B03C-5313-1A7D5CBF0C5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p:nvPicPr>
        <p:blipFill>
          <a:blip r:embed="rId3"/>
          <a:srcRect t="48053" r="50000" b="-4546"/>
          <a:stretch/>
        </p:blipFill>
        <p:spPr>
          <a:xfrm>
            <a:off x="10431745" y="0"/>
            <a:ext cx="1760256" cy="1988856"/>
          </a:xfrm>
          <a:prstGeom prst="rect">
            <a:avLst/>
          </a:prstGeom>
        </p:spPr>
      </p:pic>
      <p:pic>
        <p:nvPicPr>
          <p:cNvPr id="7" name="Picture 6">
            <a:extLst>
              <a:ext uri="{FF2B5EF4-FFF2-40B4-BE49-F238E27FC236}">
                <a16:creationId xmlns:a16="http://schemas.microsoft.com/office/drawing/2014/main" id="{90C88DDE-1BC8-65B0-4BB4-7AC76CF1D820}"/>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8" name="TextBox 7">
            <a:extLst>
              <a:ext uri="{FF2B5EF4-FFF2-40B4-BE49-F238E27FC236}">
                <a16:creationId xmlns:a16="http://schemas.microsoft.com/office/drawing/2014/main" id="{65F1F1CE-1777-F563-ECCD-02770FC08AC9}"/>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9" name="Picture 8" descr="A purple circle with black background&#10;&#10;Description automatically generated">
            <a:extLst>
              <a:ext uri="{FF2B5EF4-FFF2-40B4-BE49-F238E27FC236}">
                <a16:creationId xmlns:a16="http://schemas.microsoft.com/office/drawing/2014/main" id="{668408B4-22D1-50AE-6C5E-7AA71FF10149}"/>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73376227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DC2E77E3-C893-FC4F-C7E7-AECC757E9470}"/>
              </a:ext>
            </a:extLst>
          </p:cNvPr>
          <p:cNvPicPr>
            <a:picLocks noChangeAspect="1"/>
          </p:cNvPicPr>
          <p:nvPr userDrawn="1"/>
        </p:nvPicPr>
        <p:blipFill>
          <a:blip r:embed="rId2"/>
          <a:srcRect/>
          <a:stretch/>
        </p:blipFill>
        <p:spPr>
          <a:xfrm>
            <a:off x="10236201" y="6365323"/>
            <a:ext cx="1117599" cy="184284"/>
          </a:xfrm>
          <a:prstGeom prst="rect">
            <a:avLst/>
          </a:prstGeom>
        </p:spPr>
      </p:pic>
      <p:pic>
        <p:nvPicPr>
          <p:cNvPr id="7" name="Graphic 6">
            <a:extLst>
              <a:ext uri="{FF2B5EF4-FFF2-40B4-BE49-F238E27FC236}">
                <a16:creationId xmlns:a16="http://schemas.microsoft.com/office/drawing/2014/main" id="{37DC49F1-6367-FEAE-1411-7D26A5CC7BB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8" name="TextBox 7">
            <a:extLst>
              <a:ext uri="{FF2B5EF4-FFF2-40B4-BE49-F238E27FC236}">
                <a16:creationId xmlns:a16="http://schemas.microsoft.com/office/drawing/2014/main" id="{8F131B87-375C-15CD-9BA0-BA8795BA95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197915036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8A0A7825-7747-AD0C-3E66-419C01066D6C}"/>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624698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58077669-998F-D6CC-5057-5D6DBA2AED72}"/>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961120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p:nvPicPr>
        <p:blipFill>
          <a:blip r:embed="rId2"/>
          <a:srcRect/>
          <a:stretch/>
        </p:blipFill>
        <p:spPr>
          <a:xfrm>
            <a:off x="9498739" y="546088"/>
            <a:ext cx="1855061" cy="305887"/>
          </a:xfrm>
          <a:prstGeom prst="rect">
            <a:avLst/>
          </a:prstGeom>
        </p:spPr>
      </p:pic>
      <p:pic>
        <p:nvPicPr>
          <p:cNvPr id="2" name="Picture 1">
            <a:extLst>
              <a:ext uri="{FF2B5EF4-FFF2-40B4-BE49-F238E27FC236}">
                <a16:creationId xmlns:a16="http://schemas.microsoft.com/office/drawing/2014/main" id="{74652D5D-E3B3-D2D7-BE52-7CF1B871ADF1}"/>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828274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cxnSp>
        <p:nvCxnSpPr>
          <p:cNvPr id="3" name="Straight Connector 2">
            <a:extLst>
              <a:ext uri="{FF2B5EF4-FFF2-40B4-BE49-F238E27FC236}">
                <a16:creationId xmlns:a16="http://schemas.microsoft.com/office/drawing/2014/main" id="{4C21BDDB-2571-5B3D-3AC9-78AC4AC53507}"/>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D7A2B67A-8347-1719-D10E-995E23A0C9B3}"/>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19BDB04-8D47-06E9-E74F-12F616AC569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DC3C1DE-4859-BC43-A5EF-47A8CED08F2B}"/>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5847C48-39F4-40E5-C758-E0B75F6CA88C}"/>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A27EAF5-A175-B85C-23C7-632719BB3BAD}"/>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99D004E-BC31-BFB8-E327-FE1C31E8698D}"/>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15" name="TextBox 14">
            <a:extLst>
              <a:ext uri="{FF2B5EF4-FFF2-40B4-BE49-F238E27FC236}">
                <a16:creationId xmlns:a16="http://schemas.microsoft.com/office/drawing/2014/main" id="{4CB7ED4A-57DB-B3B1-68E0-292390A482F5}"/>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236537765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9" name="TextBox 8">
            <a:extLst>
              <a:ext uri="{FF2B5EF4-FFF2-40B4-BE49-F238E27FC236}">
                <a16:creationId xmlns:a16="http://schemas.microsoft.com/office/drawing/2014/main" id="{E9470619-9FC4-2DA6-C0D0-F26356E616A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769B57E6-774C-21AE-4C26-2382CAFB1483}"/>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4" name="TextBox 3">
            <a:extLst>
              <a:ext uri="{FF2B5EF4-FFF2-40B4-BE49-F238E27FC236}">
                <a16:creationId xmlns:a16="http://schemas.microsoft.com/office/drawing/2014/main" id="{8041199F-75D7-E6BE-F524-470E15EFDA7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13420264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a:t>Presentation Title Goes Here</a:t>
            </a:r>
            <a:endParaRPr lang="en-US" dirty="0"/>
          </a:p>
        </p:txBody>
      </p:sp>
      <p:sp>
        <p:nvSpPr>
          <p:cNvPr id="6" name="TextBox 5">
            <a:extLst>
              <a:ext uri="{FF2B5EF4-FFF2-40B4-BE49-F238E27FC236}">
                <a16:creationId xmlns:a16="http://schemas.microsoft.com/office/drawing/2014/main" id="{8F325F10-F4CA-B63D-3569-016E594138DB}"/>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r>
              <a:rPr lang="en-US"/>
              <a:t>Click icon to add picture</a:t>
            </a:r>
            <a:endParaRPr lang="en-US" dirty="0"/>
          </a:p>
        </p:txBody>
      </p:sp>
      <p:cxnSp>
        <p:nvCxnSpPr>
          <p:cNvPr id="5" name="Straight Connector 4">
            <a:extLst>
              <a:ext uri="{FF2B5EF4-FFF2-40B4-BE49-F238E27FC236}">
                <a16:creationId xmlns:a16="http://schemas.microsoft.com/office/drawing/2014/main" id="{FB7C0B57-8F8D-2992-849C-1DB0793193CE}"/>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2A97980-077E-F4BC-E0F2-FDCEBF8872C7}"/>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800E5FA-727A-1FE9-49EA-6ACDCDDC22F0}"/>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8E9ABCE-C273-F640-D86E-7D98BF018B32}"/>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508089F-8993-8206-C8F3-49BB857A5DA0}"/>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3D3B2490-C41F-ED5D-DBE0-DB6D4A8405A5}"/>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BADC82CD-A379-5F28-EF3C-E6970EF10986}"/>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24" name="TextBox 23">
            <a:extLst>
              <a:ext uri="{FF2B5EF4-FFF2-40B4-BE49-F238E27FC236}">
                <a16:creationId xmlns:a16="http://schemas.microsoft.com/office/drawing/2014/main" id="{173FCC2E-92ED-AA75-ACB5-E2EE8F6A6006}"/>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763220224"/>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4274AC09-B816-EB80-FC26-ED5BE9BC6424}"/>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C8A223CC-7047-D812-40BD-BF4399F8D57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476472D8-055F-DF69-E5C0-962936763D0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2290922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a:t>Presentation Title Goes Here</a:t>
            </a:r>
            <a:endParaRPr lang="en-US" dirty="0"/>
          </a:p>
        </p:txBody>
      </p:sp>
      <p:sp>
        <p:nvSpPr>
          <p:cNvPr id="5" name="TextBox 4">
            <a:extLst>
              <a:ext uri="{FF2B5EF4-FFF2-40B4-BE49-F238E27FC236}">
                <a16:creationId xmlns:a16="http://schemas.microsoft.com/office/drawing/2014/main" id="{6730ABEF-5300-57A8-7D1F-A79B33E06121}"/>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a:extLst>
              <a:ext uri="{FF2B5EF4-FFF2-40B4-BE49-F238E27FC236}">
                <a16:creationId xmlns:a16="http://schemas.microsoft.com/office/drawing/2014/main" id="{14ABCF8F-A1EE-400E-951C-E1BD0E137332}"/>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7" name="TextBox 6">
            <a:extLst>
              <a:ext uri="{FF2B5EF4-FFF2-40B4-BE49-F238E27FC236}">
                <a16:creationId xmlns:a16="http://schemas.microsoft.com/office/drawing/2014/main" id="{C421C3BE-1B49-B72B-9851-97689F89ACE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8474604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6AD33249-039D-AC22-0A89-43D02D29E3A4}"/>
              </a:ext>
            </a:extLst>
          </p:cNvPr>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505B6E0-AB40-E960-9235-BF4153697875}"/>
              </a:ext>
            </a:extLst>
          </p:cNvPr>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863B9B4D-A870-0BEB-A0B3-52CC747D2FDD}"/>
              </a:ext>
            </a:extLst>
          </p:cNvPr>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27E9E3A-AF92-3E1D-0EF9-6F03DFFDB6E7}"/>
              </a:ext>
            </a:extLst>
          </p:cNvPr>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CAB9828-DAF4-35BF-A049-7E2B47C35AD0}"/>
              </a:ext>
            </a:extLst>
          </p:cNvPr>
          <p:cNvPicPr>
            <a:picLocks noChangeAspect="1"/>
          </p:cNvPicPr>
          <p:nvPr userDrawn="1"/>
        </p:nvPicPr>
        <p:blipFill>
          <a:blip r:embed="rId2"/>
          <a:srcRect/>
          <a:stretch/>
        </p:blipFill>
        <p:spPr>
          <a:xfrm>
            <a:off x="10236204" y="6365323"/>
            <a:ext cx="1117593" cy="184284"/>
          </a:xfrm>
          <a:prstGeom prst="rect">
            <a:avLst/>
          </a:prstGeom>
        </p:spPr>
      </p:pic>
      <p:cxnSp>
        <p:nvCxnSpPr>
          <p:cNvPr id="26" name="Straight Connector 25">
            <a:extLst>
              <a:ext uri="{FF2B5EF4-FFF2-40B4-BE49-F238E27FC236}">
                <a16:creationId xmlns:a16="http://schemas.microsoft.com/office/drawing/2014/main" id="{5447B09A-CA54-8CDA-1DBF-9DA93238FCA8}"/>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B053FD5D-5ED9-4C17-B5E0-8DF22D53133D}"/>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F157BEB-6C1B-00C0-9212-E2288AC94A75}"/>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9430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r>
              <a:rPr lang="en-US"/>
              <a:t>Click icon to add picture</a:t>
            </a:r>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2B4B549E-17E7-C87E-42CF-8E0A5CD82392}"/>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24612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3" name="Picture 2">
            <a:extLst>
              <a:ext uri="{FF2B5EF4-FFF2-40B4-BE49-F238E27FC236}">
                <a16:creationId xmlns:a16="http://schemas.microsoft.com/office/drawing/2014/main" id="{63175FA3-A4F3-A079-AD28-E72F8A221A8F}"/>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4" name="Picture 3">
            <a:extLst>
              <a:ext uri="{FF2B5EF4-FFF2-40B4-BE49-F238E27FC236}">
                <a16:creationId xmlns:a16="http://schemas.microsoft.com/office/drawing/2014/main" id="{E2071067-DDE6-73AB-ABAC-A2E2FDA92421}"/>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6" name="TextBox 5">
            <a:extLst>
              <a:ext uri="{FF2B5EF4-FFF2-40B4-BE49-F238E27FC236}">
                <a16:creationId xmlns:a16="http://schemas.microsoft.com/office/drawing/2014/main" id="{7686B18A-906E-A9D8-8071-EF6A4D884E72}"/>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309356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pic>
        <p:nvPicPr>
          <p:cNvPr id="2" name="Picture 1">
            <a:extLst>
              <a:ext uri="{FF2B5EF4-FFF2-40B4-BE49-F238E27FC236}">
                <a16:creationId xmlns:a16="http://schemas.microsoft.com/office/drawing/2014/main" id="{15E845C4-9D9F-90AC-12ED-C1B33483F822}"/>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TextBox 2">
            <a:extLst>
              <a:ext uri="{FF2B5EF4-FFF2-40B4-BE49-F238E27FC236}">
                <a16:creationId xmlns:a16="http://schemas.microsoft.com/office/drawing/2014/main" id="{5110545B-3E1D-7211-7FB9-B3D951F4B79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33272408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Simple List - Bla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pic>
        <p:nvPicPr>
          <p:cNvPr id="13" name="Picture 12">
            <a:extLst>
              <a:ext uri="{FF2B5EF4-FFF2-40B4-BE49-F238E27FC236}">
                <a16:creationId xmlns:a16="http://schemas.microsoft.com/office/drawing/2014/main" id="{8F46D13B-7DBD-2DFF-345B-C42514F67D5C}"/>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12460585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 Partnership/Logos">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5A5785-D0A1-3155-049E-3E6B065C8BE2}"/>
              </a:ext>
            </a:extLst>
          </p:cNvPr>
          <p:cNvSpPr>
            <a:spLocks noGrp="1" noRot="1" noMove="1" noResize="1" noEditPoints="1" noAdjustHandles="1" noChangeArrowheads="1" noChangeShapeType="1"/>
          </p:cNvSpPr>
          <p:nvPr userDrawn="1"/>
        </p:nvSpPr>
        <p:spPr>
          <a:xfrm>
            <a:off x="0" y="0"/>
            <a:ext cx="12192000" cy="6858000"/>
          </a:xfrm>
          <a:prstGeom prst="rect">
            <a:avLst/>
          </a:prstGeom>
          <a:gradFill>
            <a:gsLst>
              <a:gs pos="0">
                <a:schemeClr val="accent2">
                  <a:alpha val="10000"/>
                </a:schemeClr>
              </a:gs>
              <a:gs pos="100000">
                <a:schemeClr val="accent1">
                  <a:alpha val="3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D4AF3-2440-4267-15A6-29BC874FF240}"/>
              </a:ext>
            </a:extLst>
          </p:cNvPr>
          <p:cNvSpPr>
            <a:spLocks noGrp="1"/>
          </p:cNvSpPr>
          <p:nvPr>
            <p:ph type="ctrTitle" hasCustomPrompt="1"/>
          </p:nvPr>
        </p:nvSpPr>
        <p:spPr>
          <a:xfrm>
            <a:off x="858433" y="2239343"/>
            <a:ext cx="9209905" cy="2387600"/>
          </a:xfrm>
        </p:spPr>
        <p:txBody>
          <a:bodyPr lIns="0" anchor="b">
            <a:noAutofit/>
          </a:bodyPr>
          <a:lstStyle>
            <a:lvl1pPr algn="l">
              <a:lnSpc>
                <a:spcPct val="80000"/>
              </a:lnSpc>
              <a:defRPr sz="8000"/>
            </a:lvl1pPr>
          </a:lstStyle>
          <a:p>
            <a:r>
              <a:rPr lang="en-US" dirty="0"/>
              <a:t>Click To Edit Master Title Style</a:t>
            </a:r>
          </a:p>
        </p:txBody>
      </p:sp>
      <p:pic>
        <p:nvPicPr>
          <p:cNvPr id="9" name="Picture 8" descr="A black background with white lines&#10;&#10;Description automatically generated">
            <a:extLst>
              <a:ext uri="{FF2B5EF4-FFF2-40B4-BE49-F238E27FC236}">
                <a16:creationId xmlns:a16="http://schemas.microsoft.com/office/drawing/2014/main" id="{9EA8E350-8FE0-C635-CEA4-E67702C206D7}"/>
              </a:ext>
            </a:extLst>
          </p:cNvPr>
          <p:cNvPicPr>
            <a:picLocks noChangeAspect="1"/>
          </p:cNvPicPr>
          <p:nvPr userDrawn="1"/>
        </p:nvPicPr>
        <p:blipFill rotWithShape="1">
          <a:blip r:embed="rId2"/>
          <a:srcRect l="8607" t="-4663" r="8607" b="86478"/>
          <a:stretch/>
        </p:blipFill>
        <p:spPr>
          <a:xfrm>
            <a:off x="0" y="5735637"/>
            <a:ext cx="12192000" cy="1122363"/>
          </a:xfrm>
          <a:prstGeom prst="rect">
            <a:avLst/>
          </a:prstGeom>
        </p:spPr>
      </p:pic>
      <p:sp>
        <p:nvSpPr>
          <p:cNvPr id="10" name="Date Placeholder 9">
            <a:extLst>
              <a:ext uri="{FF2B5EF4-FFF2-40B4-BE49-F238E27FC236}">
                <a16:creationId xmlns:a16="http://schemas.microsoft.com/office/drawing/2014/main" id="{B7064F56-7EE7-8C33-462D-DCEF0BE31B9F}"/>
              </a:ext>
            </a:extLst>
          </p:cNvPr>
          <p:cNvSpPr>
            <a:spLocks noGrp="1"/>
          </p:cNvSpPr>
          <p:nvPr>
            <p:ph type="dt" sz="half" idx="10"/>
          </p:nvPr>
        </p:nvSpPr>
        <p:spPr>
          <a:xfrm>
            <a:off x="858434" y="1839641"/>
            <a:ext cx="2813330" cy="365125"/>
          </a:xfrm>
          <a:prstGeom prst="rect">
            <a:avLst/>
          </a:prstGeom>
        </p:spPr>
        <p:txBody>
          <a:bodyPr lIns="0"/>
          <a:lstStyle>
            <a:lvl1pPr>
              <a:defRPr b="0" i="0">
                <a:solidFill>
                  <a:schemeClr val="accent1"/>
                </a:solidFill>
                <a:latin typeface="Space Grotesk" pitchFamily="2" charset="77"/>
              </a:defRPr>
            </a:lvl1pPr>
          </a:lstStyle>
          <a:p>
            <a:r>
              <a:rPr lang="en-US" dirty="0"/>
              <a:t>DATE</a:t>
            </a:r>
          </a:p>
        </p:txBody>
      </p:sp>
      <p:sp>
        <p:nvSpPr>
          <p:cNvPr id="4" name="Date Placeholder 9">
            <a:extLst>
              <a:ext uri="{FF2B5EF4-FFF2-40B4-BE49-F238E27FC236}">
                <a16:creationId xmlns:a16="http://schemas.microsoft.com/office/drawing/2014/main" id="{7893F2CA-7CEB-500D-6636-67665110625B}"/>
              </a:ext>
            </a:extLst>
          </p:cNvPr>
          <p:cNvSpPr txBox="1">
            <a:spLocks/>
          </p:cNvSpPr>
          <p:nvPr userDrawn="1"/>
        </p:nvSpPr>
        <p:spPr>
          <a:xfrm>
            <a:off x="2875125" y="5093068"/>
            <a:ext cx="218804" cy="365125"/>
          </a:xfrm>
          <a:prstGeom prst="rect">
            <a:avLst/>
          </a:prstGeom>
        </p:spPr>
        <p:txBody>
          <a:bodyPr lIns="0"/>
          <a:lstStyle>
            <a:defPPr>
              <a:defRPr lang="en-US"/>
            </a:defPPr>
            <a:lvl1pPr marL="0" algn="l" defTabSz="914400" rtl="0" eaLnBrk="1" latinLnBrk="0" hangingPunct="1">
              <a:defRPr sz="1800" b="0" i="0" kern="1200">
                <a:solidFill>
                  <a:schemeClr val="accent1"/>
                </a:solidFill>
                <a:latin typeface="Space Grotesk"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0719044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Icon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400"/>
              </a:lnSpc>
              <a:buNone/>
              <a:defRPr sz="1600" b="0" i="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flipH="1">
            <a:off x="4495799"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4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064A9869-93B2-2F80-EC16-5348A9B0CE24}"/>
              </a:ext>
            </a:extLst>
          </p:cNvPr>
          <p:cNvCxnSpPr>
            <a:cxnSpLocks/>
          </p:cNvCxnSpPr>
          <p:nvPr userDrawn="1"/>
        </p:nvCxnSpPr>
        <p:spPr>
          <a:xfrm flipH="1">
            <a:off x="8137071" y="3521462"/>
            <a:ext cx="3200400" cy="0"/>
          </a:xfrm>
          <a:prstGeom prst="line">
            <a:avLst/>
          </a:prstGeom>
          <a:ln w="19050">
            <a:gradFill>
              <a:gsLst>
                <a:gs pos="0">
                  <a:schemeClr val="bg1"/>
                </a:gs>
                <a:gs pos="100000">
                  <a:schemeClr val="tx2"/>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661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02320488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Icons -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a:off x="838200"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6" name="Picture Placeholder 15">
            <a:extLst>
              <a:ext uri="{FF2B5EF4-FFF2-40B4-BE49-F238E27FC236}">
                <a16:creationId xmlns:a16="http://schemas.microsoft.com/office/drawing/2014/main" id="{45300034-1C70-8F94-8152-2D872C0B4DD0}"/>
              </a:ext>
            </a:extLst>
          </p:cNvPr>
          <p:cNvSpPr>
            <a:spLocks noGrp="1"/>
          </p:cNvSpPr>
          <p:nvPr>
            <p:ph type="pic" sz="quarter" idx="11"/>
          </p:nvPr>
        </p:nvSpPr>
        <p:spPr>
          <a:xfrm>
            <a:off x="83820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497387"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497387"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3" name="Text Placeholder 2">
            <a:extLst>
              <a:ext uri="{FF2B5EF4-FFF2-40B4-BE49-F238E27FC236}">
                <a16:creationId xmlns:a16="http://schemas.microsoft.com/office/drawing/2014/main" id="{528C2E57-6B66-2EDE-A231-33EE4C6664E9}"/>
              </a:ext>
            </a:extLst>
          </p:cNvPr>
          <p:cNvSpPr>
            <a:spLocks noGrp="1"/>
          </p:cNvSpPr>
          <p:nvPr>
            <p:ph type="body" idx="14" hasCustomPrompt="1"/>
          </p:nvPr>
        </p:nvSpPr>
        <p:spPr>
          <a:xfrm>
            <a:off x="8138659" y="2605088"/>
            <a:ext cx="31988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4" name="Content Placeholder 3">
            <a:extLst>
              <a:ext uri="{FF2B5EF4-FFF2-40B4-BE49-F238E27FC236}">
                <a16:creationId xmlns:a16="http://schemas.microsoft.com/office/drawing/2014/main" id="{1CF29EB2-553C-147C-7F22-A92742616605}"/>
              </a:ext>
            </a:extLst>
          </p:cNvPr>
          <p:cNvSpPr>
            <a:spLocks noGrp="1"/>
          </p:cNvSpPr>
          <p:nvPr>
            <p:ph sz="half" idx="15" hasCustomPrompt="1"/>
          </p:nvPr>
        </p:nvSpPr>
        <p:spPr>
          <a:xfrm>
            <a:off x="8138659" y="3632200"/>
            <a:ext cx="31988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sp>
        <p:nvSpPr>
          <p:cNvPr id="26" name="Picture Placeholder 15">
            <a:extLst>
              <a:ext uri="{FF2B5EF4-FFF2-40B4-BE49-F238E27FC236}">
                <a16:creationId xmlns:a16="http://schemas.microsoft.com/office/drawing/2014/main" id="{984633D0-2796-3674-9847-05217F066DC6}"/>
              </a:ext>
            </a:extLst>
          </p:cNvPr>
          <p:cNvSpPr>
            <a:spLocks noGrp="1"/>
          </p:cNvSpPr>
          <p:nvPr>
            <p:ph type="pic" sz="quarter" idx="16"/>
          </p:nvPr>
        </p:nvSpPr>
        <p:spPr>
          <a:xfrm>
            <a:off x="4495799"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a:p>
        </p:txBody>
      </p:sp>
      <p:sp>
        <p:nvSpPr>
          <p:cNvPr id="27" name="Picture Placeholder 15">
            <a:extLst>
              <a:ext uri="{FF2B5EF4-FFF2-40B4-BE49-F238E27FC236}">
                <a16:creationId xmlns:a16="http://schemas.microsoft.com/office/drawing/2014/main" id="{42C60FC7-5D5B-4280-5EA2-E07CBDDC52B8}"/>
              </a:ext>
            </a:extLst>
          </p:cNvPr>
          <p:cNvSpPr>
            <a:spLocks noGrp="1"/>
          </p:cNvSpPr>
          <p:nvPr>
            <p:ph type="pic" sz="quarter" idx="17"/>
          </p:nvPr>
        </p:nvSpPr>
        <p:spPr>
          <a:xfrm>
            <a:off x="8137071" y="2353407"/>
            <a:ext cx="513618" cy="51361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cxnSp>
        <p:nvCxnSpPr>
          <p:cNvPr id="9" name="Straight Connector 8">
            <a:extLst>
              <a:ext uri="{FF2B5EF4-FFF2-40B4-BE49-F238E27FC236}">
                <a16:creationId xmlns:a16="http://schemas.microsoft.com/office/drawing/2014/main" id="{9549201C-BE26-0FE5-82A9-CA5F7D003F5F}"/>
              </a:ext>
            </a:extLst>
          </p:cNvPr>
          <p:cNvCxnSpPr>
            <a:cxnSpLocks/>
          </p:cNvCxnSpPr>
          <p:nvPr userDrawn="1"/>
        </p:nvCxnSpPr>
        <p:spPr>
          <a:xfrm flipH="1">
            <a:off x="4495799" y="3521462"/>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5A535BD-1E42-29C4-9A38-42ACFD0663D1}"/>
              </a:ext>
            </a:extLst>
          </p:cNvPr>
          <p:cNvCxnSpPr>
            <a:cxnSpLocks/>
          </p:cNvCxnSpPr>
          <p:nvPr userDrawn="1"/>
        </p:nvCxnSpPr>
        <p:spPr>
          <a:xfrm flipH="1">
            <a:off x="8137071" y="3529486"/>
            <a:ext cx="3200400" cy="0"/>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837730"/>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5 Column Light">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8D8919D-F591-6F57-9A52-45A82132CF17}"/>
              </a:ext>
            </a:extLst>
          </p:cNvPr>
          <p:cNvSpPr>
            <a:spLocks noGrp="1"/>
          </p:cNvSpPr>
          <p:nvPr>
            <p:ph type="body" idx="1" hasCustomPrompt="1"/>
          </p:nvPr>
        </p:nvSpPr>
        <p:spPr>
          <a:xfrm>
            <a:off x="839788"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4" name="Content Placeholder 3">
            <a:extLst>
              <a:ext uri="{FF2B5EF4-FFF2-40B4-BE49-F238E27FC236}">
                <a16:creationId xmlns:a16="http://schemas.microsoft.com/office/drawing/2014/main" id="{C76C3678-136B-4BE3-A41D-B160452A91AD}"/>
              </a:ext>
            </a:extLst>
          </p:cNvPr>
          <p:cNvSpPr>
            <a:spLocks noGrp="1"/>
          </p:cNvSpPr>
          <p:nvPr>
            <p:ph sz="half" idx="2" hasCustomPrompt="1"/>
          </p:nvPr>
        </p:nvSpPr>
        <p:spPr>
          <a:xfrm>
            <a:off x="839788"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4" name="Straight Connector 13">
            <a:extLst>
              <a:ext uri="{FF2B5EF4-FFF2-40B4-BE49-F238E27FC236}">
                <a16:creationId xmlns:a16="http://schemas.microsoft.com/office/drawing/2014/main" id="{EE313EF0-0C68-7F83-268F-B4EE9602537D}"/>
              </a:ext>
            </a:extLst>
          </p:cNvPr>
          <p:cNvCxnSpPr>
            <a:cxnSpLocks/>
          </p:cNvCxnSpPr>
          <p:nvPr userDrawn="1"/>
        </p:nvCxnSpPr>
        <p:spPr>
          <a:xfrm flipH="1" flipV="1">
            <a:off x="838200"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0"/>
            <a:ext cx="10515600" cy="1371600"/>
          </a:xfrm>
        </p:spPr>
        <p:txBody>
          <a:bodyPr lIns="0" anchor="b"/>
          <a:lstStyle>
            <a:lvl1pPr>
              <a:defRPr>
                <a:solidFill>
                  <a:schemeClr val="tx1"/>
                </a:solidFill>
              </a:defRPr>
            </a:lvl1pPr>
          </a:lstStyle>
          <a:p>
            <a:r>
              <a:rPr lang="en-US"/>
              <a:t>Click to edit Master title style</a:t>
            </a:r>
          </a:p>
        </p:txBody>
      </p:sp>
      <p:sp>
        <p:nvSpPr>
          <p:cNvPr id="6" name="Slide Number Placeholder 28">
            <a:extLst>
              <a:ext uri="{FF2B5EF4-FFF2-40B4-BE49-F238E27FC236}">
                <a16:creationId xmlns:a16="http://schemas.microsoft.com/office/drawing/2014/main" id="{27A0ACAE-1B01-F61E-9BBE-4F974D6B82FD}"/>
              </a:ext>
            </a:extLst>
          </p:cNvPr>
          <p:cNvSpPr>
            <a:spLocks noGrp="1"/>
          </p:cNvSpPr>
          <p:nvPr>
            <p:ph type="sldNum" sz="quarter" idx="19"/>
          </p:nvPr>
        </p:nvSpPr>
        <p:spPr>
          <a:xfrm>
            <a:off x="558800" y="6264275"/>
            <a:ext cx="279400" cy="365125"/>
          </a:xfrm>
          <a:prstGeom prst="rect">
            <a:avLst/>
          </a:prstGeom>
        </p:spPr>
        <p:txBody>
          <a:bodyPr/>
          <a:lstStyle/>
          <a:p>
            <a:fld id="{2E1C8E04-61AE-364F-9D16-6A67B5591D25}" type="slidenum">
              <a:rPr lang="en-US" smtClean="0"/>
              <a:pPr/>
              <a:t>‹#›</a:t>
            </a:fld>
            <a:endParaRPr lang="en-US" dirty="0"/>
          </a:p>
        </p:txBody>
      </p:sp>
      <p:sp>
        <p:nvSpPr>
          <p:cNvPr id="7" name="Footer Placeholder 29">
            <a:extLst>
              <a:ext uri="{FF2B5EF4-FFF2-40B4-BE49-F238E27FC236}">
                <a16:creationId xmlns:a16="http://schemas.microsoft.com/office/drawing/2014/main" id="{5A507428-CA05-067B-1CD3-11F25B16828E}"/>
              </a:ext>
            </a:extLst>
          </p:cNvPr>
          <p:cNvSpPr>
            <a:spLocks noGrp="1"/>
          </p:cNvSpPr>
          <p:nvPr>
            <p:ph type="ftr" sz="quarter" idx="20"/>
          </p:nvPr>
        </p:nvSpPr>
        <p:spPr>
          <a:xfrm>
            <a:off x="882210" y="6264275"/>
            <a:ext cx="4554218" cy="365125"/>
          </a:xfrm>
          <a:prstGeom prst="rect">
            <a:avLst/>
          </a:prstGeom>
        </p:spPr>
        <p:txBody>
          <a:bodyPr/>
          <a:lstStyle/>
          <a:p>
            <a:r>
              <a:rPr lang="en-US" dirty="0"/>
              <a:t>Presentation Title Goes Here</a:t>
            </a:r>
          </a:p>
        </p:txBody>
      </p:sp>
      <p:sp>
        <p:nvSpPr>
          <p:cNvPr id="15" name="Text Placeholder 2">
            <a:extLst>
              <a:ext uri="{FF2B5EF4-FFF2-40B4-BE49-F238E27FC236}">
                <a16:creationId xmlns:a16="http://schemas.microsoft.com/office/drawing/2014/main" id="{FD067527-C4F7-8075-1C76-31F6461A819F}"/>
              </a:ext>
            </a:extLst>
          </p:cNvPr>
          <p:cNvSpPr>
            <a:spLocks noGrp="1"/>
          </p:cNvSpPr>
          <p:nvPr>
            <p:ph type="body" idx="21" hasCustomPrompt="1"/>
          </p:nvPr>
        </p:nvSpPr>
        <p:spPr>
          <a:xfrm>
            <a:off x="30049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17" name="Content Placeholder 3">
            <a:extLst>
              <a:ext uri="{FF2B5EF4-FFF2-40B4-BE49-F238E27FC236}">
                <a16:creationId xmlns:a16="http://schemas.microsoft.com/office/drawing/2014/main" id="{606BE312-02AC-3AB8-BE70-EB304F73793C}"/>
              </a:ext>
            </a:extLst>
          </p:cNvPr>
          <p:cNvSpPr>
            <a:spLocks noGrp="1"/>
          </p:cNvSpPr>
          <p:nvPr>
            <p:ph sz="half" idx="22" hasCustomPrompt="1"/>
          </p:nvPr>
        </p:nvSpPr>
        <p:spPr>
          <a:xfrm>
            <a:off x="30049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18" name="Straight Connector 17">
            <a:extLst>
              <a:ext uri="{FF2B5EF4-FFF2-40B4-BE49-F238E27FC236}">
                <a16:creationId xmlns:a16="http://schemas.microsoft.com/office/drawing/2014/main" id="{4655305C-E303-08CD-27B2-2923661E6819}"/>
              </a:ext>
            </a:extLst>
          </p:cNvPr>
          <p:cNvCxnSpPr>
            <a:cxnSpLocks/>
          </p:cNvCxnSpPr>
          <p:nvPr userDrawn="1"/>
        </p:nvCxnSpPr>
        <p:spPr>
          <a:xfrm flipH="1" flipV="1">
            <a:off x="30033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6A73B36A-D817-F94F-9277-49776BDA05D4}"/>
              </a:ext>
            </a:extLst>
          </p:cNvPr>
          <p:cNvSpPr>
            <a:spLocks noGrp="1"/>
          </p:cNvSpPr>
          <p:nvPr>
            <p:ph type="body" idx="23" hasCustomPrompt="1"/>
          </p:nvPr>
        </p:nvSpPr>
        <p:spPr>
          <a:xfrm>
            <a:off x="513851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2" name="Content Placeholder 3">
            <a:extLst>
              <a:ext uri="{FF2B5EF4-FFF2-40B4-BE49-F238E27FC236}">
                <a16:creationId xmlns:a16="http://schemas.microsoft.com/office/drawing/2014/main" id="{398B28E0-58F9-E14C-B4E4-9CB8DB376A69}"/>
              </a:ext>
            </a:extLst>
          </p:cNvPr>
          <p:cNvSpPr>
            <a:spLocks noGrp="1"/>
          </p:cNvSpPr>
          <p:nvPr>
            <p:ph sz="half" idx="24" hasCustomPrompt="1"/>
          </p:nvPr>
        </p:nvSpPr>
        <p:spPr>
          <a:xfrm>
            <a:off x="513851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25" name="Straight Connector 24">
            <a:extLst>
              <a:ext uri="{FF2B5EF4-FFF2-40B4-BE49-F238E27FC236}">
                <a16:creationId xmlns:a16="http://schemas.microsoft.com/office/drawing/2014/main" id="{CFCC8B13-6CE4-13D7-DCF1-50A0FD93EB9D}"/>
              </a:ext>
            </a:extLst>
          </p:cNvPr>
          <p:cNvCxnSpPr>
            <a:cxnSpLocks/>
          </p:cNvCxnSpPr>
          <p:nvPr userDrawn="1"/>
        </p:nvCxnSpPr>
        <p:spPr>
          <a:xfrm flipH="1" flipV="1">
            <a:off x="513693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3B0BF586-CBE6-ABDD-67A1-3A6AEF972813}"/>
              </a:ext>
            </a:extLst>
          </p:cNvPr>
          <p:cNvSpPr>
            <a:spLocks noGrp="1"/>
          </p:cNvSpPr>
          <p:nvPr>
            <p:ph type="body" idx="25" hasCustomPrompt="1"/>
          </p:nvPr>
        </p:nvSpPr>
        <p:spPr>
          <a:xfrm>
            <a:off x="7282629"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29" name="Content Placeholder 3">
            <a:extLst>
              <a:ext uri="{FF2B5EF4-FFF2-40B4-BE49-F238E27FC236}">
                <a16:creationId xmlns:a16="http://schemas.microsoft.com/office/drawing/2014/main" id="{FB0F3C7D-7321-AFED-48C5-24F69A1669C7}"/>
              </a:ext>
            </a:extLst>
          </p:cNvPr>
          <p:cNvSpPr>
            <a:spLocks noGrp="1"/>
          </p:cNvSpPr>
          <p:nvPr>
            <p:ph sz="half" idx="26" hasCustomPrompt="1"/>
          </p:nvPr>
        </p:nvSpPr>
        <p:spPr>
          <a:xfrm>
            <a:off x="7282629"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0" name="Straight Connector 29">
            <a:extLst>
              <a:ext uri="{FF2B5EF4-FFF2-40B4-BE49-F238E27FC236}">
                <a16:creationId xmlns:a16="http://schemas.microsoft.com/office/drawing/2014/main" id="{64562D21-4C31-797F-92D7-700DED4A645E}"/>
              </a:ext>
            </a:extLst>
          </p:cNvPr>
          <p:cNvCxnSpPr>
            <a:cxnSpLocks/>
          </p:cNvCxnSpPr>
          <p:nvPr userDrawn="1"/>
        </p:nvCxnSpPr>
        <p:spPr>
          <a:xfrm flipH="1" flipV="1">
            <a:off x="7281041"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
        <p:nvSpPr>
          <p:cNvPr id="32" name="Text Placeholder 2">
            <a:extLst>
              <a:ext uri="{FF2B5EF4-FFF2-40B4-BE49-F238E27FC236}">
                <a16:creationId xmlns:a16="http://schemas.microsoft.com/office/drawing/2014/main" id="{28012A17-E353-8938-22FA-3EA49D311487}"/>
              </a:ext>
            </a:extLst>
          </p:cNvPr>
          <p:cNvSpPr>
            <a:spLocks noGrp="1"/>
          </p:cNvSpPr>
          <p:nvPr>
            <p:ph type="body" idx="27" hasCustomPrompt="1"/>
          </p:nvPr>
        </p:nvSpPr>
        <p:spPr>
          <a:xfrm>
            <a:off x="9447760" y="2338397"/>
            <a:ext cx="1903412" cy="823912"/>
          </a:xfrm>
          <a:prstGeom prst="rect">
            <a:avLst/>
          </a:prstGeom>
        </p:spPr>
        <p:txBody>
          <a:bodyPr lIns="0" tIns="0" bIns="0" anchor="b">
            <a:normAutofit/>
          </a:bodyPr>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Title Here</a:t>
            </a:r>
          </a:p>
        </p:txBody>
      </p:sp>
      <p:sp>
        <p:nvSpPr>
          <p:cNvPr id="33" name="Content Placeholder 3">
            <a:extLst>
              <a:ext uri="{FF2B5EF4-FFF2-40B4-BE49-F238E27FC236}">
                <a16:creationId xmlns:a16="http://schemas.microsoft.com/office/drawing/2014/main" id="{0ABEDEB6-178F-F4F5-CFFE-2C6199857F68}"/>
              </a:ext>
            </a:extLst>
          </p:cNvPr>
          <p:cNvSpPr>
            <a:spLocks noGrp="1"/>
          </p:cNvSpPr>
          <p:nvPr>
            <p:ph sz="half" idx="28" hasCustomPrompt="1"/>
          </p:nvPr>
        </p:nvSpPr>
        <p:spPr>
          <a:xfrm>
            <a:off x="9447760" y="3365509"/>
            <a:ext cx="1903412" cy="2057400"/>
          </a:xfrm>
          <a:prstGeom prst="rect">
            <a:avLst/>
          </a:prstGeom>
        </p:spPr>
        <p:txBody>
          <a:bodyPr lIns="0">
            <a:normAutofit/>
          </a:bodyPr>
          <a:lstStyle>
            <a:lvl1pPr marL="0" indent="0">
              <a:lnSpc>
                <a:spcPts val="2200"/>
              </a:lnSpc>
              <a:buNone/>
              <a:defRPr sz="1600">
                <a:solidFill>
                  <a:schemeClr val="tx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a:t>
            </a:r>
            <a:r>
              <a:rPr lang="en-US" dirty="0"/>
              <a:t> </a:t>
            </a:r>
            <a:r>
              <a:rPr lang="en-US" dirty="0" err="1"/>
              <a:t>nt</a:t>
            </a:r>
            <a:r>
              <a:rPr lang="en-US" dirty="0"/>
              <a:t> </a:t>
            </a:r>
            <a:r>
              <a:rPr lang="en-US" dirty="0" err="1"/>
              <a:t>ut</a:t>
            </a:r>
            <a:r>
              <a:rPr lang="en-US" dirty="0"/>
              <a:t> labore et.</a:t>
            </a:r>
          </a:p>
        </p:txBody>
      </p:sp>
      <p:cxnSp>
        <p:nvCxnSpPr>
          <p:cNvPr id="34" name="Straight Connector 33">
            <a:extLst>
              <a:ext uri="{FF2B5EF4-FFF2-40B4-BE49-F238E27FC236}">
                <a16:creationId xmlns:a16="http://schemas.microsoft.com/office/drawing/2014/main" id="{48CF2F9D-53F4-AA57-73A2-63866B50D116}"/>
              </a:ext>
            </a:extLst>
          </p:cNvPr>
          <p:cNvCxnSpPr>
            <a:cxnSpLocks/>
          </p:cNvCxnSpPr>
          <p:nvPr userDrawn="1"/>
        </p:nvCxnSpPr>
        <p:spPr>
          <a:xfrm flipH="1" flipV="1">
            <a:off x="9446172" y="3254771"/>
            <a:ext cx="1905000" cy="8024"/>
          </a:xfrm>
          <a:prstGeom prst="line">
            <a:avLst/>
          </a:prstGeom>
          <a:ln w="19050">
            <a:gradFill>
              <a:gsLst>
                <a:gs pos="0">
                  <a:schemeClr val="bg2"/>
                </a:gs>
                <a:gs pos="100000">
                  <a:schemeClr val="tx1"/>
                </a:gs>
              </a:gsLst>
              <a:lin ang="1080000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7588184"/>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3 Steps +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143000"/>
            <a:ext cx="5465762" cy="4559969"/>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1257858" y="2596994"/>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1257859" y="2979647"/>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8620" y="2793290"/>
            <a:ext cx="1171744" cy="1066630"/>
          </a:xfrm>
          <a:prstGeom prst="rect">
            <a:avLst/>
          </a:prstGeom>
        </p:spPr>
        <p:txBody>
          <a:bodyPr lIns="0" tIns="0" bIns="0" anchor="ctr">
            <a:noAutofit/>
          </a:bodyPr>
          <a:lstStyle>
            <a:lvl1pPr marL="0" indent="0">
              <a:spcBef>
                <a:spcPts val="0"/>
              </a:spcBef>
              <a:buNone/>
              <a:defRPr sz="7200" b="1" spc="-15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7" name="Text Placeholder 2">
            <a:extLst>
              <a:ext uri="{FF2B5EF4-FFF2-40B4-BE49-F238E27FC236}">
                <a16:creationId xmlns:a16="http://schemas.microsoft.com/office/drawing/2014/main" id="{8F992088-131E-8890-C67F-7B7266CA3992}"/>
              </a:ext>
            </a:extLst>
          </p:cNvPr>
          <p:cNvSpPr>
            <a:spLocks noGrp="1"/>
          </p:cNvSpPr>
          <p:nvPr>
            <p:ph type="body" idx="15" hasCustomPrompt="1"/>
          </p:nvPr>
        </p:nvSpPr>
        <p:spPr>
          <a:xfrm>
            <a:off x="1257858" y="3788121"/>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8" name="Content Placeholder 3">
            <a:extLst>
              <a:ext uri="{FF2B5EF4-FFF2-40B4-BE49-F238E27FC236}">
                <a16:creationId xmlns:a16="http://schemas.microsoft.com/office/drawing/2014/main" id="{D943D6F3-F48B-C789-556E-E841DEA64E8C}"/>
              </a:ext>
            </a:extLst>
          </p:cNvPr>
          <p:cNvSpPr>
            <a:spLocks noGrp="1"/>
          </p:cNvSpPr>
          <p:nvPr>
            <p:ph sz="half" idx="16" hasCustomPrompt="1"/>
          </p:nvPr>
        </p:nvSpPr>
        <p:spPr>
          <a:xfrm>
            <a:off x="1257859" y="4170774"/>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9" name="Text Placeholder 2">
            <a:extLst>
              <a:ext uri="{FF2B5EF4-FFF2-40B4-BE49-F238E27FC236}">
                <a16:creationId xmlns:a16="http://schemas.microsoft.com/office/drawing/2014/main" id="{C5FDA803-361A-5347-6DCB-47EB903F4587}"/>
              </a:ext>
            </a:extLst>
          </p:cNvPr>
          <p:cNvSpPr>
            <a:spLocks noGrp="1"/>
          </p:cNvSpPr>
          <p:nvPr>
            <p:ph type="body" idx="17" hasCustomPrompt="1"/>
          </p:nvPr>
        </p:nvSpPr>
        <p:spPr>
          <a:xfrm>
            <a:off x="-176381" y="3984417"/>
            <a:ext cx="1325911"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0" name="Text Placeholder 2">
            <a:extLst>
              <a:ext uri="{FF2B5EF4-FFF2-40B4-BE49-F238E27FC236}">
                <a16:creationId xmlns:a16="http://schemas.microsoft.com/office/drawing/2014/main" id="{CC671B1A-B0C7-B253-736F-ABD6DBF267C3}"/>
              </a:ext>
            </a:extLst>
          </p:cNvPr>
          <p:cNvSpPr>
            <a:spLocks noGrp="1"/>
          </p:cNvSpPr>
          <p:nvPr>
            <p:ph type="body" idx="18" hasCustomPrompt="1"/>
          </p:nvPr>
        </p:nvSpPr>
        <p:spPr>
          <a:xfrm>
            <a:off x="1257858" y="4979247"/>
            <a:ext cx="3901975" cy="428951"/>
          </a:xfrm>
          <a:prstGeom prst="rect">
            <a:avLst/>
          </a:prstGeom>
        </p:spPr>
        <p:txBody>
          <a:bodyPr lIns="0" anchor="b">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3" name="Content Placeholder 3">
            <a:extLst>
              <a:ext uri="{FF2B5EF4-FFF2-40B4-BE49-F238E27FC236}">
                <a16:creationId xmlns:a16="http://schemas.microsoft.com/office/drawing/2014/main" id="{860CD164-D678-A78B-B985-B79D61B8FBB9}"/>
              </a:ext>
            </a:extLst>
          </p:cNvPr>
          <p:cNvSpPr>
            <a:spLocks noGrp="1"/>
          </p:cNvSpPr>
          <p:nvPr>
            <p:ph sz="half" idx="19" hasCustomPrompt="1"/>
          </p:nvPr>
        </p:nvSpPr>
        <p:spPr>
          <a:xfrm>
            <a:off x="1257859" y="5361900"/>
            <a:ext cx="4620431" cy="637674"/>
          </a:xfrm>
          <a:prstGeom prst="rect">
            <a:avLst/>
          </a:prstGeom>
        </p:spPr>
        <p:txBody>
          <a:bodyPr lIns="0">
            <a:norm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4" name="Text Placeholder 2">
            <a:extLst>
              <a:ext uri="{FF2B5EF4-FFF2-40B4-BE49-F238E27FC236}">
                <a16:creationId xmlns:a16="http://schemas.microsoft.com/office/drawing/2014/main" id="{24B88C2F-DEB0-551C-F214-DE099A3A0785}"/>
              </a:ext>
            </a:extLst>
          </p:cNvPr>
          <p:cNvSpPr>
            <a:spLocks noGrp="1"/>
          </p:cNvSpPr>
          <p:nvPr>
            <p:ph type="body" idx="20" hasCustomPrompt="1"/>
          </p:nvPr>
        </p:nvSpPr>
        <p:spPr>
          <a:xfrm>
            <a:off x="-158620" y="5175543"/>
            <a:ext cx="1308149" cy="1066630"/>
          </a:xfrm>
          <a:prstGeom prst="rect">
            <a:avLst/>
          </a:prstGeom>
        </p:spPr>
        <p:txBody>
          <a:bodyPr lIns="0" tIns="0" bIns="0" anchor="ctr">
            <a:noAutofit/>
          </a:bodyPr>
          <a:lstStyle>
            <a:lvl1pPr marL="0" indent="0">
              <a:spcBef>
                <a:spcPts val="0"/>
              </a:spcBef>
              <a:buNone/>
              <a:defRPr sz="7200" b="1" spc="-300">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103805213"/>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1554890" y="620872"/>
            <a:ext cx="8449491" cy="1027445"/>
          </a:xfrm>
        </p:spPr>
        <p:txBody>
          <a:bodyPr lIns="0" anchor="b"/>
          <a:lstStyle>
            <a:lvl1pPr>
              <a:defRPr>
                <a:solidFill>
                  <a:schemeClr val="tx1"/>
                </a:solidFill>
              </a:defRPr>
            </a:lvl1pPr>
          </a:lstStyle>
          <a:p>
            <a:r>
              <a:rPr lang="en-US" dirty="0"/>
              <a:t>Click To Edit Master Title Style</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4" name="Text Placeholder 2">
            <a:extLst>
              <a:ext uri="{FF2B5EF4-FFF2-40B4-BE49-F238E27FC236}">
                <a16:creationId xmlns:a16="http://schemas.microsoft.com/office/drawing/2014/main" id="{3105F4A7-3BAB-95AF-02B9-0F2D8213B716}"/>
              </a:ext>
            </a:extLst>
          </p:cNvPr>
          <p:cNvSpPr>
            <a:spLocks noGrp="1"/>
          </p:cNvSpPr>
          <p:nvPr>
            <p:ph type="body" idx="1" hasCustomPrompt="1"/>
          </p:nvPr>
        </p:nvSpPr>
        <p:spPr>
          <a:xfrm>
            <a:off x="2374515" y="1946215"/>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6" name="Text Placeholder 2">
            <a:extLst>
              <a:ext uri="{FF2B5EF4-FFF2-40B4-BE49-F238E27FC236}">
                <a16:creationId xmlns:a16="http://schemas.microsoft.com/office/drawing/2014/main" id="{203CB6BF-1C08-8CB4-CD16-5D148A5C112A}"/>
              </a:ext>
            </a:extLst>
          </p:cNvPr>
          <p:cNvSpPr>
            <a:spLocks noGrp="1"/>
          </p:cNvSpPr>
          <p:nvPr>
            <p:ph type="body" idx="14" hasCustomPrompt="1"/>
          </p:nvPr>
        </p:nvSpPr>
        <p:spPr>
          <a:xfrm>
            <a:off x="1554891" y="2047591"/>
            <a:ext cx="654170" cy="309632"/>
          </a:xfrm>
          <a:prstGeom prst="rect">
            <a:avLst/>
          </a:prstGeom>
        </p:spPr>
        <p:txBody>
          <a:bodyPr lIns="0" tIns="0" bIns="0" anchor="ctr">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1" name="Slide Number Placeholder 28">
            <a:extLst>
              <a:ext uri="{FF2B5EF4-FFF2-40B4-BE49-F238E27FC236}">
                <a16:creationId xmlns:a16="http://schemas.microsoft.com/office/drawing/2014/main" id="{C31B5BFF-91E9-CFA8-0A41-2D761022FDE5}"/>
              </a:ext>
            </a:extLst>
          </p:cNvPr>
          <p:cNvSpPr>
            <a:spLocks noGrp="1"/>
          </p:cNvSpPr>
          <p:nvPr>
            <p:ph type="sldNum" sz="quarter" idx="21"/>
          </p:nvPr>
        </p:nvSpPr>
        <p:spPr>
          <a:xfrm>
            <a:off x="558800" y="6264275"/>
            <a:ext cx="279400" cy="365125"/>
          </a:xfrm>
        </p:spPr>
        <p:txBody>
          <a:bodyPr/>
          <a:lstStyle/>
          <a:p>
            <a:fld id="{2E1C8E04-61AE-364F-9D16-6A67B5591D25}" type="slidenum">
              <a:rPr lang="en-US" smtClean="0"/>
              <a:pPr/>
              <a:t>‹#›</a:t>
            </a:fld>
            <a:endParaRPr lang="en-US" dirty="0"/>
          </a:p>
        </p:txBody>
      </p:sp>
      <p:sp>
        <p:nvSpPr>
          <p:cNvPr id="12" name="Footer Placeholder 29">
            <a:extLst>
              <a:ext uri="{FF2B5EF4-FFF2-40B4-BE49-F238E27FC236}">
                <a16:creationId xmlns:a16="http://schemas.microsoft.com/office/drawing/2014/main" id="{9F5E5A31-F52A-BB8E-23CB-7AA74BBA4486}"/>
              </a:ext>
            </a:extLst>
          </p:cNvPr>
          <p:cNvSpPr>
            <a:spLocks noGrp="1"/>
          </p:cNvSpPr>
          <p:nvPr>
            <p:ph type="ftr" sz="quarter" idx="22"/>
          </p:nvPr>
        </p:nvSpPr>
        <p:spPr>
          <a:xfrm>
            <a:off x="882210" y="6264275"/>
            <a:ext cx="4554218" cy="365125"/>
          </a:xfrm>
        </p:spPr>
        <p:txBody>
          <a:bodyPr/>
          <a:lstStyle/>
          <a:p>
            <a:r>
              <a:rPr lang="en-US" dirty="0"/>
              <a:t>Presentation Title Goes Here</a:t>
            </a:r>
          </a:p>
        </p:txBody>
      </p:sp>
      <p:sp>
        <p:nvSpPr>
          <p:cNvPr id="19" name="TextBox 18">
            <a:extLst>
              <a:ext uri="{FF2B5EF4-FFF2-40B4-BE49-F238E27FC236}">
                <a16:creationId xmlns:a16="http://schemas.microsoft.com/office/drawing/2014/main" id="{7FA3650B-F664-A8EA-3D76-9CB48A743F9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6" name="Text Placeholder 2">
            <a:extLst>
              <a:ext uri="{FF2B5EF4-FFF2-40B4-BE49-F238E27FC236}">
                <a16:creationId xmlns:a16="http://schemas.microsoft.com/office/drawing/2014/main" id="{6AC3937B-8387-C36E-4336-B1B4D1F1C3CF}"/>
              </a:ext>
            </a:extLst>
          </p:cNvPr>
          <p:cNvSpPr>
            <a:spLocks noGrp="1"/>
          </p:cNvSpPr>
          <p:nvPr>
            <p:ph type="body" idx="23" hasCustomPrompt="1"/>
          </p:nvPr>
        </p:nvSpPr>
        <p:spPr>
          <a:xfrm>
            <a:off x="2374515" y="2511687"/>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17" name="Text Placeholder 2">
            <a:extLst>
              <a:ext uri="{FF2B5EF4-FFF2-40B4-BE49-F238E27FC236}">
                <a16:creationId xmlns:a16="http://schemas.microsoft.com/office/drawing/2014/main" id="{7EA35BCB-921E-7BB6-8FE5-8D026D00D4BB}"/>
              </a:ext>
            </a:extLst>
          </p:cNvPr>
          <p:cNvSpPr>
            <a:spLocks noGrp="1"/>
          </p:cNvSpPr>
          <p:nvPr>
            <p:ph type="body" idx="24" hasCustomPrompt="1"/>
          </p:nvPr>
        </p:nvSpPr>
        <p:spPr>
          <a:xfrm>
            <a:off x="1554891" y="259752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0" name="Text Placeholder 2">
            <a:extLst>
              <a:ext uri="{FF2B5EF4-FFF2-40B4-BE49-F238E27FC236}">
                <a16:creationId xmlns:a16="http://schemas.microsoft.com/office/drawing/2014/main" id="{191ABE57-3685-636E-69CD-71CA2EB96A77}"/>
              </a:ext>
            </a:extLst>
          </p:cNvPr>
          <p:cNvSpPr>
            <a:spLocks noGrp="1"/>
          </p:cNvSpPr>
          <p:nvPr>
            <p:ph type="body" idx="25" hasCustomPrompt="1"/>
          </p:nvPr>
        </p:nvSpPr>
        <p:spPr>
          <a:xfrm>
            <a:off x="2374515" y="3063199"/>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1" name="Text Placeholder 2">
            <a:extLst>
              <a:ext uri="{FF2B5EF4-FFF2-40B4-BE49-F238E27FC236}">
                <a16:creationId xmlns:a16="http://schemas.microsoft.com/office/drawing/2014/main" id="{DE247DE7-2E4E-A3B7-F301-2AA18D40CA04}"/>
              </a:ext>
            </a:extLst>
          </p:cNvPr>
          <p:cNvSpPr>
            <a:spLocks noGrp="1"/>
          </p:cNvSpPr>
          <p:nvPr>
            <p:ph type="body" idx="26" hasCustomPrompt="1"/>
          </p:nvPr>
        </p:nvSpPr>
        <p:spPr>
          <a:xfrm>
            <a:off x="1554891" y="315521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22" name="Text Placeholder 2">
            <a:extLst>
              <a:ext uri="{FF2B5EF4-FFF2-40B4-BE49-F238E27FC236}">
                <a16:creationId xmlns:a16="http://schemas.microsoft.com/office/drawing/2014/main" id="{6DB9AE65-FAF1-7118-2F64-7A99C0DA5092}"/>
              </a:ext>
            </a:extLst>
          </p:cNvPr>
          <p:cNvSpPr>
            <a:spLocks noGrp="1"/>
          </p:cNvSpPr>
          <p:nvPr>
            <p:ph type="body" idx="27" hasCustomPrompt="1"/>
          </p:nvPr>
        </p:nvSpPr>
        <p:spPr>
          <a:xfrm>
            <a:off x="2374515" y="3614711"/>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3" name="Text Placeholder 2">
            <a:extLst>
              <a:ext uri="{FF2B5EF4-FFF2-40B4-BE49-F238E27FC236}">
                <a16:creationId xmlns:a16="http://schemas.microsoft.com/office/drawing/2014/main" id="{0D8AF796-A7D2-63C0-3125-C63F3DAA7AF3}"/>
              </a:ext>
            </a:extLst>
          </p:cNvPr>
          <p:cNvSpPr>
            <a:spLocks noGrp="1"/>
          </p:cNvSpPr>
          <p:nvPr>
            <p:ph type="body" idx="28" hasCustomPrompt="1"/>
          </p:nvPr>
        </p:nvSpPr>
        <p:spPr>
          <a:xfrm>
            <a:off x="1554890" y="3712909"/>
            <a:ext cx="654171" cy="30963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24" name="Text Placeholder 2">
            <a:extLst>
              <a:ext uri="{FF2B5EF4-FFF2-40B4-BE49-F238E27FC236}">
                <a16:creationId xmlns:a16="http://schemas.microsoft.com/office/drawing/2014/main" id="{5C96A97B-0ECD-C592-95EE-BE10DD46F058}"/>
              </a:ext>
            </a:extLst>
          </p:cNvPr>
          <p:cNvSpPr>
            <a:spLocks noGrp="1"/>
          </p:cNvSpPr>
          <p:nvPr>
            <p:ph type="body" idx="29" hasCustomPrompt="1"/>
          </p:nvPr>
        </p:nvSpPr>
        <p:spPr>
          <a:xfrm>
            <a:off x="2374515" y="4166223"/>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5" name="Text Placeholder 2">
            <a:extLst>
              <a:ext uri="{FF2B5EF4-FFF2-40B4-BE49-F238E27FC236}">
                <a16:creationId xmlns:a16="http://schemas.microsoft.com/office/drawing/2014/main" id="{604170A4-007E-6618-EF68-18924E4A7122}"/>
              </a:ext>
            </a:extLst>
          </p:cNvPr>
          <p:cNvSpPr>
            <a:spLocks noGrp="1"/>
          </p:cNvSpPr>
          <p:nvPr>
            <p:ph type="body" idx="30" hasCustomPrompt="1"/>
          </p:nvPr>
        </p:nvSpPr>
        <p:spPr>
          <a:xfrm>
            <a:off x="1554890" y="4258852"/>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05</a:t>
            </a:r>
          </a:p>
        </p:txBody>
      </p:sp>
      <p:sp>
        <p:nvSpPr>
          <p:cNvPr id="26" name="Text Placeholder 2">
            <a:extLst>
              <a:ext uri="{FF2B5EF4-FFF2-40B4-BE49-F238E27FC236}">
                <a16:creationId xmlns:a16="http://schemas.microsoft.com/office/drawing/2014/main" id="{467351FB-D92D-4C43-D63C-956448F067FD}"/>
              </a:ext>
            </a:extLst>
          </p:cNvPr>
          <p:cNvSpPr>
            <a:spLocks noGrp="1"/>
          </p:cNvSpPr>
          <p:nvPr>
            <p:ph type="body" idx="31" hasCustomPrompt="1"/>
          </p:nvPr>
        </p:nvSpPr>
        <p:spPr>
          <a:xfrm>
            <a:off x="2374515" y="4697564"/>
            <a:ext cx="4991993" cy="428951"/>
          </a:xfrm>
          <a:prstGeom prst="rect">
            <a:avLst/>
          </a:prstGeom>
        </p:spPr>
        <p:txBody>
          <a:bodyPr lIns="0" anchor="t">
            <a:normAutofit/>
          </a:bodyPr>
          <a:lstStyle>
            <a:lvl1pPr marL="0" indent="0">
              <a:buNone/>
              <a:defRPr sz="18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Callout Text Goes Here</a:t>
            </a:r>
          </a:p>
        </p:txBody>
      </p:sp>
      <p:sp>
        <p:nvSpPr>
          <p:cNvPr id="27" name="Text Placeholder 2">
            <a:extLst>
              <a:ext uri="{FF2B5EF4-FFF2-40B4-BE49-F238E27FC236}">
                <a16:creationId xmlns:a16="http://schemas.microsoft.com/office/drawing/2014/main" id="{8C6A0E7E-D03C-3A0D-0C4C-75D94CCF507B}"/>
              </a:ext>
            </a:extLst>
          </p:cNvPr>
          <p:cNvSpPr>
            <a:spLocks noGrp="1"/>
          </p:cNvSpPr>
          <p:nvPr>
            <p:ph type="body" idx="32" hasCustomPrompt="1"/>
          </p:nvPr>
        </p:nvSpPr>
        <p:spPr>
          <a:xfrm>
            <a:off x="1554890" y="4790193"/>
            <a:ext cx="654171" cy="319791"/>
          </a:xfrm>
          <a:prstGeom prst="rect">
            <a:avLst/>
          </a:prstGeom>
        </p:spPr>
        <p:txBody>
          <a:bodyPr lIns="0" tIns="0" bIns="0" anchor="t">
            <a:noAutofit/>
          </a:bodyPr>
          <a:lstStyle>
            <a:lvl1pPr marL="0" indent="0" algn="l">
              <a:spcBef>
                <a:spcPts val="0"/>
              </a:spcBef>
              <a:buNone/>
              <a:defRPr sz="3000" b="1" spc="-15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06</a:t>
            </a:r>
          </a:p>
        </p:txBody>
      </p:sp>
    </p:spTree>
    <p:extLst>
      <p:ext uri="{BB962C8B-B14F-4D97-AF65-F5344CB8AC3E}">
        <p14:creationId xmlns:p14="http://schemas.microsoft.com/office/powerpoint/2010/main" val="150112057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List + Imag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8839200" y="0"/>
            <a:ext cx="33528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2154E4-6EDB-9CEB-7F28-50E7E38B47FE}"/>
              </a:ext>
            </a:extLst>
          </p:cNvPr>
          <p:cNvSpPr>
            <a:spLocks noGrp="1"/>
          </p:cNvSpPr>
          <p:nvPr>
            <p:ph type="title" hasCustomPrompt="1"/>
          </p:nvPr>
        </p:nvSpPr>
        <p:spPr>
          <a:xfrm>
            <a:off x="838200" y="228600"/>
            <a:ext cx="5257800" cy="1828799"/>
          </a:xfrm>
        </p:spPr>
        <p:txBody>
          <a:bodyPr lIns="0" anchor="b"/>
          <a:lstStyle>
            <a:lvl1pPr>
              <a:defRPr>
                <a:solidFill>
                  <a:schemeClr val="tx1"/>
                </a:solidFill>
              </a:defRPr>
            </a:lvl1pPr>
          </a:lstStyle>
          <a:p>
            <a:r>
              <a:rPr lang="en-US" dirty="0"/>
              <a:t>Click To Edit Master Title Style</a:t>
            </a:r>
          </a:p>
        </p:txBody>
      </p:sp>
      <p:sp>
        <p:nvSpPr>
          <p:cNvPr id="3" name="Picture Placeholder 5">
            <a:extLst>
              <a:ext uri="{FF2B5EF4-FFF2-40B4-BE49-F238E27FC236}">
                <a16:creationId xmlns:a16="http://schemas.microsoft.com/office/drawing/2014/main" id="{045062FF-2E9A-87D2-17A5-9C6FDFBB5D2A}"/>
              </a:ext>
            </a:extLst>
          </p:cNvPr>
          <p:cNvSpPr>
            <a:spLocks noGrp="1"/>
          </p:cNvSpPr>
          <p:nvPr>
            <p:ph type="pic" sz="quarter" idx="13"/>
          </p:nvPr>
        </p:nvSpPr>
        <p:spPr>
          <a:xfrm>
            <a:off x="6726238" y="1480930"/>
            <a:ext cx="5101327" cy="4065105"/>
          </a:xfrm>
          <a:solidFill>
            <a:schemeClr val="bg2"/>
          </a:solidFill>
        </p:spPr>
        <p:txBody>
          <a:bodyPr anchor="ctr">
            <a:normAutofit/>
          </a:bodyPr>
          <a:lstStyle>
            <a:lvl1pPr marL="0" indent="0" algn="ctr">
              <a:buNone/>
              <a:defRPr sz="1400">
                <a:solidFill>
                  <a:schemeClr val="bg1"/>
                </a:solidFill>
              </a:defRPr>
            </a:lvl1pPr>
          </a:lstStyle>
          <a:p>
            <a:endParaRPr lang="en-US"/>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49" y="2550693"/>
            <a:ext cx="5233151" cy="3152275"/>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lvl="0"/>
            <a:endParaRPr lang="en-US" dirty="0"/>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Tree>
    <p:extLst>
      <p:ext uri="{BB962C8B-B14F-4D97-AF65-F5344CB8AC3E}">
        <p14:creationId xmlns:p14="http://schemas.microsoft.com/office/powerpoint/2010/main" val="251991936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plit Screen">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3AD636-376F-F676-6A8D-3EDE4E869F90}"/>
              </a:ext>
            </a:extLst>
          </p:cNvPr>
          <p:cNvSpPr/>
          <p:nvPr userDrawn="1"/>
        </p:nvSpPr>
        <p:spPr>
          <a:xfrm>
            <a:off x="6140010" y="0"/>
            <a:ext cx="605199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Content Placeholder 3">
            <a:extLst>
              <a:ext uri="{FF2B5EF4-FFF2-40B4-BE49-F238E27FC236}">
                <a16:creationId xmlns:a16="http://schemas.microsoft.com/office/drawing/2014/main" id="{2420EB32-A56E-67B5-93A1-392B67B4F8BC}"/>
              </a:ext>
            </a:extLst>
          </p:cNvPr>
          <p:cNvSpPr>
            <a:spLocks noGrp="1"/>
          </p:cNvSpPr>
          <p:nvPr>
            <p:ph sz="half" idx="2" hasCustomPrompt="1"/>
          </p:nvPr>
        </p:nvSpPr>
        <p:spPr>
          <a:xfrm>
            <a:off x="86285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4" name="Slide Number Placeholder 28">
            <a:extLst>
              <a:ext uri="{FF2B5EF4-FFF2-40B4-BE49-F238E27FC236}">
                <a16:creationId xmlns:a16="http://schemas.microsoft.com/office/drawing/2014/main" id="{65BD9209-71AA-E282-C46F-2F9E068C9E89}"/>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6" name="Footer Placeholder 29">
            <a:extLst>
              <a:ext uri="{FF2B5EF4-FFF2-40B4-BE49-F238E27FC236}">
                <a16:creationId xmlns:a16="http://schemas.microsoft.com/office/drawing/2014/main" id="{376BCAA8-8730-C56E-D398-058D215EBFF0}"/>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10" name="Content Placeholder 3">
            <a:extLst>
              <a:ext uri="{FF2B5EF4-FFF2-40B4-BE49-F238E27FC236}">
                <a16:creationId xmlns:a16="http://schemas.microsoft.com/office/drawing/2014/main" id="{1CF5F177-6AAB-74D9-C357-13D38F92C2DC}"/>
              </a:ext>
            </a:extLst>
          </p:cNvPr>
          <p:cNvSpPr>
            <a:spLocks noGrp="1"/>
          </p:cNvSpPr>
          <p:nvPr>
            <p:ph sz="half" idx="21" hasCustomPrompt="1"/>
          </p:nvPr>
        </p:nvSpPr>
        <p:spPr>
          <a:xfrm>
            <a:off x="6843520" y="2924375"/>
            <a:ext cx="4573578" cy="2416071"/>
          </a:xfrm>
          <a:prstGeom prst="rect">
            <a:avLst/>
          </a:prstGeom>
        </p:spPr>
        <p:txBody>
          <a:bodyPr lIns="0">
            <a:normAutofit/>
          </a:bodyPr>
          <a:lstStyle>
            <a:lvl1pPr marL="285750" indent="-285750">
              <a:buFont typeface="Arial" panose="020B0604020202020204" pitchFamily="34" charset="0"/>
              <a:buChar char="•"/>
              <a:defRPr sz="1800">
                <a:solidFill>
                  <a:schemeClr val="bg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consectr</a:t>
            </a:r>
            <a:r>
              <a:rPr lang="en-US" dirty="0"/>
              <a:t> ad </a:t>
            </a:r>
            <a:r>
              <a:rPr lang="en-US" dirty="0" err="1"/>
              <a:t>ipiscing</a:t>
            </a:r>
            <a:r>
              <a:rPr lang="en-US" dirty="0"/>
              <a:t> </a:t>
            </a:r>
            <a:r>
              <a:rPr lang="en-US" dirty="0" err="1"/>
              <a:t>elit</a:t>
            </a:r>
            <a:r>
              <a:rPr lang="en-US" dirty="0"/>
              <a:t>, sed do.</a:t>
            </a:r>
          </a:p>
        </p:txBody>
      </p:sp>
      <p:sp>
        <p:nvSpPr>
          <p:cNvPr id="13" name="Title 1">
            <a:extLst>
              <a:ext uri="{FF2B5EF4-FFF2-40B4-BE49-F238E27FC236}">
                <a16:creationId xmlns:a16="http://schemas.microsoft.com/office/drawing/2014/main" id="{A2D6E5D8-C34F-5146-A88D-DA045D19147E}"/>
              </a:ext>
            </a:extLst>
          </p:cNvPr>
          <p:cNvSpPr>
            <a:spLocks noGrp="1"/>
          </p:cNvSpPr>
          <p:nvPr>
            <p:ph type="title"/>
          </p:nvPr>
        </p:nvSpPr>
        <p:spPr>
          <a:xfrm>
            <a:off x="839788" y="228600"/>
            <a:ext cx="5212203" cy="1371600"/>
          </a:xfrm>
        </p:spPr>
        <p:txBody>
          <a:bodyPr lIns="0" anchor="b"/>
          <a:lstStyle>
            <a:lvl1pPr>
              <a:defRPr>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DD327D0-CA7F-E525-7915-08EB934CB1C6}"/>
              </a:ext>
            </a:extLst>
          </p:cNvPr>
          <p:cNvSpPr>
            <a:spLocks noGrp="1"/>
          </p:cNvSpPr>
          <p:nvPr>
            <p:ph type="body" sz="quarter" idx="22"/>
          </p:nvPr>
        </p:nvSpPr>
        <p:spPr>
          <a:xfrm>
            <a:off x="882650" y="2286001"/>
            <a:ext cx="4554538" cy="439589"/>
          </a:xfrm>
        </p:spPr>
        <p:txBody>
          <a:bodyPr/>
          <a:lstStyle>
            <a:lvl1pPr marL="0" indent="0">
              <a:buNone/>
              <a:defRPr b="1"/>
            </a:lvl1pPr>
            <a:lvl2pPr marL="457200" indent="0">
              <a:buNone/>
              <a:defRPr b="1"/>
            </a:lvl2pPr>
            <a:lvl3pPr marL="914400" indent="0">
              <a:buNone/>
              <a:defRPr b="1"/>
            </a:lvl3pPr>
            <a:lvl4pPr marL="1371600" indent="0">
              <a:buNone/>
              <a:defRPr b="1"/>
            </a:lvl4pPr>
            <a:lvl5pPr marL="1828800" indent="0">
              <a:buNone/>
              <a:defRPr b="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4">
            <a:extLst>
              <a:ext uri="{FF2B5EF4-FFF2-40B4-BE49-F238E27FC236}">
                <a16:creationId xmlns:a16="http://schemas.microsoft.com/office/drawing/2014/main" id="{91D3655D-0E01-751A-C4AD-D72B543EF80D}"/>
              </a:ext>
            </a:extLst>
          </p:cNvPr>
          <p:cNvSpPr>
            <a:spLocks noGrp="1"/>
          </p:cNvSpPr>
          <p:nvPr>
            <p:ph type="body" sz="quarter" idx="23"/>
          </p:nvPr>
        </p:nvSpPr>
        <p:spPr>
          <a:xfrm>
            <a:off x="6838607" y="2286001"/>
            <a:ext cx="4554538" cy="439589"/>
          </a:xfrm>
        </p:spPr>
        <p:txBody>
          <a:bodyPr/>
          <a:lstStyle>
            <a:lvl1pPr marL="0" indent="0">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68685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mple List - 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8200" y="228601"/>
            <a:ext cx="10517188" cy="1371600"/>
          </a:xfrm>
        </p:spPr>
        <p:txBody>
          <a:bodyPr lIns="0" anchor="b"/>
          <a:lstStyle>
            <a:lvl1pPr>
              <a:defRPr>
                <a:solidFill>
                  <a:schemeClr val="tx1"/>
                </a:solidFill>
              </a:defRPr>
            </a:lvl1pPr>
          </a:lstStyle>
          <a:p>
            <a:r>
              <a:rPr lang="en-US" dirty="0"/>
              <a:t>Click to edit Master title style</a:t>
            </a:r>
          </a:p>
        </p:txBody>
      </p:sp>
      <p:sp>
        <p:nvSpPr>
          <p:cNvPr id="12" name="Text Placeholder 2">
            <a:extLst>
              <a:ext uri="{FF2B5EF4-FFF2-40B4-BE49-F238E27FC236}">
                <a16:creationId xmlns:a16="http://schemas.microsoft.com/office/drawing/2014/main" id="{84F4E837-B477-25CB-E59D-D51511D028F9}"/>
              </a:ext>
            </a:extLst>
          </p:cNvPr>
          <p:cNvSpPr>
            <a:spLocks noGrp="1"/>
          </p:cNvSpPr>
          <p:nvPr>
            <p:ph idx="1"/>
          </p:nvPr>
        </p:nvSpPr>
        <p:spPr>
          <a:xfrm>
            <a:off x="838200" y="2057400"/>
            <a:ext cx="10547242" cy="4114800"/>
          </a:xfrm>
          <a:prstGeom prst="rect">
            <a:avLst/>
          </a:prstGeom>
        </p:spPr>
        <p:txBody>
          <a:bodyPr vert="horz" lIns="0" tIns="45720" rIns="91440" bIns="45720" rtlCol="0">
            <a:normAutofit/>
          </a:bodyPr>
          <a:lstStyle>
            <a:lvl1pPr>
              <a:defRPr sz="1800"/>
            </a:lvl1pPr>
            <a:lvl2pPr>
              <a:defRPr sz="18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Picture 17">
            <a:extLst>
              <a:ext uri="{FF2B5EF4-FFF2-40B4-BE49-F238E27FC236}">
                <a16:creationId xmlns:a16="http://schemas.microsoft.com/office/drawing/2014/main" id="{69BBD459-1C0D-AEC2-6EAB-6FE0EB31CE9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1120EEF-FE29-542E-B62F-FBA1DF0DA081}"/>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74EE49F3-7BD7-7BFF-32D1-B625565C5B42}"/>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2CFEE7E-FB78-B03C-5313-1A7D5CBF0C5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pic>
        <p:nvPicPr>
          <p:cNvPr id="6" name="Picture 5" descr="A purple circle with black background&#10;&#10;Description automatically generated">
            <a:extLst>
              <a:ext uri="{FF2B5EF4-FFF2-40B4-BE49-F238E27FC236}">
                <a16:creationId xmlns:a16="http://schemas.microsoft.com/office/drawing/2014/main" id="{252F1E04-5DF4-B8A4-988B-4D5B8DAAE5C0}"/>
              </a:ext>
            </a:extLst>
          </p:cNvPr>
          <p:cNvPicPr>
            <a:picLocks noChangeAspect="1"/>
          </p:cNvPicPr>
          <p:nvPr userDrawn="1"/>
        </p:nvPicPr>
        <p:blipFill>
          <a:blip r:embed="rId3"/>
          <a:srcRect t="48053" r="50000" b="-4546"/>
          <a:stretch/>
        </p:blipFill>
        <p:spPr>
          <a:xfrm>
            <a:off x="10431745" y="0"/>
            <a:ext cx="1760256" cy="1988856"/>
          </a:xfrm>
          <a:prstGeom prst="rect">
            <a:avLst/>
          </a:prstGeom>
        </p:spPr>
      </p:pic>
    </p:spTree>
    <p:extLst>
      <p:ext uri="{BB962C8B-B14F-4D97-AF65-F5344CB8AC3E}">
        <p14:creationId xmlns:p14="http://schemas.microsoft.com/office/powerpoint/2010/main" val="194632333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61634-63E5-256F-6266-31D044AE9BAA}"/>
              </a:ext>
            </a:extLst>
          </p:cNvPr>
          <p:cNvSpPr>
            <a:spLocks noGrp="1"/>
          </p:cNvSpPr>
          <p:nvPr>
            <p:ph type="title" hasCustomPrompt="1"/>
          </p:nvPr>
        </p:nvSpPr>
        <p:spPr>
          <a:xfrm>
            <a:off x="2017927" y="1425646"/>
            <a:ext cx="8156144" cy="2819918"/>
          </a:xfrm>
        </p:spPr>
        <p:txBody>
          <a:bodyPr lIns="0" anchor="t">
            <a:noAutofit/>
          </a:bodyPr>
          <a:lstStyle>
            <a:lvl1pPr algn="ctr">
              <a:lnSpc>
                <a:spcPts val="4200"/>
              </a:lnSpc>
              <a:defRPr sz="2800" b="0" i="0">
                <a:latin typeface="Space Grotesk Light" pitchFamily="2" charset="77"/>
              </a:defRPr>
            </a:lvl1p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a:t>
            </a:r>
            <a:r>
              <a:rPr lang="en-US"/>
              <a:t> mod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a:t>
            </a:r>
            <a:br>
              <a:rPr lang="en-US"/>
            </a:br>
            <a:r>
              <a:rPr lang="en-US"/>
              <a:t>lorem ipsum dolor sit.</a:t>
            </a:r>
          </a:p>
        </p:txBody>
      </p:sp>
      <p:pic>
        <p:nvPicPr>
          <p:cNvPr id="10" name="Picture 9">
            <a:extLst>
              <a:ext uri="{FF2B5EF4-FFF2-40B4-BE49-F238E27FC236}">
                <a16:creationId xmlns:a16="http://schemas.microsoft.com/office/drawing/2014/main" id="{E9AFB58B-9F77-814B-EDBA-7B461F3B14ED}"/>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12" name="Text Placeholder 11">
            <a:extLst>
              <a:ext uri="{FF2B5EF4-FFF2-40B4-BE49-F238E27FC236}">
                <a16:creationId xmlns:a16="http://schemas.microsoft.com/office/drawing/2014/main" id="{A24B00F1-4190-E031-9689-223964E5C217}"/>
              </a:ext>
            </a:extLst>
          </p:cNvPr>
          <p:cNvSpPr>
            <a:spLocks noGrp="1"/>
          </p:cNvSpPr>
          <p:nvPr>
            <p:ph type="body" sz="quarter" idx="13" hasCustomPrompt="1"/>
          </p:nvPr>
        </p:nvSpPr>
        <p:spPr>
          <a:xfrm>
            <a:off x="3838114" y="4628929"/>
            <a:ext cx="4515771" cy="417271"/>
          </a:xfrm>
        </p:spPr>
        <p:txBody>
          <a:bodyPr anchor="b">
            <a:normAutofit/>
          </a:bodyPr>
          <a:lstStyle>
            <a:lvl1pPr marL="0" indent="0" algn="ctr">
              <a:buNone/>
              <a:defRPr sz="1800" b="1"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Mike </a:t>
            </a:r>
            <a:r>
              <a:rPr lang="en-US" err="1"/>
              <a:t>Miskell</a:t>
            </a:r>
            <a:endParaRPr lang="en-US"/>
          </a:p>
        </p:txBody>
      </p:sp>
      <p:sp>
        <p:nvSpPr>
          <p:cNvPr id="13" name="Text Placeholder 11">
            <a:extLst>
              <a:ext uri="{FF2B5EF4-FFF2-40B4-BE49-F238E27FC236}">
                <a16:creationId xmlns:a16="http://schemas.microsoft.com/office/drawing/2014/main" id="{5F76892D-E924-8B0C-E8C4-DD08E72086C0}"/>
              </a:ext>
            </a:extLst>
          </p:cNvPr>
          <p:cNvSpPr>
            <a:spLocks noGrp="1"/>
          </p:cNvSpPr>
          <p:nvPr>
            <p:ph type="body" sz="quarter" idx="14" hasCustomPrompt="1"/>
          </p:nvPr>
        </p:nvSpPr>
        <p:spPr>
          <a:xfrm>
            <a:off x="1564326" y="5046284"/>
            <a:ext cx="9063347" cy="417271"/>
          </a:xfrm>
        </p:spPr>
        <p:txBody>
          <a:bodyPr>
            <a:normAutofit/>
          </a:bodyPr>
          <a:lstStyle>
            <a:lvl1pPr marL="0" indent="0" algn="ctr">
              <a:buNone/>
              <a:defRPr sz="1600" b="0" i="0">
                <a:latin typeface="Inter UI" panose="020B0502030000000004" pitchFamily="34" charset="0"/>
                <a:ea typeface="Inter UI" panose="020B0502030000000004" pitchFamily="34" charset="0"/>
              </a:defRPr>
            </a:lvl1pPr>
            <a:lvl2pPr marL="457200" indent="0" algn="ctr">
              <a:buNone/>
              <a:defRPr b="0" i="0">
                <a:latin typeface="Space Grotesk Medium" pitchFamily="2" charset="77"/>
              </a:defRPr>
            </a:lvl2pPr>
            <a:lvl3pPr marL="914400" indent="0" algn="ctr">
              <a:buNone/>
              <a:defRPr b="0" i="0">
                <a:latin typeface="Space Grotesk Medium" pitchFamily="2" charset="77"/>
              </a:defRPr>
            </a:lvl3pPr>
            <a:lvl4pPr marL="1371600" indent="0" algn="ctr">
              <a:buNone/>
              <a:defRPr b="0" i="0">
                <a:latin typeface="Space Grotesk Medium" pitchFamily="2" charset="77"/>
              </a:defRPr>
            </a:lvl4pPr>
            <a:lvl5pPr marL="1828800" indent="0" algn="ctr">
              <a:buNone/>
              <a:defRPr b="0" i="0">
                <a:latin typeface="Space Grotesk Medium" pitchFamily="2" charset="77"/>
              </a:defRPr>
            </a:lvl5pPr>
          </a:lstStyle>
          <a:p>
            <a:pPr lvl="0"/>
            <a:r>
              <a:rPr lang="en-US"/>
              <a:t>Director of Process Improvement, Kaman Technologies</a:t>
            </a:r>
          </a:p>
        </p:txBody>
      </p:sp>
      <p:pic>
        <p:nvPicPr>
          <p:cNvPr id="15" name="Graphic 14">
            <a:extLst>
              <a:ext uri="{FF2B5EF4-FFF2-40B4-BE49-F238E27FC236}">
                <a16:creationId xmlns:a16="http://schemas.microsoft.com/office/drawing/2014/main" id="{4D815CA7-35D6-8AB4-5240-F3C304B965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848350" y="751357"/>
            <a:ext cx="495300" cy="406400"/>
          </a:xfrm>
          <a:prstGeom prst="rect">
            <a:avLst/>
          </a:prstGeom>
        </p:spPr>
      </p:pic>
      <p:sp>
        <p:nvSpPr>
          <p:cNvPr id="3" name="Slide Number Placeholder 28">
            <a:extLst>
              <a:ext uri="{FF2B5EF4-FFF2-40B4-BE49-F238E27FC236}">
                <a16:creationId xmlns:a16="http://schemas.microsoft.com/office/drawing/2014/main" id="{B82E34AD-0CE2-C9B2-31C3-19DA8FCCF26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a:p>
        </p:txBody>
      </p:sp>
      <p:sp>
        <p:nvSpPr>
          <p:cNvPr id="4" name="Footer Placeholder 29">
            <a:extLst>
              <a:ext uri="{FF2B5EF4-FFF2-40B4-BE49-F238E27FC236}">
                <a16:creationId xmlns:a16="http://schemas.microsoft.com/office/drawing/2014/main" id="{E9175CC3-84C8-DEDC-C100-B8F789588EBA}"/>
              </a:ext>
            </a:extLst>
          </p:cNvPr>
          <p:cNvSpPr>
            <a:spLocks noGrp="1"/>
          </p:cNvSpPr>
          <p:nvPr>
            <p:ph type="ftr" sz="quarter" idx="20"/>
          </p:nvPr>
        </p:nvSpPr>
        <p:spPr>
          <a:xfrm>
            <a:off x="882210" y="6264275"/>
            <a:ext cx="4554218" cy="365125"/>
          </a:xfrm>
        </p:spPr>
        <p:txBody>
          <a:bodyPr/>
          <a:lstStyle/>
          <a:p>
            <a:r>
              <a:rPr lang="en-US"/>
              <a:t>Presentation Title Goes Here</a:t>
            </a:r>
          </a:p>
        </p:txBody>
      </p:sp>
      <p:sp>
        <p:nvSpPr>
          <p:cNvPr id="5" name="TextBox 4">
            <a:extLst>
              <a:ext uri="{FF2B5EF4-FFF2-40B4-BE49-F238E27FC236}">
                <a16:creationId xmlns:a16="http://schemas.microsoft.com/office/drawing/2014/main" id="{51D42C2B-666C-EFE8-9BD8-2D1F4DB80AFA}"/>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a:solidFill>
                  <a:schemeClr val="tx1"/>
                </a:solidFill>
                <a:latin typeface="Space Grotesk Light" pitchFamily="2" charset="77"/>
              </a:rPr>
              <a:t>P3ADAPTIVE.COM</a:t>
            </a:r>
          </a:p>
        </p:txBody>
      </p:sp>
    </p:spTree>
    <p:extLst>
      <p:ext uri="{BB962C8B-B14F-4D97-AF65-F5344CB8AC3E}">
        <p14:creationId xmlns:p14="http://schemas.microsoft.com/office/powerpoint/2010/main" val="2480235199"/>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Section - Blue">
    <p:bg>
      <p:bgPr>
        <a:gradFill>
          <a:gsLst>
            <a:gs pos="100000">
              <a:schemeClr val="accent2"/>
            </a:gs>
            <a:gs pos="0">
              <a:schemeClr val="accent3"/>
            </a:gs>
          </a:gsLst>
          <a:lin ang="2700000" scaled="0"/>
        </a:gra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8813F25-85A1-B5C2-7D2C-A001E9B903A9}"/>
              </a:ext>
            </a:extLst>
          </p:cNvPr>
          <p:cNvSpPr>
            <a:spLocks noGrp="1"/>
          </p:cNvSpPr>
          <p:nvPr>
            <p:ph type="title" hasCustomPrompt="1"/>
          </p:nvPr>
        </p:nvSpPr>
        <p:spPr>
          <a:xfrm>
            <a:off x="-88900" y="138409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7" name="Picture 6">
            <a:extLst>
              <a:ext uri="{FF2B5EF4-FFF2-40B4-BE49-F238E27FC236}">
                <a16:creationId xmlns:a16="http://schemas.microsoft.com/office/drawing/2014/main" id="{2A18E61C-DA98-2545-49D2-98F1279C29E4}"/>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110671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Section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CD45233-B771-E7B0-4029-2404C7CB9B8D}"/>
              </a:ext>
            </a:extLst>
          </p:cNvPr>
          <p:cNvSpPr>
            <a:spLocks noGrp="1"/>
          </p:cNvSpPr>
          <p:nvPr>
            <p:ph type="title" hasCustomPrompt="1"/>
          </p:nvPr>
        </p:nvSpPr>
        <p:spPr>
          <a:xfrm>
            <a:off x="-88900" y="1429060"/>
            <a:ext cx="10464800" cy="3559175"/>
          </a:xfrm>
        </p:spPr>
        <p:txBody>
          <a:bodyPr lIns="0" anchor="b">
            <a:noAutofit/>
          </a:bodyPr>
          <a:lstStyle>
            <a:lvl1pPr marL="0" indent="0">
              <a:lnSpc>
                <a:spcPct val="80000"/>
              </a:lnSpc>
              <a:tabLst/>
              <a:defRPr sz="20000">
                <a:solidFill>
                  <a:schemeClr val="bg1">
                    <a:alpha val="35000"/>
                  </a:schemeClr>
                </a:solidFill>
              </a:defRPr>
            </a:lvl1pPr>
          </a:lstStyle>
          <a:p>
            <a:r>
              <a:rPr lang="en-US" dirty="0"/>
              <a:t>Title</a:t>
            </a:r>
          </a:p>
        </p:txBody>
      </p:sp>
      <p:sp>
        <p:nvSpPr>
          <p:cNvPr id="3" name="Text Placeholder 2">
            <a:extLst>
              <a:ext uri="{FF2B5EF4-FFF2-40B4-BE49-F238E27FC236}">
                <a16:creationId xmlns:a16="http://schemas.microsoft.com/office/drawing/2014/main" id="{F3A16D76-2D50-E120-487A-422FCBFDC9A6}"/>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4" name="Picture 3">
            <a:extLst>
              <a:ext uri="{FF2B5EF4-FFF2-40B4-BE49-F238E27FC236}">
                <a16:creationId xmlns:a16="http://schemas.microsoft.com/office/drawing/2014/main" id="{F4B74FD8-7056-8316-E120-B6C9474B5D38}"/>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14332789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Section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7AC1CE-E20D-80BD-9F01-7FE84DC9B96F}"/>
              </a:ext>
            </a:extLst>
          </p:cNvPr>
          <p:cNvSpPr>
            <a:spLocks noGrp="1"/>
          </p:cNvSpPr>
          <p:nvPr>
            <p:ph type="title" hasCustomPrompt="1"/>
          </p:nvPr>
        </p:nvSpPr>
        <p:spPr>
          <a:xfrm>
            <a:off x="-88900" y="1219200"/>
            <a:ext cx="10464800" cy="3559175"/>
          </a:xfrm>
        </p:spPr>
        <p:txBody>
          <a:bodyPr lIns="0" anchor="b">
            <a:noAutofit/>
          </a:bodyPr>
          <a:lstStyle>
            <a:lvl1pPr marL="0" indent="0">
              <a:lnSpc>
                <a:spcPct val="80000"/>
              </a:lnSpc>
              <a:tabLst/>
              <a:defRPr sz="20000">
                <a:solidFill>
                  <a:schemeClr val="bg1">
                    <a:alpha val="69096"/>
                  </a:schemeClr>
                </a:solidFill>
              </a:defRPr>
            </a:lvl1pPr>
          </a:lstStyle>
          <a:p>
            <a:r>
              <a:rPr lang="en-US" dirty="0"/>
              <a:t>Title</a:t>
            </a:r>
          </a:p>
        </p:txBody>
      </p:sp>
      <p:sp>
        <p:nvSpPr>
          <p:cNvPr id="4" name="Text Placeholder 2">
            <a:extLst>
              <a:ext uri="{FF2B5EF4-FFF2-40B4-BE49-F238E27FC236}">
                <a16:creationId xmlns:a16="http://schemas.microsoft.com/office/drawing/2014/main" id="{C2B79F84-DB3D-50DC-B44D-D76CC3213880}"/>
              </a:ext>
            </a:extLst>
          </p:cNvPr>
          <p:cNvSpPr>
            <a:spLocks noGrp="1"/>
          </p:cNvSpPr>
          <p:nvPr>
            <p:ph type="body" idx="1"/>
          </p:nvPr>
        </p:nvSpPr>
        <p:spPr>
          <a:xfrm>
            <a:off x="838200" y="3959225"/>
            <a:ext cx="9537700" cy="1500187"/>
          </a:xfrm>
          <a:prstGeom prst="rect">
            <a:avLst/>
          </a:prstGeom>
        </p:spPr>
        <p:txBody>
          <a:bodyPr lIns="0">
            <a:normAutofit/>
          </a:bodyPr>
          <a:lstStyle>
            <a:lvl1pPr marL="0" indent="0">
              <a:lnSpc>
                <a:spcPts val="4600"/>
              </a:lnSpc>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pic>
        <p:nvPicPr>
          <p:cNvPr id="5" name="Picture 4">
            <a:extLst>
              <a:ext uri="{FF2B5EF4-FFF2-40B4-BE49-F238E27FC236}">
                <a16:creationId xmlns:a16="http://schemas.microsoft.com/office/drawing/2014/main" id="{109EEC0A-AB31-66A3-D3F4-20732E59125F}"/>
              </a:ext>
            </a:extLst>
          </p:cNvPr>
          <p:cNvPicPr>
            <a:picLocks noChangeAspect="1"/>
          </p:cNvPicPr>
          <p:nvPr userDrawn="1"/>
        </p:nvPicPr>
        <p:blipFill>
          <a:blip r:embed="rId2"/>
          <a:srcRect/>
          <a:stretch/>
        </p:blipFill>
        <p:spPr>
          <a:xfrm>
            <a:off x="9498739" y="546088"/>
            <a:ext cx="1855061" cy="305887"/>
          </a:xfrm>
          <a:prstGeom prst="rect">
            <a:avLst/>
          </a:prstGeom>
        </p:spPr>
      </p:pic>
    </p:spTree>
    <p:extLst>
      <p:ext uri="{BB962C8B-B14F-4D97-AF65-F5344CB8AC3E}">
        <p14:creationId xmlns:p14="http://schemas.microsoft.com/office/powerpoint/2010/main" val="33014137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3 Steps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sp>
        <p:nvSpPr>
          <p:cNvPr id="20" name="Text Placeholder 2">
            <a:extLst>
              <a:ext uri="{FF2B5EF4-FFF2-40B4-BE49-F238E27FC236}">
                <a16:creationId xmlns:a16="http://schemas.microsoft.com/office/drawing/2014/main" id="{67E3876F-C624-2E08-9CC5-F736C0191B74}"/>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21" name="Content Placeholder 3">
            <a:extLst>
              <a:ext uri="{FF2B5EF4-FFF2-40B4-BE49-F238E27FC236}">
                <a16:creationId xmlns:a16="http://schemas.microsoft.com/office/drawing/2014/main" id="{301404FB-5DA1-8F62-9D35-22037631E03E}"/>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5" name="Picture Placeholder 15">
            <a:extLst>
              <a:ext uri="{FF2B5EF4-FFF2-40B4-BE49-F238E27FC236}">
                <a16:creationId xmlns:a16="http://schemas.microsoft.com/office/drawing/2014/main" id="{326A8D08-9F14-4A4C-32DF-6C9BBCDBDABB}"/>
              </a:ext>
            </a:extLst>
          </p:cNvPr>
          <p:cNvSpPr>
            <a:spLocks noGrp="1"/>
          </p:cNvSpPr>
          <p:nvPr>
            <p:ph type="pic" sz="quarter" idx="18"/>
          </p:nvPr>
        </p:nvSpPr>
        <p:spPr>
          <a:xfrm>
            <a:off x="4704347" y="4319199"/>
            <a:ext cx="447611" cy="447610"/>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2" name="Picture Placeholder 15">
            <a:extLst>
              <a:ext uri="{FF2B5EF4-FFF2-40B4-BE49-F238E27FC236}">
                <a16:creationId xmlns:a16="http://schemas.microsoft.com/office/drawing/2014/main" id="{B48EFF02-6B39-3CE9-E7D1-AE9BDEC0A032}"/>
              </a:ext>
            </a:extLst>
          </p:cNvPr>
          <p:cNvSpPr>
            <a:spLocks noGrp="1"/>
          </p:cNvSpPr>
          <p:nvPr>
            <p:ph type="pic" sz="quarter" idx="21"/>
          </p:nvPr>
        </p:nvSpPr>
        <p:spPr>
          <a:xfrm>
            <a:off x="1034047" y="4319195"/>
            <a:ext cx="447615" cy="447614"/>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763B3056-5701-ED0F-13B7-F2662F97FC32}"/>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35" name="Content Placeholder 3">
            <a:extLst>
              <a:ext uri="{FF2B5EF4-FFF2-40B4-BE49-F238E27FC236}">
                <a16:creationId xmlns:a16="http://schemas.microsoft.com/office/drawing/2014/main" id="{EF08A56E-B343-F409-94C2-D32AAB44CAB4}"/>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37" name="Picture Placeholder 15">
            <a:extLst>
              <a:ext uri="{FF2B5EF4-FFF2-40B4-BE49-F238E27FC236}">
                <a16:creationId xmlns:a16="http://schemas.microsoft.com/office/drawing/2014/main" id="{21447A28-4F4E-3BE3-B526-E0056E7CC7C1}"/>
              </a:ext>
            </a:extLst>
          </p:cNvPr>
          <p:cNvSpPr>
            <a:spLocks noGrp="1"/>
          </p:cNvSpPr>
          <p:nvPr>
            <p:ph type="pic" sz="quarter" idx="24"/>
          </p:nvPr>
        </p:nvSpPr>
        <p:spPr>
          <a:xfrm>
            <a:off x="8590548" y="4319195"/>
            <a:ext cx="447614" cy="447613"/>
          </a:xfrm>
          <a:prstGeom prst="rect">
            <a:avLst/>
          </a:prstGeom>
          <a:noFill/>
        </p:spPr>
        <p:txBody>
          <a:bodyPr>
            <a:normAutofit/>
          </a:bodyPr>
          <a:lstStyle>
            <a:lvl1pPr marL="0" indent="0" algn="ctr">
              <a:buNone/>
              <a:defRPr sz="700">
                <a:solidFill>
                  <a:schemeClr val="tx2"/>
                </a:solidFill>
              </a:defRPr>
            </a:lvl1pPr>
          </a:lstStyle>
          <a:p>
            <a:endParaRPr lang="en-US" dirty="0"/>
          </a:p>
        </p:txBody>
      </p: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4044057886"/>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roces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7" name="Slide Number Placeholder 28">
            <a:extLst>
              <a:ext uri="{FF2B5EF4-FFF2-40B4-BE49-F238E27FC236}">
                <a16:creationId xmlns:a16="http://schemas.microsoft.com/office/drawing/2014/main" id="{080C401E-9045-93F2-5170-7B6C98B1083F}"/>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8" name="Footer Placeholder 29">
            <a:extLst>
              <a:ext uri="{FF2B5EF4-FFF2-40B4-BE49-F238E27FC236}">
                <a16:creationId xmlns:a16="http://schemas.microsoft.com/office/drawing/2014/main" id="{CA7A8BCD-C0B1-5332-2D40-AAF18AF26AC8}"/>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9" name="TextBox 8">
            <a:extLst>
              <a:ext uri="{FF2B5EF4-FFF2-40B4-BE49-F238E27FC236}">
                <a16:creationId xmlns:a16="http://schemas.microsoft.com/office/drawing/2014/main" id="{E9470619-9FC4-2DA6-C0D0-F26356E616A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40" name="Text Placeholder 39">
            <a:extLst>
              <a:ext uri="{FF2B5EF4-FFF2-40B4-BE49-F238E27FC236}">
                <a16:creationId xmlns:a16="http://schemas.microsoft.com/office/drawing/2014/main" id="{244FA993-AF88-43C3-4262-94824BAEB846}"/>
              </a:ext>
            </a:extLst>
          </p:cNvPr>
          <p:cNvSpPr>
            <a:spLocks noGrp="1"/>
          </p:cNvSpPr>
          <p:nvPr>
            <p:ph type="body" sz="quarter" idx="28" hasCustomPrompt="1"/>
          </p:nvPr>
        </p:nvSpPr>
        <p:spPr>
          <a:xfrm>
            <a:off x="496804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5" name="Text Placeholder 39">
            <a:extLst>
              <a:ext uri="{FF2B5EF4-FFF2-40B4-BE49-F238E27FC236}">
                <a16:creationId xmlns:a16="http://schemas.microsoft.com/office/drawing/2014/main" id="{F1B4C1E7-3C8D-84C7-4790-EA403C711D6B}"/>
              </a:ext>
            </a:extLst>
          </p:cNvPr>
          <p:cNvSpPr>
            <a:spLocks noGrp="1"/>
          </p:cNvSpPr>
          <p:nvPr>
            <p:ph type="body" sz="quarter" idx="30" hasCustomPrompt="1"/>
          </p:nvPr>
        </p:nvSpPr>
        <p:spPr>
          <a:xfrm>
            <a:off x="1333596"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47" name="Text Placeholder 46">
            <a:extLst>
              <a:ext uri="{FF2B5EF4-FFF2-40B4-BE49-F238E27FC236}">
                <a16:creationId xmlns:a16="http://schemas.microsoft.com/office/drawing/2014/main" id="{23D04D9F-6CD3-302B-64DB-FCA545F0F7C2}"/>
              </a:ext>
            </a:extLst>
          </p:cNvPr>
          <p:cNvSpPr>
            <a:spLocks noGrp="1"/>
          </p:cNvSpPr>
          <p:nvPr>
            <p:ph type="body" sz="quarter" idx="31"/>
          </p:nvPr>
        </p:nvSpPr>
        <p:spPr>
          <a:xfrm>
            <a:off x="1333500"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Text Placeholder 46">
            <a:extLst>
              <a:ext uri="{FF2B5EF4-FFF2-40B4-BE49-F238E27FC236}">
                <a16:creationId xmlns:a16="http://schemas.microsoft.com/office/drawing/2014/main" id="{F9177777-54E4-A27E-C0D5-414E23E5C72B}"/>
              </a:ext>
            </a:extLst>
          </p:cNvPr>
          <p:cNvSpPr>
            <a:spLocks noGrp="1"/>
          </p:cNvSpPr>
          <p:nvPr>
            <p:ph type="body" sz="quarter" idx="32"/>
          </p:nvPr>
        </p:nvSpPr>
        <p:spPr>
          <a:xfrm>
            <a:off x="4967951"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9">
            <a:extLst>
              <a:ext uri="{FF2B5EF4-FFF2-40B4-BE49-F238E27FC236}">
                <a16:creationId xmlns:a16="http://schemas.microsoft.com/office/drawing/2014/main" id="{3096665B-8BF1-74D0-C489-A84DF1B67EF7}"/>
              </a:ext>
            </a:extLst>
          </p:cNvPr>
          <p:cNvSpPr>
            <a:spLocks noGrp="1"/>
          </p:cNvSpPr>
          <p:nvPr>
            <p:ph type="body" sz="quarter" idx="33" hasCustomPrompt="1"/>
          </p:nvPr>
        </p:nvSpPr>
        <p:spPr>
          <a:xfrm>
            <a:off x="8521474" y="2752725"/>
            <a:ext cx="2408238" cy="365125"/>
          </a:xfrm>
        </p:spPr>
        <p:txBody>
          <a:bodyPr>
            <a:noAutofit/>
          </a:bodyPr>
          <a:lstStyle>
            <a:lvl1pPr marL="0" indent="0">
              <a:buNone/>
              <a:defRPr sz="1800"/>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Subtitle</a:t>
            </a:r>
          </a:p>
        </p:txBody>
      </p:sp>
      <p:sp>
        <p:nvSpPr>
          <p:cNvPr id="50" name="Text Placeholder 46">
            <a:extLst>
              <a:ext uri="{FF2B5EF4-FFF2-40B4-BE49-F238E27FC236}">
                <a16:creationId xmlns:a16="http://schemas.microsoft.com/office/drawing/2014/main" id="{37C32106-2C44-EC83-580E-3437E547CC1D}"/>
              </a:ext>
            </a:extLst>
          </p:cNvPr>
          <p:cNvSpPr>
            <a:spLocks noGrp="1"/>
          </p:cNvSpPr>
          <p:nvPr>
            <p:ph type="body" sz="quarter" idx="34"/>
          </p:nvPr>
        </p:nvSpPr>
        <p:spPr>
          <a:xfrm>
            <a:off x="8521379" y="3222625"/>
            <a:ext cx="2408238" cy="1406525"/>
          </a:xfrm>
        </p:spPr>
        <p:txBody>
          <a:bodyPr>
            <a:noAutofit/>
          </a:bodyPr>
          <a:lstStyle>
            <a:lvl1pPr marL="0" indent="0">
              <a:lnSpc>
                <a:spcPts val="1800"/>
              </a:lnSpc>
              <a:buNone/>
              <a:defRPr sz="1200">
                <a:solidFill>
                  <a:schemeClr val="tx1"/>
                </a:solidFill>
                <a:latin typeface="Inter UI" panose="020B0502030000000004" pitchFamily="34" charset="0"/>
                <a:ea typeface="Inter UI" panose="020B0502030000000004" pitchFamily="34" charset="0"/>
              </a:defRPr>
            </a:lvl1pPr>
            <a:lvl2pPr marL="457200" indent="0">
              <a:lnSpc>
                <a:spcPts val="1800"/>
              </a:lnSpc>
              <a:buNone/>
              <a:defRPr sz="1200">
                <a:solidFill>
                  <a:schemeClr val="tx1"/>
                </a:solidFill>
                <a:latin typeface="Inter UI" panose="020B0502030000000004" pitchFamily="34" charset="0"/>
                <a:ea typeface="Inter UI" panose="020B0502030000000004" pitchFamily="34" charset="0"/>
              </a:defRPr>
            </a:lvl2pPr>
            <a:lvl3pPr marL="914400" indent="0">
              <a:lnSpc>
                <a:spcPts val="1800"/>
              </a:lnSpc>
              <a:buNone/>
              <a:defRPr sz="1200">
                <a:solidFill>
                  <a:schemeClr val="tx1"/>
                </a:solidFill>
                <a:latin typeface="Inter UI" panose="020B0502030000000004" pitchFamily="34" charset="0"/>
                <a:ea typeface="Inter UI" panose="020B0502030000000004" pitchFamily="34" charset="0"/>
              </a:defRPr>
            </a:lvl3pPr>
            <a:lvl4pPr marL="1371600" indent="0">
              <a:lnSpc>
                <a:spcPts val="1800"/>
              </a:lnSpc>
              <a:buNone/>
              <a:defRPr sz="1200">
                <a:solidFill>
                  <a:schemeClr val="tx1"/>
                </a:solidFill>
                <a:latin typeface="Inter UI" panose="020B0502030000000004" pitchFamily="34" charset="0"/>
                <a:ea typeface="Inter UI" panose="020B0502030000000004" pitchFamily="34" charset="0"/>
              </a:defRPr>
            </a:lvl4pPr>
            <a:lvl5pPr marL="1828800" indent="0">
              <a:lnSpc>
                <a:spcPts val="1800"/>
              </a:lnSpc>
              <a:buNone/>
              <a:defRPr sz="1200">
                <a:solidFill>
                  <a:schemeClr val="tx1"/>
                </a:solidFill>
                <a:latin typeface="Inter UI" panose="020B0502030000000004" pitchFamily="34" charset="0"/>
                <a:ea typeface="Inter UI" panose="020B050203000000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41889"/>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3 Steps - L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154E4-6EDB-9CEB-7F28-50E7E38B47FE}"/>
              </a:ext>
            </a:extLst>
          </p:cNvPr>
          <p:cNvSpPr>
            <a:spLocks noGrp="1"/>
          </p:cNvSpPr>
          <p:nvPr>
            <p:ph type="title"/>
          </p:nvPr>
        </p:nvSpPr>
        <p:spPr>
          <a:xfrm>
            <a:off x="839788" y="228601"/>
            <a:ext cx="10515600" cy="1371600"/>
          </a:xfrm>
        </p:spPr>
        <p:txBody>
          <a:bodyPr lIns="0" anchor="b"/>
          <a:lstStyle>
            <a:lvl1pPr>
              <a:defRPr>
                <a:solidFill>
                  <a:schemeClr val="tx1"/>
                </a:solidFill>
              </a:defRPr>
            </a:lvl1pPr>
          </a:lstStyle>
          <a:p>
            <a:r>
              <a:rPr lang="en-US"/>
              <a:t>Click to edit Master title style</a:t>
            </a:r>
          </a:p>
        </p:txBody>
      </p:sp>
      <p:cxnSp>
        <p:nvCxnSpPr>
          <p:cNvPr id="22" name="Straight Connector 21">
            <a:extLst>
              <a:ext uri="{FF2B5EF4-FFF2-40B4-BE49-F238E27FC236}">
                <a16:creationId xmlns:a16="http://schemas.microsoft.com/office/drawing/2014/main" id="{ABDE6AB5-6AE0-82CE-AD34-3A98094FEAE4}"/>
              </a:ext>
            </a:extLst>
          </p:cNvPr>
          <p:cNvCxnSpPr>
            <a:cxnSpLocks/>
          </p:cNvCxnSpPr>
          <p:nvPr userDrawn="1"/>
        </p:nvCxnSpPr>
        <p:spPr>
          <a:xfrm>
            <a:off x="45424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2AE66CA-D4EE-2E12-B2FB-B74908BFE6EC}"/>
              </a:ext>
            </a:extLst>
          </p:cNvPr>
          <p:cNvCxnSpPr>
            <a:cxnSpLocks/>
          </p:cNvCxnSpPr>
          <p:nvPr userDrawn="1"/>
        </p:nvCxnSpPr>
        <p:spPr>
          <a:xfrm>
            <a:off x="4542423" y="2605088"/>
            <a:ext cx="0" cy="2008701"/>
          </a:xfrm>
          <a:prstGeom prst="line">
            <a:avLst/>
          </a:prstGeom>
          <a:ln w="38100">
            <a:gradFill flip="none" rotWithShape="1">
              <a:gsLst>
                <a:gs pos="0">
                  <a:schemeClr val="accent1"/>
                </a:gs>
                <a:gs pos="99000">
                  <a:schemeClr val="accent2"/>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9A76B0C2-3052-DD16-45A9-7663A2CD150A}"/>
              </a:ext>
            </a:extLst>
          </p:cNvPr>
          <p:cNvCxnSpPr>
            <a:cxnSpLocks/>
          </p:cNvCxnSpPr>
          <p:nvPr userDrawn="1"/>
        </p:nvCxnSpPr>
        <p:spPr>
          <a:xfrm>
            <a:off x="8721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49309B4-304A-FC0D-8549-80591AD1CE64}"/>
              </a:ext>
            </a:extLst>
          </p:cNvPr>
          <p:cNvCxnSpPr>
            <a:cxnSpLocks/>
          </p:cNvCxnSpPr>
          <p:nvPr userDrawn="1"/>
        </p:nvCxnSpPr>
        <p:spPr>
          <a:xfrm>
            <a:off x="872123" y="2605088"/>
            <a:ext cx="0" cy="2008701"/>
          </a:xfrm>
          <a:prstGeom prst="line">
            <a:avLst/>
          </a:prstGeom>
          <a:ln w="38100">
            <a:gradFill flip="none" rotWithShape="1">
              <a:gsLst>
                <a:gs pos="0">
                  <a:schemeClr val="accent5"/>
                </a:gs>
                <a:gs pos="99000">
                  <a:schemeClr val="accent4"/>
                </a:gs>
              </a:gsLst>
              <a:lin ang="3600000" scaled="0"/>
              <a:tileRect/>
            </a:gra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199A15F-CAF8-027F-0AEC-393C05604CE8}"/>
              </a:ext>
            </a:extLst>
          </p:cNvPr>
          <p:cNvCxnSpPr>
            <a:cxnSpLocks/>
          </p:cNvCxnSpPr>
          <p:nvPr userDrawn="1"/>
        </p:nvCxnSpPr>
        <p:spPr>
          <a:xfrm>
            <a:off x="8428623" y="3632200"/>
            <a:ext cx="0" cy="1625600"/>
          </a:xfrm>
          <a:prstGeom prst="line">
            <a:avLst/>
          </a:prstGeom>
          <a:ln w="19050">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402BA-C0B0-8B2F-7684-DE3E3868959C}"/>
              </a:ext>
            </a:extLst>
          </p:cNvPr>
          <p:cNvCxnSpPr>
            <a:cxnSpLocks/>
          </p:cNvCxnSpPr>
          <p:nvPr userDrawn="1"/>
        </p:nvCxnSpPr>
        <p:spPr>
          <a:xfrm>
            <a:off x="8428623" y="2605088"/>
            <a:ext cx="0" cy="2008701"/>
          </a:xfrm>
          <a:prstGeom prst="line">
            <a:avLst/>
          </a:prstGeom>
          <a:ln w="38100">
            <a:gradFill flip="none" rotWithShape="1">
              <a:gsLst>
                <a:gs pos="0">
                  <a:schemeClr val="accent2"/>
                </a:gs>
                <a:gs pos="99000">
                  <a:schemeClr val="accent3"/>
                </a:gs>
              </a:gsLst>
              <a:lin ang="3600000" scaled="0"/>
              <a:tileRect/>
            </a:gra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3"/>
          </a:xfrm>
          <a:prstGeom prst="rect">
            <a:avLst/>
          </a:prstGeom>
        </p:spPr>
      </p:pic>
      <p:sp>
        <p:nvSpPr>
          <p:cNvPr id="3" name="Slide Number Placeholder 28">
            <a:extLst>
              <a:ext uri="{FF2B5EF4-FFF2-40B4-BE49-F238E27FC236}">
                <a16:creationId xmlns:a16="http://schemas.microsoft.com/office/drawing/2014/main" id="{77251CC7-8E29-039C-A6D8-7C5C486B2055}"/>
              </a:ext>
            </a:extLst>
          </p:cNvPr>
          <p:cNvSpPr>
            <a:spLocks noGrp="1"/>
          </p:cNvSpPr>
          <p:nvPr>
            <p:ph type="sldNum" sz="quarter" idx="25"/>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B220CB8F-120A-D1C0-14B2-ACB6D91707FE}"/>
              </a:ext>
            </a:extLst>
          </p:cNvPr>
          <p:cNvSpPr>
            <a:spLocks noGrp="1"/>
          </p:cNvSpPr>
          <p:nvPr>
            <p:ph type="ftr" sz="quarter" idx="26"/>
          </p:nvPr>
        </p:nvSpPr>
        <p:spPr>
          <a:xfrm>
            <a:off x="882210" y="6264275"/>
            <a:ext cx="4554218" cy="365125"/>
          </a:xfrm>
        </p:spPr>
        <p:txBody>
          <a:bodyPr/>
          <a:lstStyle/>
          <a:p>
            <a:r>
              <a:rPr lang="en-US" dirty="0"/>
              <a:t>Presentation Title Goes Here</a:t>
            </a:r>
          </a:p>
        </p:txBody>
      </p:sp>
      <p:sp>
        <p:nvSpPr>
          <p:cNvPr id="6" name="TextBox 5">
            <a:extLst>
              <a:ext uri="{FF2B5EF4-FFF2-40B4-BE49-F238E27FC236}">
                <a16:creationId xmlns:a16="http://schemas.microsoft.com/office/drawing/2014/main" id="{8F325F10-F4CA-B63D-3569-016E594138DB}"/>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
        <p:nvSpPr>
          <p:cNvPr id="10" name="Text Placeholder 2">
            <a:extLst>
              <a:ext uri="{FF2B5EF4-FFF2-40B4-BE49-F238E27FC236}">
                <a16:creationId xmlns:a16="http://schemas.microsoft.com/office/drawing/2014/main" id="{8698F64B-3862-30A3-D836-B3463E7CE5F2}"/>
              </a:ext>
            </a:extLst>
          </p:cNvPr>
          <p:cNvSpPr>
            <a:spLocks noGrp="1"/>
          </p:cNvSpPr>
          <p:nvPr>
            <p:ph type="body" idx="12" hasCustomPrompt="1"/>
          </p:nvPr>
        </p:nvSpPr>
        <p:spPr>
          <a:xfrm>
            <a:off x="47222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Text Placeholder 2">
            <a:extLst>
              <a:ext uri="{FF2B5EF4-FFF2-40B4-BE49-F238E27FC236}">
                <a16:creationId xmlns:a16="http://schemas.microsoft.com/office/drawing/2014/main" id="{0364E264-FDEB-F5E6-7B88-BC7B3D16766D}"/>
              </a:ext>
            </a:extLst>
          </p:cNvPr>
          <p:cNvSpPr>
            <a:spLocks noGrp="1"/>
          </p:cNvSpPr>
          <p:nvPr>
            <p:ph type="body" idx="19" hasCustomPrompt="1"/>
          </p:nvPr>
        </p:nvSpPr>
        <p:spPr>
          <a:xfrm>
            <a:off x="10519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13" name="Text Placeholder 2">
            <a:extLst>
              <a:ext uri="{FF2B5EF4-FFF2-40B4-BE49-F238E27FC236}">
                <a16:creationId xmlns:a16="http://schemas.microsoft.com/office/drawing/2014/main" id="{AAC59146-238B-BEBE-3705-C54F9A71618C}"/>
              </a:ext>
            </a:extLst>
          </p:cNvPr>
          <p:cNvSpPr>
            <a:spLocks noGrp="1"/>
          </p:cNvSpPr>
          <p:nvPr>
            <p:ph type="body" idx="22" hasCustomPrompt="1"/>
          </p:nvPr>
        </p:nvSpPr>
        <p:spPr>
          <a:xfrm>
            <a:off x="8608463" y="2858217"/>
            <a:ext cx="2747474" cy="317654"/>
          </a:xfrm>
          <a:prstGeom prst="rect">
            <a:avLst/>
          </a:prstGeom>
        </p:spPr>
        <p:txBody>
          <a:bodyPr lIns="0" anchor="t">
            <a:noAutofit/>
          </a:bodyPr>
          <a:lstStyle>
            <a:lvl1pPr marL="0" indent="0">
              <a:buNone/>
              <a:defRPr sz="6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4" name="Content Placeholder 3">
            <a:extLst>
              <a:ext uri="{FF2B5EF4-FFF2-40B4-BE49-F238E27FC236}">
                <a16:creationId xmlns:a16="http://schemas.microsoft.com/office/drawing/2014/main" id="{4A4B4726-7E07-7429-1A91-D02B1506B424}"/>
              </a:ext>
            </a:extLst>
          </p:cNvPr>
          <p:cNvSpPr>
            <a:spLocks noGrp="1"/>
          </p:cNvSpPr>
          <p:nvPr>
            <p:ph sz="half" idx="13" hasCustomPrompt="1"/>
          </p:nvPr>
        </p:nvSpPr>
        <p:spPr>
          <a:xfrm>
            <a:off x="47222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Picture Placeholder 15">
            <a:extLst>
              <a:ext uri="{FF2B5EF4-FFF2-40B4-BE49-F238E27FC236}">
                <a16:creationId xmlns:a16="http://schemas.microsoft.com/office/drawing/2014/main" id="{25C54291-D958-A5E1-3A43-1113F06C6DD7}"/>
              </a:ext>
            </a:extLst>
          </p:cNvPr>
          <p:cNvSpPr>
            <a:spLocks noGrp="1"/>
          </p:cNvSpPr>
          <p:nvPr>
            <p:ph type="pic" sz="quarter" idx="18"/>
          </p:nvPr>
        </p:nvSpPr>
        <p:spPr>
          <a:xfrm>
            <a:off x="47043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6" name="Content Placeholder 3">
            <a:extLst>
              <a:ext uri="{FF2B5EF4-FFF2-40B4-BE49-F238E27FC236}">
                <a16:creationId xmlns:a16="http://schemas.microsoft.com/office/drawing/2014/main" id="{6723920E-E523-F9FB-EF40-F5A9BBA84DD1}"/>
              </a:ext>
            </a:extLst>
          </p:cNvPr>
          <p:cNvSpPr>
            <a:spLocks noGrp="1"/>
          </p:cNvSpPr>
          <p:nvPr>
            <p:ph sz="half" idx="20" hasCustomPrompt="1"/>
          </p:nvPr>
        </p:nvSpPr>
        <p:spPr>
          <a:xfrm>
            <a:off x="10519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7" name="Picture Placeholder 15">
            <a:extLst>
              <a:ext uri="{FF2B5EF4-FFF2-40B4-BE49-F238E27FC236}">
                <a16:creationId xmlns:a16="http://schemas.microsoft.com/office/drawing/2014/main" id="{A44F9ADD-86EC-EB4A-4456-7B81F8A503BB}"/>
              </a:ext>
            </a:extLst>
          </p:cNvPr>
          <p:cNvSpPr>
            <a:spLocks noGrp="1"/>
          </p:cNvSpPr>
          <p:nvPr>
            <p:ph type="pic" sz="quarter" idx="21"/>
          </p:nvPr>
        </p:nvSpPr>
        <p:spPr>
          <a:xfrm>
            <a:off x="1034047" y="4293801"/>
            <a:ext cx="473009" cy="473008"/>
          </a:xfrm>
          <a:prstGeom prst="rect">
            <a:avLst/>
          </a:prstGeom>
          <a:noFill/>
        </p:spPr>
        <p:txBody>
          <a:bodyPr>
            <a:normAutofit/>
          </a:bodyPr>
          <a:lstStyle>
            <a:lvl1pPr marL="0" indent="0" algn="ctr">
              <a:buNone/>
              <a:defRPr sz="700">
                <a:solidFill>
                  <a:schemeClr val="tx2"/>
                </a:solidFill>
              </a:defRPr>
            </a:lvl1pPr>
          </a:lstStyle>
          <a:p>
            <a:endParaRPr lang="en-US" dirty="0"/>
          </a:p>
        </p:txBody>
      </p:sp>
      <p:sp>
        <p:nvSpPr>
          <p:cNvPr id="18" name="Content Placeholder 3">
            <a:extLst>
              <a:ext uri="{FF2B5EF4-FFF2-40B4-BE49-F238E27FC236}">
                <a16:creationId xmlns:a16="http://schemas.microsoft.com/office/drawing/2014/main" id="{57C85689-BDCE-A429-0E8B-9D209B69CF45}"/>
              </a:ext>
            </a:extLst>
          </p:cNvPr>
          <p:cNvSpPr>
            <a:spLocks noGrp="1"/>
          </p:cNvSpPr>
          <p:nvPr>
            <p:ph sz="half" idx="23" hasCustomPrompt="1"/>
          </p:nvPr>
        </p:nvSpPr>
        <p:spPr>
          <a:xfrm>
            <a:off x="8608463" y="3466599"/>
            <a:ext cx="2747474" cy="683276"/>
          </a:xfrm>
          <a:prstGeom prst="rect">
            <a:avLst/>
          </a:prstGeom>
        </p:spPr>
        <p:txBody>
          <a:bodyPr lIns="0">
            <a:noAutofit/>
          </a:bodyPr>
          <a:lstStyle>
            <a:lvl1pPr marL="0" indent="0">
              <a:buNone/>
              <a:defRPr sz="1800">
                <a:solidFill>
                  <a:schemeClr val="tx1"/>
                </a:solidFill>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9" name="Picture Placeholder 15">
            <a:extLst>
              <a:ext uri="{FF2B5EF4-FFF2-40B4-BE49-F238E27FC236}">
                <a16:creationId xmlns:a16="http://schemas.microsoft.com/office/drawing/2014/main" id="{15BD811D-F86E-82B2-5B8C-158BB47AB449}"/>
              </a:ext>
            </a:extLst>
          </p:cNvPr>
          <p:cNvSpPr>
            <a:spLocks noGrp="1"/>
          </p:cNvSpPr>
          <p:nvPr>
            <p:ph type="pic" sz="quarter" idx="24"/>
          </p:nvPr>
        </p:nvSpPr>
        <p:spPr>
          <a:xfrm>
            <a:off x="8590548" y="4293801"/>
            <a:ext cx="473008" cy="473007"/>
          </a:xfrm>
          <a:prstGeom prst="rect">
            <a:avLst/>
          </a:prstGeom>
          <a:noFill/>
        </p:spPr>
        <p:txBody>
          <a:bodyPr>
            <a:normAutofit/>
          </a:bodyPr>
          <a:lstStyle>
            <a:lvl1pPr marL="0" indent="0" algn="ctr">
              <a:buNone/>
              <a:defRPr sz="700">
                <a:solidFill>
                  <a:schemeClr val="tx2"/>
                </a:solidFill>
              </a:defRPr>
            </a:lvl1pPr>
          </a:lstStyle>
          <a:p>
            <a:endParaRPr lang="en-US" dirty="0"/>
          </a:p>
        </p:txBody>
      </p:sp>
    </p:spTree>
    <p:extLst>
      <p:ext uri="{BB962C8B-B14F-4D97-AF65-F5344CB8AC3E}">
        <p14:creationId xmlns:p14="http://schemas.microsoft.com/office/powerpoint/2010/main" val="287340805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tat - Orange">
    <p:bg>
      <p:bgPr>
        <a:gradFill>
          <a:gsLst>
            <a:gs pos="0">
              <a:schemeClr val="accent5"/>
            </a:gs>
            <a:gs pos="100000">
              <a:schemeClr val="accent4"/>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805B73C6-0408-52BF-0A99-C3B5EC96D457}"/>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A9EC891C-FE08-69E7-A815-4A4490E7EEE4}"/>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4274AC09-B816-EB80-FC26-ED5BE9BC6424}"/>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37028585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t - Light">
    <p:bg>
      <p:bgPr>
        <a:gradFill>
          <a:gsLst>
            <a:gs pos="100000">
              <a:schemeClr val="bg2">
                <a:lumMod val="75000"/>
              </a:schemeClr>
            </a:gs>
            <a:gs pos="0">
              <a:schemeClr val="bg2"/>
            </a:gs>
          </a:gsLst>
          <a:lin ang="27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2C5A-A02C-A127-36B6-64E0CEA50962}"/>
              </a:ext>
            </a:extLst>
          </p:cNvPr>
          <p:cNvSpPr>
            <a:spLocks noGrp="1"/>
          </p:cNvSpPr>
          <p:nvPr>
            <p:ph type="title" hasCustomPrompt="1"/>
          </p:nvPr>
        </p:nvSpPr>
        <p:spPr>
          <a:xfrm>
            <a:off x="889000" y="1649412"/>
            <a:ext cx="10464800" cy="3559175"/>
          </a:xfrm>
        </p:spPr>
        <p:txBody>
          <a:bodyPr lIns="0" tIns="0" bIns="0" anchor="ctr">
            <a:noAutofit/>
          </a:bodyPr>
          <a:lstStyle>
            <a:lvl1pPr marL="0" indent="0" algn="ctr">
              <a:lnSpc>
                <a:spcPct val="80000"/>
              </a:lnSpc>
              <a:tabLst/>
              <a:defRPr sz="25900">
                <a:solidFill>
                  <a:schemeClr val="bg1"/>
                </a:solidFill>
              </a:defRPr>
            </a:lvl1pPr>
          </a:lstStyle>
          <a:p>
            <a:r>
              <a:rPr lang="en-US" dirty="0"/>
              <a:t>$13M</a:t>
            </a:r>
          </a:p>
        </p:txBody>
      </p:sp>
      <p:pic>
        <p:nvPicPr>
          <p:cNvPr id="10" name="Picture 9">
            <a:extLst>
              <a:ext uri="{FF2B5EF4-FFF2-40B4-BE49-F238E27FC236}">
                <a16:creationId xmlns:a16="http://schemas.microsoft.com/office/drawing/2014/main" id="{31A58BBB-F991-FE84-98AF-E584FF9D7051}"/>
              </a:ext>
            </a:extLst>
          </p:cNvPr>
          <p:cNvPicPr>
            <a:picLocks noChangeAspect="1"/>
          </p:cNvPicPr>
          <p:nvPr userDrawn="1"/>
        </p:nvPicPr>
        <p:blipFill>
          <a:blip r:embed="rId2"/>
          <a:srcRect/>
          <a:stretch/>
        </p:blipFill>
        <p:spPr>
          <a:xfrm>
            <a:off x="10236201" y="6365323"/>
            <a:ext cx="1117599" cy="184284"/>
          </a:xfrm>
          <a:prstGeom prst="rect">
            <a:avLst/>
          </a:prstGeom>
        </p:spPr>
      </p:pic>
      <p:sp>
        <p:nvSpPr>
          <p:cNvPr id="3" name="Slide Number Placeholder 28">
            <a:extLst>
              <a:ext uri="{FF2B5EF4-FFF2-40B4-BE49-F238E27FC236}">
                <a16:creationId xmlns:a16="http://schemas.microsoft.com/office/drawing/2014/main" id="{2B2733D5-9AAF-64AC-2413-AE7580A79DCD}"/>
              </a:ext>
            </a:extLst>
          </p:cNvPr>
          <p:cNvSpPr>
            <a:spLocks noGrp="1"/>
          </p:cNvSpPr>
          <p:nvPr>
            <p:ph type="sldNum" sz="quarter" idx="19"/>
          </p:nvPr>
        </p:nvSpPr>
        <p:spPr>
          <a:xfrm>
            <a:off x="558800" y="6264275"/>
            <a:ext cx="279400" cy="365125"/>
          </a:xfrm>
        </p:spPr>
        <p:txBody>
          <a:body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9F9099D8-0766-AA1C-CE96-E7114787FBAF}"/>
              </a:ext>
            </a:extLst>
          </p:cNvPr>
          <p:cNvSpPr>
            <a:spLocks noGrp="1"/>
          </p:cNvSpPr>
          <p:nvPr>
            <p:ph type="ftr" sz="quarter" idx="20"/>
          </p:nvPr>
        </p:nvSpPr>
        <p:spPr>
          <a:xfrm>
            <a:off x="882210" y="6264275"/>
            <a:ext cx="4554218" cy="365125"/>
          </a:xfrm>
        </p:spPr>
        <p:txBody>
          <a:bodyPr/>
          <a:lstStyle/>
          <a:p>
            <a:r>
              <a:rPr lang="en-US" dirty="0"/>
              <a:t>Presentation Title Goes Here</a:t>
            </a:r>
          </a:p>
        </p:txBody>
      </p:sp>
      <p:sp>
        <p:nvSpPr>
          <p:cNvPr id="5" name="TextBox 4">
            <a:extLst>
              <a:ext uri="{FF2B5EF4-FFF2-40B4-BE49-F238E27FC236}">
                <a16:creationId xmlns:a16="http://schemas.microsoft.com/office/drawing/2014/main" id="{6730ABEF-5300-57A8-7D1F-A79B33E06121}"/>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8973781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4 Column ">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907D1E-10D7-5D0C-B02D-0A49F809A69C}"/>
              </a:ext>
            </a:extLst>
          </p:cNvPr>
          <p:cNvSpPr>
            <a:spLocks noGrp="1" noRot="1" noMove="1" noResize="1" noEditPoints="1" noAdjustHandles="1" noChangeArrowheads="1" noChangeShapeType="1"/>
          </p:cNvSpPr>
          <p:nvPr userDrawn="1"/>
        </p:nvSpPr>
        <p:spPr>
          <a:xfrm>
            <a:off x="6096000" y="0"/>
            <a:ext cx="2967790" cy="6858000"/>
          </a:xfrm>
          <a:prstGeom prst="rect">
            <a:avLst/>
          </a:prstGeom>
          <a:gradFill>
            <a:gsLst>
              <a:gs pos="0">
                <a:schemeClr val="accent3"/>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1AD486-BB6E-4F73-F19D-2D62D81726FF}"/>
              </a:ext>
            </a:extLst>
          </p:cNvPr>
          <p:cNvSpPr>
            <a:spLocks noGrp="1" noRot="1" noMove="1" noResize="1" noEditPoints="1" noAdjustHandles="1" noChangeArrowheads="1" noChangeShapeType="1"/>
          </p:cNvSpPr>
          <p:nvPr userDrawn="1"/>
        </p:nvSpPr>
        <p:spPr>
          <a:xfrm>
            <a:off x="9063790" y="0"/>
            <a:ext cx="3128210" cy="6858000"/>
          </a:xfrm>
          <a:prstGeom prst="rect">
            <a:avLst/>
          </a:prstGeom>
          <a:gradFill>
            <a:gsLst>
              <a:gs pos="0">
                <a:schemeClr val="accent5"/>
              </a:gs>
              <a:gs pos="99000">
                <a:schemeClr val="accent3"/>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144C2D4-77DF-4445-3005-1D0D21203979}"/>
              </a:ext>
            </a:extLst>
          </p:cNvPr>
          <p:cNvSpPr>
            <a:spLocks noGrp="1" noRot="1" noMove="1" noResize="1" noEditPoints="1" noAdjustHandles="1" noChangeArrowheads="1" noChangeShapeType="1"/>
          </p:cNvSpPr>
          <p:nvPr userDrawn="1"/>
        </p:nvSpPr>
        <p:spPr>
          <a:xfrm>
            <a:off x="4011" y="0"/>
            <a:ext cx="3128210" cy="6858000"/>
          </a:xfrm>
          <a:prstGeom prst="rect">
            <a:avLst/>
          </a:prstGeom>
          <a:gradFill>
            <a:gsLst>
              <a:gs pos="0">
                <a:schemeClr val="accent1"/>
              </a:gs>
              <a:gs pos="99000">
                <a:schemeClr val="accent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C3AF998-DAC6-320A-7C2A-DE5FA1C7F375}"/>
              </a:ext>
            </a:extLst>
          </p:cNvPr>
          <p:cNvSpPr>
            <a:spLocks noGrp="1" noRot="1" noMove="1" noResize="1" noEditPoints="1" noAdjustHandles="1" noChangeArrowheads="1" noChangeShapeType="1"/>
          </p:cNvSpPr>
          <p:nvPr userDrawn="1"/>
        </p:nvSpPr>
        <p:spPr>
          <a:xfrm>
            <a:off x="3136231" y="0"/>
            <a:ext cx="2967790" cy="6858000"/>
          </a:xfrm>
          <a:prstGeom prst="rect">
            <a:avLst/>
          </a:prstGeom>
          <a:gradFill>
            <a:gsLst>
              <a:gs pos="0">
                <a:schemeClr val="accent5"/>
              </a:gs>
              <a:gs pos="99000">
                <a:schemeClr val="accent4"/>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2">
            <a:extLst>
              <a:ext uri="{FF2B5EF4-FFF2-40B4-BE49-F238E27FC236}">
                <a16:creationId xmlns:a16="http://schemas.microsoft.com/office/drawing/2014/main" id="{83DD1B15-1F89-D692-96DF-15C1A83CCE42}"/>
              </a:ext>
            </a:extLst>
          </p:cNvPr>
          <p:cNvSpPr>
            <a:spLocks noGrp="1"/>
          </p:cNvSpPr>
          <p:nvPr>
            <p:ph type="body" idx="19" hasCustomPrompt="1"/>
          </p:nvPr>
        </p:nvSpPr>
        <p:spPr>
          <a:xfrm>
            <a:off x="509939"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01</a:t>
            </a:r>
          </a:p>
        </p:txBody>
      </p:sp>
      <p:sp>
        <p:nvSpPr>
          <p:cNvPr id="30" name="Content Placeholder 3">
            <a:extLst>
              <a:ext uri="{FF2B5EF4-FFF2-40B4-BE49-F238E27FC236}">
                <a16:creationId xmlns:a16="http://schemas.microsoft.com/office/drawing/2014/main" id="{A7B7FB43-7EC8-AC76-0A14-9E1277430781}"/>
              </a:ext>
            </a:extLst>
          </p:cNvPr>
          <p:cNvSpPr>
            <a:spLocks noGrp="1"/>
          </p:cNvSpPr>
          <p:nvPr>
            <p:ph sz="half" idx="20" hasCustomPrompt="1"/>
          </p:nvPr>
        </p:nvSpPr>
        <p:spPr>
          <a:xfrm>
            <a:off x="509939"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pic>
        <p:nvPicPr>
          <p:cNvPr id="44" name="Picture 43">
            <a:extLst>
              <a:ext uri="{FF2B5EF4-FFF2-40B4-BE49-F238E27FC236}">
                <a16:creationId xmlns:a16="http://schemas.microsoft.com/office/drawing/2014/main" id="{6C6032DA-FF80-88C3-2E14-1B874B380ABA}"/>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3" name="Content Placeholder 3">
            <a:extLst>
              <a:ext uri="{FF2B5EF4-FFF2-40B4-BE49-F238E27FC236}">
                <a16:creationId xmlns:a16="http://schemas.microsoft.com/office/drawing/2014/main" id="{399AB83B-3970-AA58-5E5A-9FB4D6E2E6D9}"/>
              </a:ext>
            </a:extLst>
          </p:cNvPr>
          <p:cNvSpPr>
            <a:spLocks noGrp="1"/>
          </p:cNvSpPr>
          <p:nvPr>
            <p:ph sz="half" idx="28" hasCustomPrompt="1"/>
          </p:nvPr>
        </p:nvSpPr>
        <p:spPr>
          <a:xfrm>
            <a:off x="509939"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0" name="Text Placeholder 2">
            <a:extLst>
              <a:ext uri="{FF2B5EF4-FFF2-40B4-BE49-F238E27FC236}">
                <a16:creationId xmlns:a16="http://schemas.microsoft.com/office/drawing/2014/main" id="{B3D24C33-3C7E-EC7B-E277-8FDC091E9755}"/>
              </a:ext>
            </a:extLst>
          </p:cNvPr>
          <p:cNvSpPr>
            <a:spLocks noGrp="1"/>
          </p:cNvSpPr>
          <p:nvPr>
            <p:ph type="body" idx="29" hasCustomPrompt="1"/>
          </p:nvPr>
        </p:nvSpPr>
        <p:spPr>
          <a:xfrm>
            <a:off x="3469708"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02</a:t>
            </a:r>
          </a:p>
        </p:txBody>
      </p:sp>
      <p:sp>
        <p:nvSpPr>
          <p:cNvPr id="12" name="Content Placeholder 3">
            <a:extLst>
              <a:ext uri="{FF2B5EF4-FFF2-40B4-BE49-F238E27FC236}">
                <a16:creationId xmlns:a16="http://schemas.microsoft.com/office/drawing/2014/main" id="{F64DA85F-9085-2E52-C671-86CC8901922B}"/>
              </a:ext>
            </a:extLst>
          </p:cNvPr>
          <p:cNvSpPr>
            <a:spLocks noGrp="1"/>
          </p:cNvSpPr>
          <p:nvPr>
            <p:ph sz="half" idx="30" hasCustomPrompt="1"/>
          </p:nvPr>
        </p:nvSpPr>
        <p:spPr>
          <a:xfrm>
            <a:off x="34697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3" name="Content Placeholder 3">
            <a:extLst>
              <a:ext uri="{FF2B5EF4-FFF2-40B4-BE49-F238E27FC236}">
                <a16:creationId xmlns:a16="http://schemas.microsoft.com/office/drawing/2014/main" id="{899B2E82-1E78-8C35-F5BA-628C6B92828E}"/>
              </a:ext>
            </a:extLst>
          </p:cNvPr>
          <p:cNvSpPr>
            <a:spLocks noGrp="1"/>
          </p:cNvSpPr>
          <p:nvPr>
            <p:ph sz="half" idx="31" hasCustomPrompt="1"/>
          </p:nvPr>
        </p:nvSpPr>
        <p:spPr>
          <a:xfrm>
            <a:off x="34697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5" name="Text Placeholder 2">
            <a:extLst>
              <a:ext uri="{FF2B5EF4-FFF2-40B4-BE49-F238E27FC236}">
                <a16:creationId xmlns:a16="http://schemas.microsoft.com/office/drawing/2014/main" id="{8485C90F-3AE9-352D-14C8-3473FC59EFA4}"/>
              </a:ext>
            </a:extLst>
          </p:cNvPr>
          <p:cNvSpPr>
            <a:spLocks noGrp="1"/>
          </p:cNvSpPr>
          <p:nvPr>
            <p:ph type="body" idx="32" hasCustomPrompt="1"/>
          </p:nvPr>
        </p:nvSpPr>
        <p:spPr>
          <a:xfrm>
            <a:off x="6419206"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03</a:t>
            </a:r>
          </a:p>
        </p:txBody>
      </p:sp>
      <p:sp>
        <p:nvSpPr>
          <p:cNvPr id="16" name="Content Placeholder 3">
            <a:extLst>
              <a:ext uri="{FF2B5EF4-FFF2-40B4-BE49-F238E27FC236}">
                <a16:creationId xmlns:a16="http://schemas.microsoft.com/office/drawing/2014/main" id="{07B8F4AE-B6DA-CB07-CFD5-196177AD9FB6}"/>
              </a:ext>
            </a:extLst>
          </p:cNvPr>
          <p:cNvSpPr>
            <a:spLocks noGrp="1"/>
          </p:cNvSpPr>
          <p:nvPr>
            <p:ph sz="half" idx="33" hasCustomPrompt="1"/>
          </p:nvPr>
        </p:nvSpPr>
        <p:spPr>
          <a:xfrm>
            <a:off x="6441508"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17" name="Content Placeholder 3">
            <a:extLst>
              <a:ext uri="{FF2B5EF4-FFF2-40B4-BE49-F238E27FC236}">
                <a16:creationId xmlns:a16="http://schemas.microsoft.com/office/drawing/2014/main" id="{5918C8E5-B32F-30DB-1A2F-FBD93C9A782D}"/>
              </a:ext>
            </a:extLst>
          </p:cNvPr>
          <p:cNvSpPr>
            <a:spLocks noGrp="1"/>
          </p:cNvSpPr>
          <p:nvPr>
            <p:ph sz="half" idx="34" hasCustomPrompt="1"/>
          </p:nvPr>
        </p:nvSpPr>
        <p:spPr>
          <a:xfrm>
            <a:off x="6441508"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18" name="Text Placeholder 2">
            <a:extLst>
              <a:ext uri="{FF2B5EF4-FFF2-40B4-BE49-F238E27FC236}">
                <a16:creationId xmlns:a16="http://schemas.microsoft.com/office/drawing/2014/main" id="{C88905B0-1F7A-3098-3D87-B4D0C46DEEA4}"/>
              </a:ext>
            </a:extLst>
          </p:cNvPr>
          <p:cNvSpPr>
            <a:spLocks noGrp="1"/>
          </p:cNvSpPr>
          <p:nvPr>
            <p:ph type="body" idx="35" hasCustomPrompt="1"/>
          </p:nvPr>
        </p:nvSpPr>
        <p:spPr>
          <a:xfrm>
            <a:off x="9401277" y="2716252"/>
            <a:ext cx="2292816" cy="509121"/>
          </a:xfrm>
          <a:prstGeom prst="rect">
            <a:avLst/>
          </a:prstGeom>
        </p:spPr>
        <p:txBody>
          <a:bodyPr lIns="0" anchor="t">
            <a:noAutofit/>
          </a:bodyPr>
          <a:lstStyle>
            <a:lvl1pPr marL="0" indent="0">
              <a:buNone/>
              <a:defRPr sz="6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04</a:t>
            </a:r>
          </a:p>
        </p:txBody>
      </p:sp>
      <p:sp>
        <p:nvSpPr>
          <p:cNvPr id="19" name="Content Placeholder 3">
            <a:extLst>
              <a:ext uri="{FF2B5EF4-FFF2-40B4-BE49-F238E27FC236}">
                <a16:creationId xmlns:a16="http://schemas.microsoft.com/office/drawing/2014/main" id="{C38F0F01-8CA0-322D-FD81-5A3BAA3B2DA9}"/>
              </a:ext>
            </a:extLst>
          </p:cNvPr>
          <p:cNvSpPr>
            <a:spLocks noGrp="1"/>
          </p:cNvSpPr>
          <p:nvPr>
            <p:ph sz="half" idx="36" hasCustomPrompt="1"/>
          </p:nvPr>
        </p:nvSpPr>
        <p:spPr>
          <a:xfrm>
            <a:off x="9401277" y="3253488"/>
            <a:ext cx="2292816" cy="683276"/>
          </a:xfrm>
          <a:prstGeom prst="rect">
            <a:avLst/>
          </a:prstGeom>
        </p:spPr>
        <p:txBody>
          <a:bodyPr lIns="0" anchor="ctr">
            <a:noAutofit/>
          </a:bodyPr>
          <a:lstStyle>
            <a:lvl1pPr marL="0" indent="0">
              <a:buNone/>
              <a:defRPr sz="1800" b="0" i="0">
                <a:solidFill>
                  <a:schemeClr val="tx1"/>
                </a:solidFill>
                <a:latin typeface="Space Grotesk Medium" pitchFamily="2" charset="77"/>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a:t>
            </a:r>
          </a:p>
        </p:txBody>
      </p:sp>
      <p:sp>
        <p:nvSpPr>
          <p:cNvPr id="23" name="Content Placeholder 3">
            <a:extLst>
              <a:ext uri="{FF2B5EF4-FFF2-40B4-BE49-F238E27FC236}">
                <a16:creationId xmlns:a16="http://schemas.microsoft.com/office/drawing/2014/main" id="{35DEC288-D3AB-E659-AF92-FAC2AD0187D8}"/>
              </a:ext>
            </a:extLst>
          </p:cNvPr>
          <p:cNvSpPr>
            <a:spLocks noGrp="1"/>
          </p:cNvSpPr>
          <p:nvPr>
            <p:ph sz="half" idx="37" hasCustomPrompt="1"/>
          </p:nvPr>
        </p:nvSpPr>
        <p:spPr>
          <a:xfrm>
            <a:off x="9401277" y="3951320"/>
            <a:ext cx="2292816" cy="683276"/>
          </a:xfrm>
          <a:prstGeom prst="rect">
            <a:avLst/>
          </a:prstGeom>
        </p:spPr>
        <p:txBody>
          <a:bodyPr lIns="0">
            <a:noAutofit/>
          </a:bodyPr>
          <a:lstStyle>
            <a:lvl1pPr marL="0" indent="0">
              <a:lnSpc>
                <a:spcPts val="2200"/>
              </a:lnSpc>
              <a:buNone/>
              <a:defRPr sz="1400">
                <a:solidFill>
                  <a:schemeClr val="bg1"/>
                </a:solidFill>
                <a:latin typeface="Inter UI" panose="020B0502030000000004" pitchFamily="34" charset="0"/>
                <a:ea typeface="Inter UI" panose="020B0502030000000004" pitchFamily="34" charset="0"/>
              </a:defRPr>
            </a:lvl1pPr>
            <a:lvl2pPr marL="457200" indent="0">
              <a:buNone/>
              <a:defRPr sz="1100">
                <a:solidFill>
                  <a:schemeClr val="tx1"/>
                </a:solidFill>
              </a:defRPr>
            </a:lvl2pPr>
            <a:lvl3pPr marL="914400" indent="0">
              <a:buNone/>
              <a:defRPr sz="1100">
                <a:solidFill>
                  <a:schemeClr val="tx1"/>
                </a:solidFill>
              </a:defRPr>
            </a:lvl3pPr>
            <a:lvl4pPr marL="1371600" indent="0">
              <a:buNone/>
              <a:defRPr sz="1100">
                <a:solidFill>
                  <a:schemeClr val="tx1"/>
                </a:solidFill>
              </a:defRPr>
            </a:lvl4pPr>
            <a:lvl5pPr marL="1828800" indent="0">
              <a:buNone/>
              <a:defRPr sz="1100">
                <a:solidFill>
                  <a:schemeClr val="tx1"/>
                </a:solidFill>
              </a:defRPr>
            </a:lvl5pPr>
          </a:lstStyle>
          <a:p>
            <a:pPr lvl="0"/>
            <a:r>
              <a:rPr lang="en-US" dirty="0"/>
              <a:t>Lorem ipsum dolor </a:t>
            </a:r>
            <a:r>
              <a:rPr lang="en-US" dirty="0" err="1"/>
              <a:t>amet</a:t>
            </a:r>
            <a:r>
              <a:rPr lang="en-US" dirty="0"/>
              <a:t> </a:t>
            </a:r>
            <a:r>
              <a:rPr lang="en-US" dirty="0" err="1"/>
              <a:t>consectur</a:t>
            </a:r>
            <a:endParaRPr lang="en-US" dirty="0"/>
          </a:p>
        </p:txBody>
      </p:sp>
      <p:sp>
        <p:nvSpPr>
          <p:cNvPr id="2" name="Slide Number Placeholder 28">
            <a:extLst>
              <a:ext uri="{FF2B5EF4-FFF2-40B4-BE49-F238E27FC236}">
                <a16:creationId xmlns:a16="http://schemas.microsoft.com/office/drawing/2014/main" id="{3F3DCBD3-8820-D724-EEA9-9FC57E8E3035}"/>
              </a:ext>
            </a:extLst>
          </p:cNvPr>
          <p:cNvSpPr>
            <a:spLocks noGrp="1"/>
          </p:cNvSpPr>
          <p:nvPr>
            <p:ph type="sldNum" sz="quarter" idx="38"/>
          </p:nvPr>
        </p:nvSpPr>
        <p:spPr>
          <a:xfrm>
            <a:off x="558800" y="6264275"/>
            <a:ext cx="279400" cy="365125"/>
          </a:xfrm>
        </p:spPr>
        <p:txBody>
          <a:bodyPr/>
          <a:lstStyle>
            <a:lvl1pPr>
              <a:defRPr>
                <a:solidFill>
                  <a:schemeClr val="bg1"/>
                </a:solidFill>
              </a:defRPr>
            </a:lvl1pPr>
          </a:lstStyle>
          <a:p>
            <a:fld id="{2E1C8E04-61AE-364F-9D16-6A67B5591D25}" type="slidenum">
              <a:rPr lang="en-US" smtClean="0"/>
              <a:pPr/>
              <a:t>‹#›</a:t>
            </a:fld>
            <a:endParaRPr lang="en-US" dirty="0"/>
          </a:p>
        </p:txBody>
      </p:sp>
      <p:sp>
        <p:nvSpPr>
          <p:cNvPr id="4" name="Footer Placeholder 29">
            <a:extLst>
              <a:ext uri="{FF2B5EF4-FFF2-40B4-BE49-F238E27FC236}">
                <a16:creationId xmlns:a16="http://schemas.microsoft.com/office/drawing/2014/main" id="{F75EB40D-C290-1A00-A30A-209415A36DCC}"/>
              </a:ext>
            </a:extLst>
          </p:cNvPr>
          <p:cNvSpPr>
            <a:spLocks noGrp="1"/>
          </p:cNvSpPr>
          <p:nvPr>
            <p:ph type="ftr" sz="quarter" idx="39"/>
          </p:nvPr>
        </p:nvSpPr>
        <p:spPr>
          <a:xfrm>
            <a:off x="882210" y="6264275"/>
            <a:ext cx="4554218" cy="365125"/>
          </a:xfrm>
        </p:spPr>
        <p:txBody>
          <a:bodyPr/>
          <a:lstStyle>
            <a:lvl1pPr>
              <a:defRPr>
                <a:solidFill>
                  <a:schemeClr val="bg1"/>
                </a:solidFill>
              </a:defRPr>
            </a:lvl1pPr>
          </a:lstStyle>
          <a:p>
            <a:r>
              <a:rPr lang="en-US"/>
              <a:t>Presentation Title Goes Here</a:t>
            </a:r>
            <a:endParaRPr lang="en-US" dirty="0"/>
          </a:p>
        </p:txBody>
      </p:sp>
      <p:cxnSp>
        <p:nvCxnSpPr>
          <p:cNvPr id="14" name="Straight Connector 13">
            <a:extLst>
              <a:ext uri="{FF2B5EF4-FFF2-40B4-BE49-F238E27FC236}">
                <a16:creationId xmlns:a16="http://schemas.microsoft.com/office/drawing/2014/main" id="{73BB7E62-83FD-FA61-4E49-3B99F77A837E}"/>
              </a:ext>
            </a:extLst>
          </p:cNvPr>
          <p:cNvCxnSpPr/>
          <p:nvPr userDrawn="1"/>
        </p:nvCxnSpPr>
        <p:spPr>
          <a:xfrm>
            <a:off x="3132221"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A89E524-D6E2-1C64-420B-D281ADA4C1D8}"/>
              </a:ext>
            </a:extLst>
          </p:cNvPr>
          <p:cNvCxnSpPr/>
          <p:nvPr userDrawn="1"/>
        </p:nvCxnSpPr>
        <p:spPr>
          <a:xfrm>
            <a:off x="6098445"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16DA8CF-AE55-D0E1-C112-E1756297E0C6}"/>
              </a:ext>
            </a:extLst>
          </p:cNvPr>
          <p:cNvCxnSpPr/>
          <p:nvPr userDrawn="1"/>
        </p:nvCxnSpPr>
        <p:spPr>
          <a:xfrm>
            <a:off x="9064669" y="0"/>
            <a:ext cx="0" cy="6858000"/>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67282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Large Image + Captio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48307F-569A-ACEB-7613-0AB60345B8B5}"/>
              </a:ext>
            </a:extLst>
          </p:cNvPr>
          <p:cNvSpPr>
            <a:spLocks noGrp="1"/>
          </p:cNvSpPr>
          <p:nvPr>
            <p:ph type="pic" sz="quarter" idx="14"/>
          </p:nvPr>
        </p:nvSpPr>
        <p:spPr>
          <a:xfrm>
            <a:off x="0" y="0"/>
            <a:ext cx="12192000" cy="6858000"/>
          </a:xfrm>
        </p:spPr>
        <p:txBody>
          <a:bodyPr/>
          <a:lstStyle>
            <a:lvl1pPr marL="0" indent="0">
              <a:buNone/>
              <a:defRPr/>
            </a:lvl1pPr>
          </a:lstStyle>
          <a:p>
            <a:endParaRPr lang="en-US" dirty="0"/>
          </a:p>
        </p:txBody>
      </p:sp>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Tree>
    <p:extLst>
      <p:ext uri="{BB962C8B-B14F-4D97-AF65-F5344CB8AC3E}">
        <p14:creationId xmlns:p14="http://schemas.microsoft.com/office/powerpoint/2010/main" val="40997099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Basic Backgroun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pic>
        <p:nvPicPr>
          <p:cNvPr id="2" name="Picture 1">
            <a:extLst>
              <a:ext uri="{FF2B5EF4-FFF2-40B4-BE49-F238E27FC236}">
                <a16:creationId xmlns:a16="http://schemas.microsoft.com/office/drawing/2014/main" id="{90B398FF-4608-3C59-217C-6A40D911543C}"/>
              </a:ext>
            </a:extLst>
          </p:cNvPr>
          <p:cNvPicPr>
            <a:picLocks noChangeAspect="1"/>
          </p:cNvPicPr>
          <p:nvPr userDrawn="1"/>
        </p:nvPicPr>
        <p:blipFill>
          <a:blip r:embed="rId3"/>
          <a:srcRect/>
          <a:stretch/>
        </p:blipFill>
        <p:spPr>
          <a:xfrm>
            <a:off x="10236201" y="6365323"/>
            <a:ext cx="1117599"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tx1"/>
                </a:solidFill>
                <a:latin typeface="Space Grotesk Light" pitchFamily="2" charset="77"/>
              </a:rPr>
              <a:t>P3ADAPTIVE.COM</a:t>
            </a:r>
          </a:p>
        </p:txBody>
      </p:sp>
    </p:spTree>
    <p:extLst>
      <p:ext uri="{BB962C8B-B14F-4D97-AF65-F5344CB8AC3E}">
        <p14:creationId xmlns:p14="http://schemas.microsoft.com/office/powerpoint/2010/main" val="19542598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Basic Background">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1017E3D-D397-2D38-6EEC-C7BC987CB07B}"/>
              </a:ext>
            </a:extLst>
          </p:cNvPr>
          <p:cNvPicPr>
            <a:picLocks noChangeAspect="1"/>
          </p:cNvPicPr>
          <p:nvPr userDrawn="1"/>
        </p:nvPicPr>
        <p:blipFill>
          <a:blip r:embed="rId2"/>
          <a:srcRect/>
          <a:stretch/>
        </p:blipFill>
        <p:spPr>
          <a:xfrm>
            <a:off x="10236204" y="6365323"/>
            <a:ext cx="1117593" cy="184284"/>
          </a:xfrm>
          <a:prstGeom prst="rect">
            <a:avLst/>
          </a:prstGeom>
        </p:spPr>
      </p:pic>
      <p:sp>
        <p:nvSpPr>
          <p:cNvPr id="5" name="TextBox 4">
            <a:extLst>
              <a:ext uri="{FF2B5EF4-FFF2-40B4-BE49-F238E27FC236}">
                <a16:creationId xmlns:a16="http://schemas.microsoft.com/office/drawing/2014/main" id="{FFA7D4A0-1063-2432-FE10-22E229854B0F}"/>
              </a:ext>
            </a:extLst>
          </p:cNvPr>
          <p:cNvSpPr txBox="1"/>
          <p:nvPr userDrawn="1"/>
        </p:nvSpPr>
        <p:spPr>
          <a:xfrm>
            <a:off x="8254297" y="6334990"/>
            <a:ext cx="1847428" cy="215444"/>
          </a:xfrm>
          <a:prstGeom prst="rect">
            <a:avLst/>
          </a:prstGeom>
          <a:noFill/>
        </p:spPr>
        <p:txBody>
          <a:bodyPr wrap="square" rtlCol="0">
            <a:spAutoFit/>
          </a:bodyPr>
          <a:lstStyle/>
          <a:p>
            <a:pPr algn="r"/>
            <a:r>
              <a:rPr lang="en-US" sz="800" b="0" i="0" dirty="0">
                <a:solidFill>
                  <a:schemeClr val="bg1"/>
                </a:solidFill>
                <a:latin typeface="Space Grotesk Light" pitchFamily="2" charset="77"/>
              </a:rPr>
              <a:t>P3ADAPTIVE.COM</a:t>
            </a:r>
          </a:p>
        </p:txBody>
      </p:sp>
    </p:spTree>
    <p:extLst>
      <p:ext uri="{BB962C8B-B14F-4D97-AF65-F5344CB8AC3E}">
        <p14:creationId xmlns:p14="http://schemas.microsoft.com/office/powerpoint/2010/main" val="856035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4162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B1EDD6-DF08-D054-8CB4-B5219E9F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912819-8CF0-6ED2-8F6B-1CEE1EF57A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B0FD5-D308-B238-09AE-9D3F591D9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24AB6-689F-4D94-89E3-667E6F78A9F8}" type="datetimeFigureOut">
              <a:rPr lang="en-US" smtClean="0"/>
              <a:t>9/15/2026</a:t>
            </a:fld>
            <a:endParaRPr lang="en-US"/>
          </a:p>
        </p:txBody>
      </p:sp>
      <p:sp>
        <p:nvSpPr>
          <p:cNvPr id="5" name="Footer Placeholder 4">
            <a:extLst>
              <a:ext uri="{FF2B5EF4-FFF2-40B4-BE49-F238E27FC236}">
                <a16:creationId xmlns:a16="http://schemas.microsoft.com/office/drawing/2014/main" id="{213640B5-0807-F9FE-DC39-61BF57B64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Presentation Title Goes Here</a:t>
            </a:r>
            <a:endParaRPr lang="en-US" dirty="0"/>
          </a:p>
        </p:txBody>
      </p:sp>
      <p:sp>
        <p:nvSpPr>
          <p:cNvPr id="6" name="Slide Number Placeholder 5">
            <a:extLst>
              <a:ext uri="{FF2B5EF4-FFF2-40B4-BE49-F238E27FC236}">
                <a16:creationId xmlns:a16="http://schemas.microsoft.com/office/drawing/2014/main" id="{E5B4B08E-A102-F055-7747-2596A03915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1C8E04-61AE-364F-9D16-6A67B5591D25}" type="slidenum">
              <a:rPr lang="en-US" smtClean="0"/>
              <a:pPr/>
              <a:t>‹#›</a:t>
            </a:fld>
            <a:endParaRPr lang="en-US" dirty="0"/>
          </a:p>
        </p:txBody>
      </p:sp>
    </p:spTree>
    <p:extLst>
      <p:ext uri="{BB962C8B-B14F-4D97-AF65-F5344CB8AC3E}">
        <p14:creationId xmlns:p14="http://schemas.microsoft.com/office/powerpoint/2010/main" val="379359481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01" r:id="rId35"/>
    <p:sldLayoutId id="2147483686" r:id="rId36"/>
    <p:sldLayoutId id="2147483653" r:id="rId37"/>
    <p:sldLayoutId id="2147483678" r:id="rId38"/>
    <p:sldLayoutId id="2147483685" r:id="rId39"/>
    <p:sldLayoutId id="2147483673" r:id="rId40"/>
    <p:sldLayoutId id="2147483683" r:id="rId41"/>
    <p:sldLayoutId id="2147483674" r:id="rId42"/>
    <p:sldLayoutId id="2147483684" r:id="rId43"/>
    <p:sldLayoutId id="2147483663" r:id="rId44"/>
    <p:sldLayoutId id="2147483654" r:id="rId45"/>
    <p:sldLayoutId id="2147483651" r:id="rId46"/>
    <p:sldLayoutId id="2147483661" r:id="rId47"/>
    <p:sldLayoutId id="2147483677" r:id="rId48"/>
    <p:sldLayoutId id="2147483664" r:id="rId49"/>
    <p:sldLayoutId id="2147483687" r:id="rId50"/>
    <p:sldLayoutId id="2147483675" r:id="rId51"/>
    <p:sldLayoutId id="2147483662" r:id="rId52"/>
    <p:sldLayoutId id="2147483676" r:id="rId53"/>
    <p:sldLayoutId id="2147483672" r:id="rId54"/>
    <p:sldLayoutId id="2147483670" r:id="rId55"/>
    <p:sldLayoutId id="2147483681" r:id="rId56"/>
    <p:sldLayoutId id="2147483682" r:id="rId57"/>
    <p:sldLayoutId id="2147483737" r:id="rId5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840" userDrawn="1">
          <p15:clr>
            <a:srgbClr val="F26B43"/>
          </p15:clr>
        </p15:guide>
        <p15:guide id="14" pos="528" userDrawn="1">
          <p15:clr>
            <a:srgbClr val="F26B43"/>
          </p15:clr>
        </p15:guide>
        <p15:guide id="15" orient="horz" pos="2160" userDrawn="1">
          <p15:clr>
            <a:srgbClr val="F26B43"/>
          </p15:clr>
        </p15:guide>
        <p15:guide id="16" orient="horz" pos="144" userDrawn="1">
          <p15:clr>
            <a:srgbClr val="F26B43"/>
          </p15:clr>
        </p15:guide>
        <p15:guide id="17" orient="horz" pos="720" userDrawn="1">
          <p15:clr>
            <a:srgbClr val="F26B43"/>
          </p15:clr>
        </p15:guide>
        <p15:guide id="18" pos="7152" userDrawn="1">
          <p15:clr>
            <a:srgbClr val="F26B43"/>
          </p15:clr>
        </p15:guide>
        <p15:guide id="19" orient="horz" pos="432" userDrawn="1">
          <p15:clr>
            <a:srgbClr val="F26B43"/>
          </p15:clr>
        </p15:guide>
        <p15:guide id="20" orient="horz" pos="1008" userDrawn="1">
          <p15:clr>
            <a:srgbClr val="F26B43"/>
          </p15:clr>
        </p15:guide>
        <p15:guide id="21" orient="horz" pos="1296" userDrawn="1">
          <p15:clr>
            <a:srgbClr val="F26B43"/>
          </p15:clr>
        </p15:guide>
        <p15:guide id="22" orient="horz" pos="4176" userDrawn="1">
          <p15:clr>
            <a:srgbClr val="F26B43"/>
          </p15:clr>
        </p15:guide>
        <p15:guide id="23" orient="horz" pos="3096" userDrawn="1">
          <p15:clr>
            <a:srgbClr val="F26B43"/>
          </p15:clr>
        </p15:guide>
        <p15:guide id="2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kristyna-ferris-dataonwheels/" TargetMode="External"/><Relationship Id="rId2" Type="http://schemas.openxmlformats.org/officeDocument/2006/relationships/hyperlink" Target="https://dataonwheels.wordpress.com/"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microsoft.com/en-us/azure/cost-management-billing/reservations/fabric-capacity#buy-a-microsoft-fabric-capacity-reservation"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28EF7-DA21-3EBA-45BD-07A520938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84CC0-0BC0-32AF-31FE-4FAA52F6BCC1}"/>
              </a:ext>
            </a:extLst>
          </p:cNvPr>
          <p:cNvSpPr>
            <a:spLocks noGrp="1"/>
          </p:cNvSpPr>
          <p:nvPr>
            <p:ph type="ctrTitle"/>
          </p:nvPr>
        </p:nvSpPr>
        <p:spPr>
          <a:xfrm>
            <a:off x="124239" y="417576"/>
            <a:ext cx="11956774" cy="1249394"/>
          </a:xfrm>
        </p:spPr>
        <p:txBody>
          <a:bodyPr anchor="ctr">
            <a:noAutofit/>
          </a:bodyPr>
          <a:lstStyle/>
          <a:p>
            <a:r>
              <a:rPr lang="en-US" sz="4000" dirty="0">
                <a:latin typeface="Atkinson Hyperlegible" pitchFamily="2" charset="0"/>
              </a:rPr>
              <a:t>Fabric Admin 101</a:t>
            </a:r>
            <a:br>
              <a:rPr lang="en-US" sz="4000" dirty="0">
                <a:latin typeface="Atkinson Hyperlegible" pitchFamily="2" charset="0"/>
              </a:rPr>
            </a:br>
            <a:br>
              <a:rPr lang="en-US" sz="2400" dirty="0">
                <a:latin typeface="Atkinson Hyperlegible" pitchFamily="2" charset="0"/>
              </a:rPr>
            </a:br>
            <a:r>
              <a:rPr lang="en-US" sz="2400" dirty="0">
                <a:latin typeface="Atkinson Hyperlegible" pitchFamily="2" charset="0"/>
              </a:rPr>
              <a:t>Settings, Tools, and Monitoring that Keep the Lights On and the Bills Down</a:t>
            </a:r>
            <a:endParaRPr lang="en-US" sz="2400" i="1" dirty="0">
              <a:latin typeface="Atkinson Hyperlegible" pitchFamily="2" charset="0"/>
            </a:endParaRPr>
          </a:p>
        </p:txBody>
      </p:sp>
      <p:sp>
        <p:nvSpPr>
          <p:cNvPr id="3" name="Subtitle 2">
            <a:extLst>
              <a:ext uri="{FF2B5EF4-FFF2-40B4-BE49-F238E27FC236}">
                <a16:creationId xmlns:a16="http://schemas.microsoft.com/office/drawing/2014/main" id="{6201F2B7-624E-CB63-0A92-F5F5042130F9}"/>
              </a:ext>
            </a:extLst>
          </p:cNvPr>
          <p:cNvSpPr>
            <a:spLocks noGrp="1"/>
          </p:cNvSpPr>
          <p:nvPr>
            <p:ph type="subTitle" idx="1"/>
          </p:nvPr>
        </p:nvSpPr>
        <p:spPr>
          <a:xfrm>
            <a:off x="647804" y="2492829"/>
            <a:ext cx="10909643" cy="687406"/>
          </a:xfrm>
        </p:spPr>
        <p:txBody>
          <a:bodyPr anchor="ctr">
            <a:normAutofit/>
          </a:bodyPr>
          <a:lstStyle/>
          <a:p>
            <a:r>
              <a:rPr lang="en-US" dirty="0">
                <a:cs typeface="Arial" panose="020B0604020202020204" pitchFamily="34" charset="0"/>
              </a:rPr>
              <a:t>Kristyna Ferris</a:t>
            </a:r>
          </a:p>
        </p:txBody>
      </p:sp>
      <p:sp>
        <p:nvSpPr>
          <p:cNvPr id="4" name="Subtitle 2">
            <a:extLst>
              <a:ext uri="{FF2B5EF4-FFF2-40B4-BE49-F238E27FC236}">
                <a16:creationId xmlns:a16="http://schemas.microsoft.com/office/drawing/2014/main" id="{FB793C5E-E286-7E86-B510-811E947CA9C5}"/>
              </a:ext>
            </a:extLst>
          </p:cNvPr>
          <p:cNvSpPr txBox="1">
            <a:spLocks/>
          </p:cNvSpPr>
          <p:nvPr/>
        </p:nvSpPr>
        <p:spPr>
          <a:xfrm>
            <a:off x="557711" y="5937593"/>
            <a:ext cx="11329489" cy="68740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cs typeface="Arial" panose="020B0604020202020204" pitchFamily="34" charset="0"/>
              </a:rPr>
              <a:t>Fun Fact: this font is dyslexic friendly! Ask me how to use it for free after the session.</a:t>
            </a:r>
          </a:p>
        </p:txBody>
      </p:sp>
      <p:pic>
        <p:nvPicPr>
          <p:cNvPr id="5" name="Picture 4" descr="A road with bushes and trees in the background&#10;&#10;AI-generated content may be incorrect.">
            <a:extLst>
              <a:ext uri="{FF2B5EF4-FFF2-40B4-BE49-F238E27FC236}">
                <a16:creationId xmlns:a16="http://schemas.microsoft.com/office/drawing/2014/main" id="{844378CF-9F79-1460-5ACF-49DE1563ED5F}"/>
              </a:ext>
            </a:extLst>
          </p:cNvPr>
          <p:cNvPicPr>
            <a:picLocks noChangeAspect="1"/>
          </p:cNvPicPr>
          <p:nvPr/>
        </p:nvPicPr>
        <p:blipFill>
          <a:blip r:embed="rId3"/>
          <a:srcRect t="20624" b="24271"/>
          <a:stretch>
            <a:fillRect/>
          </a:stretch>
        </p:blipFill>
        <p:spPr>
          <a:xfrm>
            <a:off x="7388" y="3543300"/>
            <a:ext cx="12190476" cy="2210656"/>
          </a:xfrm>
          <a:prstGeom prst="rect">
            <a:avLst/>
          </a:prstGeom>
        </p:spPr>
      </p:pic>
    </p:spTree>
    <p:extLst>
      <p:ext uri="{BB962C8B-B14F-4D97-AF65-F5344CB8AC3E}">
        <p14:creationId xmlns:p14="http://schemas.microsoft.com/office/powerpoint/2010/main" val="70182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23EE-8834-379B-D29E-82A02A099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0CC65-2D84-3E12-28E3-8CF5E276244D}"/>
              </a:ext>
            </a:extLst>
          </p:cNvPr>
          <p:cNvSpPr>
            <a:spLocks noGrp="1"/>
          </p:cNvSpPr>
          <p:nvPr>
            <p:ph type="title"/>
          </p:nvPr>
        </p:nvSpPr>
        <p:spPr>
          <a:xfrm>
            <a:off x="5029200" y="365125"/>
            <a:ext cx="6522720" cy="1283255"/>
          </a:xfrm>
        </p:spPr>
        <p:txBody>
          <a:bodyPr>
            <a:normAutofit fontScale="90000"/>
          </a:bodyPr>
          <a:lstStyle/>
          <a:p>
            <a:r>
              <a:rPr lang="en-US" dirty="0"/>
              <a:t>About Me ~ Kristyna Ferris</a:t>
            </a:r>
          </a:p>
        </p:txBody>
      </p:sp>
      <p:sp>
        <p:nvSpPr>
          <p:cNvPr id="3" name="Content Placeholder 2">
            <a:extLst>
              <a:ext uri="{FF2B5EF4-FFF2-40B4-BE49-F238E27FC236}">
                <a16:creationId xmlns:a16="http://schemas.microsoft.com/office/drawing/2014/main" id="{DAF38228-38FE-B0FF-35BD-580808EBDC9A}"/>
              </a:ext>
            </a:extLst>
          </p:cNvPr>
          <p:cNvSpPr>
            <a:spLocks noGrp="1"/>
          </p:cNvSpPr>
          <p:nvPr>
            <p:ph idx="1"/>
          </p:nvPr>
        </p:nvSpPr>
        <p:spPr>
          <a:xfrm>
            <a:off x="5109160" y="1873905"/>
            <a:ext cx="7048670" cy="4898684"/>
          </a:xfrm>
        </p:spPr>
        <p:txBody>
          <a:bodyPr>
            <a:normAutofit fontScale="92500" lnSpcReduction="20000"/>
          </a:bodyPr>
          <a:lstStyle/>
          <a:p>
            <a:pPr marL="0" indent="0">
              <a:lnSpc>
                <a:spcPct val="160000"/>
              </a:lnSpc>
              <a:buNone/>
            </a:pPr>
            <a:r>
              <a:rPr lang="en-US" sz="2100" dirty="0"/>
              <a:t>Microsoft MVP, Data Platform &amp; Fabric</a:t>
            </a:r>
            <a:br>
              <a:rPr lang="en-US" sz="2100" dirty="0"/>
            </a:br>
            <a:r>
              <a:rPr lang="en-US" sz="2100" dirty="0"/>
              <a:t>Solution Architect, P3 Adaptive</a:t>
            </a:r>
            <a:br>
              <a:rPr lang="en-US" sz="2100" dirty="0"/>
            </a:br>
            <a:r>
              <a:rPr lang="en-US" sz="2100" dirty="0"/>
              <a:t>Lexington Data Tech Group co-organizer </a:t>
            </a:r>
            <a:br>
              <a:rPr lang="en-US" sz="2100" dirty="0"/>
            </a:br>
            <a:r>
              <a:rPr lang="en-US" sz="2100" dirty="0" err="1"/>
              <a:t>DataOnWheels</a:t>
            </a:r>
            <a:r>
              <a:rPr lang="en-US" sz="2100" dirty="0"/>
              <a:t> Author</a:t>
            </a:r>
          </a:p>
          <a:p>
            <a:pPr marL="0" indent="0">
              <a:lnSpc>
                <a:spcPct val="160000"/>
              </a:lnSpc>
              <a:buNone/>
            </a:pPr>
            <a:r>
              <a:rPr lang="en-US" sz="2000" b="1" dirty="0"/>
              <a:t>Blog </a:t>
            </a:r>
          </a:p>
          <a:p>
            <a:pPr marL="0" indent="0">
              <a:lnSpc>
                <a:spcPct val="120000"/>
              </a:lnSpc>
              <a:buNone/>
            </a:pPr>
            <a:r>
              <a:rPr lang="en-US" sz="2000" dirty="0">
                <a:hlinkClick r:id="rId2">
                  <a:extLst>
                    <a:ext uri="{A12FA001-AC4F-418D-AE19-62706E023703}">
                      <ahyp:hlinkClr xmlns:ahyp="http://schemas.microsoft.com/office/drawing/2018/hyperlinkcolor" val="tx"/>
                    </a:ext>
                  </a:extLst>
                </a:hlinkClick>
              </a:rPr>
              <a:t>https://dataonwheels.wordpress.com/</a:t>
            </a:r>
            <a:br>
              <a:rPr lang="en-US" sz="2000" dirty="0"/>
            </a:br>
            <a:br>
              <a:rPr lang="en-US" sz="2000" dirty="0"/>
            </a:br>
            <a:r>
              <a:rPr lang="en-US" sz="2000" b="1" dirty="0"/>
              <a:t>LinkedIn </a:t>
            </a:r>
          </a:p>
          <a:p>
            <a:pPr marL="0" indent="0">
              <a:lnSpc>
                <a:spcPct val="120000"/>
              </a:lnSpc>
              <a:buNone/>
            </a:pPr>
            <a:r>
              <a:rPr lang="en-US" sz="2000" b="0" i="0" dirty="0">
                <a:effectLst/>
                <a:hlinkClick r:id="rId3">
                  <a:extLst>
                    <a:ext uri="{A12FA001-AC4F-418D-AE19-62706E023703}">
                      <ahyp:hlinkClr xmlns:ahyp="http://schemas.microsoft.com/office/drawing/2018/hyperlinkcolor" val="tx"/>
                    </a:ext>
                  </a:extLst>
                </a:hlinkClick>
              </a:rPr>
              <a:t>https://www.linkedin.com/in/kristyna-ferris-dataonwheels/</a:t>
            </a:r>
            <a:br>
              <a:rPr lang="en-US" sz="2000" b="0" i="0" dirty="0">
                <a:effectLst/>
              </a:rPr>
            </a:br>
            <a:endParaRPr lang="en-US" sz="2000" dirty="0"/>
          </a:p>
          <a:p>
            <a:pPr marL="0" indent="0">
              <a:lnSpc>
                <a:spcPct val="120000"/>
              </a:lnSpc>
              <a:buNone/>
            </a:pPr>
            <a:r>
              <a:rPr lang="en-US" sz="2000" b="1" dirty="0"/>
              <a:t>Twitter &amp; Bluesky </a:t>
            </a:r>
          </a:p>
          <a:p>
            <a:pPr marL="0" indent="0">
              <a:lnSpc>
                <a:spcPct val="120000"/>
              </a:lnSpc>
              <a:buNone/>
            </a:pPr>
            <a:r>
              <a:rPr lang="en-US" sz="2000" dirty="0"/>
              <a:t>@data_dragoness</a:t>
            </a:r>
          </a:p>
        </p:txBody>
      </p:sp>
      <p:pic>
        <p:nvPicPr>
          <p:cNvPr id="7" name="Picture 6">
            <a:extLst>
              <a:ext uri="{FF2B5EF4-FFF2-40B4-BE49-F238E27FC236}">
                <a16:creationId xmlns:a16="http://schemas.microsoft.com/office/drawing/2014/main" id="{396DAA21-4287-0C6E-B609-B641D096C74A}"/>
              </a:ext>
            </a:extLst>
          </p:cNvPr>
          <p:cNvPicPr>
            <a:picLocks noChangeAspect="1"/>
          </p:cNvPicPr>
          <p:nvPr/>
        </p:nvPicPr>
        <p:blipFill>
          <a:blip r:embed="rId4"/>
          <a:srcRect l="5406" r="5406"/>
          <a:stretch/>
        </p:blipFill>
        <p:spPr>
          <a:xfrm>
            <a:off x="458525" y="857692"/>
            <a:ext cx="4478416" cy="502128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33497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9F997-F022-AD14-1400-AE7597ECD15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85EB86A9-20DA-1772-0CF1-7CE092B2B218}"/>
              </a:ext>
            </a:extLst>
          </p:cNvPr>
          <p:cNvSpPr>
            <a:spLocks noGrp="1"/>
          </p:cNvSpPr>
          <p:nvPr>
            <p:ph idx="1"/>
          </p:nvPr>
        </p:nvSpPr>
        <p:spPr/>
        <p:txBody>
          <a:bodyPr/>
          <a:lstStyle/>
          <a:p>
            <a:r>
              <a:rPr lang="en-US" dirty="0"/>
              <a:t>Key Fabric Concepts</a:t>
            </a:r>
          </a:p>
          <a:p>
            <a:r>
              <a:rPr lang="en-US" dirty="0"/>
              <a:t>Personas &amp; Skills</a:t>
            </a:r>
          </a:p>
          <a:p>
            <a:r>
              <a:rPr lang="en-US" dirty="0"/>
              <a:t>Capacity Admin</a:t>
            </a:r>
          </a:p>
          <a:p>
            <a:r>
              <a:rPr lang="en-US" dirty="0"/>
              <a:t>Fabric Pricing</a:t>
            </a:r>
          </a:p>
          <a:p>
            <a:r>
              <a:rPr lang="en-US" dirty="0"/>
              <a:t>Live Walkthrough of Pulling Data into Fabric!</a:t>
            </a:r>
          </a:p>
          <a:p>
            <a:endParaRPr lang="en-US" dirty="0"/>
          </a:p>
        </p:txBody>
      </p:sp>
    </p:spTree>
    <p:extLst>
      <p:ext uri="{BB962C8B-B14F-4D97-AF65-F5344CB8AC3E}">
        <p14:creationId xmlns:p14="http://schemas.microsoft.com/office/powerpoint/2010/main" val="2620817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BEC01C2-02DD-AB28-ACDF-F2F3BF916364}"/>
              </a:ext>
            </a:extLst>
          </p:cNvPr>
          <p:cNvSpPr>
            <a:spLocks noGrp="1"/>
          </p:cNvSpPr>
          <p:nvPr>
            <p:ph type="ctrTitle"/>
          </p:nvPr>
        </p:nvSpPr>
        <p:spPr>
          <a:xfrm>
            <a:off x="858433" y="2239343"/>
            <a:ext cx="9703550" cy="2387600"/>
          </a:xfrm>
        </p:spPr>
        <p:txBody>
          <a:bodyPr/>
          <a:lstStyle/>
          <a:p>
            <a:r>
              <a:rPr lang="en-US" sz="5400" dirty="0"/>
              <a:t>Key Fabric Concepts</a:t>
            </a:r>
          </a:p>
        </p:txBody>
      </p:sp>
    </p:spTree>
    <p:extLst>
      <p:ext uri="{BB962C8B-B14F-4D97-AF65-F5344CB8AC3E}">
        <p14:creationId xmlns:p14="http://schemas.microsoft.com/office/powerpoint/2010/main" val="2464898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27C2-7F33-CCAC-73D1-06575D4DDD7A}"/>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F294AB29-A865-C005-A879-006B77D47D7E}"/>
              </a:ext>
            </a:extLst>
          </p:cNvPr>
          <p:cNvSpPr txBox="1"/>
          <p:nvPr/>
        </p:nvSpPr>
        <p:spPr>
          <a:xfrm>
            <a:off x="1166191" y="365760"/>
            <a:ext cx="9594573" cy="640080"/>
          </a:xfrm>
          <a:prstGeom prst="rect">
            <a:avLst/>
          </a:prstGeom>
          <a:noFill/>
          <a:ln/>
        </p:spPr>
        <p:txBody>
          <a:bodyPr wrap="square" lIns="0" tIns="0" rIns="0" bIns="0" rtlCol="0" anchor="ctr"/>
          <a:lstStyle/>
          <a:p>
            <a:pPr marL="0" indent="0" algn="ctr">
              <a:buNone/>
            </a:pPr>
            <a:r>
              <a:rPr lang="en-US" sz="3600" dirty="0">
                <a:ea typeface="Cambria" pitchFamily="34" charset="-122"/>
                <a:cs typeface="Cambria" pitchFamily="34" charset="-120"/>
              </a:rPr>
              <a:t>Microsoft Fabric at a Glance</a:t>
            </a:r>
            <a:endParaRPr lang="en-US" sz="3600" dirty="0"/>
          </a:p>
        </p:txBody>
      </p:sp>
      <p:sp>
        <p:nvSpPr>
          <p:cNvPr id="6" name="Text 4">
            <a:extLst>
              <a:ext uri="{FF2B5EF4-FFF2-40B4-BE49-F238E27FC236}">
                <a16:creationId xmlns:a16="http://schemas.microsoft.com/office/drawing/2014/main" id="{D692BBFE-BD62-C216-6E92-277A9390BF02}"/>
              </a:ext>
            </a:extLst>
          </p:cNvPr>
          <p:cNvSpPr txBox="1"/>
          <p:nvPr/>
        </p:nvSpPr>
        <p:spPr>
          <a:xfrm>
            <a:off x="1988820" y="1097280"/>
            <a:ext cx="8229600" cy="457200"/>
          </a:xfrm>
          <a:prstGeom prst="rect">
            <a:avLst/>
          </a:prstGeom>
          <a:noFill/>
          <a:ln/>
        </p:spPr>
        <p:txBody>
          <a:bodyPr wrap="square" lIns="0" tIns="0" rIns="0" bIns="0" rtlCol="0" anchor="ctr"/>
          <a:lstStyle/>
          <a:p>
            <a:pPr marL="0" indent="0" algn="ctr">
              <a:buNone/>
            </a:pPr>
            <a:r>
              <a:rPr lang="en-US" sz="1600" i="1" dirty="0">
                <a:ea typeface="Calibri" pitchFamily="34" charset="-122"/>
                <a:cs typeface="Calibri" pitchFamily="34" charset="-120"/>
              </a:rPr>
              <a:t>One platform for your entire data estate: from ingestion to insights.</a:t>
            </a:r>
            <a:endParaRPr lang="en-US" sz="1600" dirty="0"/>
          </a:p>
        </p:txBody>
      </p:sp>
      <p:sp>
        <p:nvSpPr>
          <p:cNvPr id="7" name="Shape 5">
            <a:extLst>
              <a:ext uri="{FF2B5EF4-FFF2-40B4-BE49-F238E27FC236}">
                <a16:creationId xmlns:a16="http://schemas.microsoft.com/office/drawing/2014/main" id="{A994BDD3-4723-1C6F-5F5D-9728F8F12C4C}"/>
              </a:ext>
            </a:extLst>
          </p:cNvPr>
          <p:cNvSpPr/>
          <p:nvPr/>
        </p:nvSpPr>
        <p:spPr>
          <a:xfrm>
            <a:off x="548640" y="1775791"/>
            <a:ext cx="3520440" cy="4076369"/>
          </a:xfrm>
          <a:prstGeom prst="roundRect">
            <a:avLst>
              <a:gd name="adj" fmla="val 5556"/>
            </a:avLst>
          </a:prstGeom>
          <a:solidFill>
            <a:srgbClr val="16A596"/>
          </a:solidFill>
          <a:ln/>
        </p:spPr>
        <p:txBody>
          <a:bodyPr/>
          <a:lstStyle/>
          <a:p>
            <a:endParaRPr lang="en-US"/>
          </a:p>
        </p:txBody>
      </p:sp>
      <p:sp>
        <p:nvSpPr>
          <p:cNvPr id="8" name="Text 6">
            <a:extLst>
              <a:ext uri="{FF2B5EF4-FFF2-40B4-BE49-F238E27FC236}">
                <a16:creationId xmlns:a16="http://schemas.microsoft.com/office/drawing/2014/main" id="{89F11C61-107E-5D72-39C5-CD7F384DD4D1}"/>
              </a:ext>
            </a:extLst>
          </p:cNvPr>
          <p:cNvSpPr txBox="1"/>
          <p:nvPr/>
        </p:nvSpPr>
        <p:spPr>
          <a:xfrm>
            <a:off x="928977" y="2106949"/>
            <a:ext cx="2971800" cy="566162"/>
          </a:xfrm>
          <a:prstGeom prst="rect">
            <a:avLst/>
          </a:prstGeom>
          <a:noFill/>
          <a:ln/>
        </p:spPr>
        <p:txBody>
          <a:bodyPr wrap="square" lIns="0" tIns="0" rIns="0" bIns="0" rtlCol="0" anchor="ctr"/>
          <a:lstStyle/>
          <a:p>
            <a:pPr marL="0" indent="0" algn="ctr">
              <a:buNone/>
            </a:pPr>
            <a:r>
              <a:rPr lang="en-US" sz="2200" b="1" dirty="0">
                <a:solidFill>
                  <a:srgbClr val="FFFFFF"/>
                </a:solidFill>
                <a:ea typeface="Cambria" pitchFamily="34" charset="-122"/>
                <a:cs typeface="Cambria" pitchFamily="34" charset="-120"/>
              </a:rPr>
              <a:t>Unified SaaS</a:t>
            </a:r>
            <a:endParaRPr lang="en-US" sz="2200" dirty="0"/>
          </a:p>
        </p:txBody>
      </p:sp>
      <p:sp>
        <p:nvSpPr>
          <p:cNvPr id="9" name="Text 7">
            <a:extLst>
              <a:ext uri="{FF2B5EF4-FFF2-40B4-BE49-F238E27FC236}">
                <a16:creationId xmlns:a16="http://schemas.microsoft.com/office/drawing/2014/main" id="{A0B1F582-5936-8E45-F73F-6AE97AFB079E}"/>
              </a:ext>
            </a:extLst>
          </p:cNvPr>
          <p:cNvSpPr txBox="1"/>
          <p:nvPr/>
        </p:nvSpPr>
        <p:spPr>
          <a:xfrm>
            <a:off x="822960" y="3180522"/>
            <a:ext cx="2971800" cy="2397318"/>
          </a:xfrm>
          <a:prstGeom prst="rect">
            <a:avLst/>
          </a:prstGeom>
          <a:noFill/>
          <a:ln/>
        </p:spPr>
        <p:txBody>
          <a:bodyPr wrap="square" lIns="0" tIns="0" rIns="0" bIns="0" rtlCol="0" anchor="t"/>
          <a:lstStyle/>
          <a:p>
            <a:pPr marL="0" indent="0">
              <a:buNone/>
            </a:pPr>
            <a:r>
              <a:rPr lang="en-US" dirty="0">
                <a:solidFill>
                  <a:srgbClr val="F0F4F8"/>
                </a:solidFill>
                <a:ea typeface="Calibri" pitchFamily="34" charset="-122"/>
                <a:cs typeface="Calibri" pitchFamily="34" charset="-120"/>
              </a:rPr>
              <a:t>Data Factory, Synapse, Power BI all under one roof with shared governance and a single billing model.</a:t>
            </a:r>
            <a:endParaRPr lang="en-US" dirty="0"/>
          </a:p>
        </p:txBody>
      </p:sp>
      <p:sp>
        <p:nvSpPr>
          <p:cNvPr id="10" name="Shape 8">
            <a:extLst>
              <a:ext uri="{FF2B5EF4-FFF2-40B4-BE49-F238E27FC236}">
                <a16:creationId xmlns:a16="http://schemas.microsoft.com/office/drawing/2014/main" id="{4E46CB46-4F35-DD3A-F874-AC46EF15C9F1}"/>
              </a:ext>
            </a:extLst>
          </p:cNvPr>
          <p:cNvSpPr/>
          <p:nvPr/>
        </p:nvSpPr>
        <p:spPr>
          <a:xfrm>
            <a:off x="4343400" y="1775791"/>
            <a:ext cx="3520440" cy="4076369"/>
          </a:xfrm>
          <a:prstGeom prst="roundRect">
            <a:avLst>
              <a:gd name="adj" fmla="val 5556"/>
            </a:avLst>
          </a:prstGeom>
          <a:solidFill>
            <a:srgbClr val="0F3460"/>
          </a:solidFill>
          <a:ln/>
        </p:spPr>
        <p:txBody>
          <a:bodyPr/>
          <a:lstStyle/>
          <a:p>
            <a:endParaRPr lang="en-US"/>
          </a:p>
        </p:txBody>
      </p:sp>
      <p:sp>
        <p:nvSpPr>
          <p:cNvPr id="11" name="Text 9">
            <a:extLst>
              <a:ext uri="{FF2B5EF4-FFF2-40B4-BE49-F238E27FC236}">
                <a16:creationId xmlns:a16="http://schemas.microsoft.com/office/drawing/2014/main" id="{E3FF3A3A-7609-F1C7-1C11-AC002EC27303}"/>
              </a:ext>
            </a:extLst>
          </p:cNvPr>
          <p:cNvSpPr txBox="1"/>
          <p:nvPr/>
        </p:nvSpPr>
        <p:spPr>
          <a:xfrm>
            <a:off x="4723737" y="2106949"/>
            <a:ext cx="2971800" cy="566162"/>
          </a:xfrm>
          <a:prstGeom prst="rect">
            <a:avLst/>
          </a:prstGeom>
          <a:noFill/>
          <a:ln/>
        </p:spPr>
        <p:txBody>
          <a:bodyPr wrap="square" lIns="0" tIns="0" rIns="0" bIns="0" rtlCol="0" anchor="ctr"/>
          <a:lstStyle/>
          <a:p>
            <a:pPr marL="0" indent="0" algn="ctr">
              <a:buNone/>
            </a:pPr>
            <a:r>
              <a:rPr lang="en-US" sz="2200" b="1" dirty="0">
                <a:solidFill>
                  <a:srgbClr val="FFFFFF"/>
                </a:solidFill>
                <a:ea typeface="Cambria" pitchFamily="34" charset="-122"/>
                <a:cs typeface="Cambria" pitchFamily="34" charset="-120"/>
              </a:rPr>
              <a:t>OneLake</a:t>
            </a:r>
            <a:endParaRPr lang="en-US" sz="2200" dirty="0"/>
          </a:p>
        </p:txBody>
      </p:sp>
      <p:sp>
        <p:nvSpPr>
          <p:cNvPr id="12" name="Text 10">
            <a:extLst>
              <a:ext uri="{FF2B5EF4-FFF2-40B4-BE49-F238E27FC236}">
                <a16:creationId xmlns:a16="http://schemas.microsoft.com/office/drawing/2014/main" id="{2C0743A9-ABA5-1E50-6221-0E34795D5849}"/>
              </a:ext>
            </a:extLst>
          </p:cNvPr>
          <p:cNvSpPr txBox="1"/>
          <p:nvPr/>
        </p:nvSpPr>
        <p:spPr>
          <a:xfrm>
            <a:off x="4617720" y="3180522"/>
            <a:ext cx="2971800" cy="2397318"/>
          </a:xfrm>
          <a:prstGeom prst="rect">
            <a:avLst/>
          </a:prstGeom>
          <a:noFill/>
          <a:ln/>
        </p:spPr>
        <p:txBody>
          <a:bodyPr wrap="square" lIns="0" tIns="0" rIns="0" bIns="0" rtlCol="0" anchor="t"/>
          <a:lstStyle/>
          <a:p>
            <a:pPr marL="0" indent="0">
              <a:buNone/>
            </a:pPr>
            <a:r>
              <a:rPr lang="en-US" dirty="0">
                <a:solidFill>
                  <a:srgbClr val="F0F4F8"/>
                </a:solidFill>
                <a:ea typeface="Calibri" pitchFamily="34" charset="-122"/>
                <a:cs typeface="Calibri" pitchFamily="34" charset="-120"/>
              </a:rPr>
              <a:t>One data lake for the whole org. </a:t>
            </a:r>
          </a:p>
          <a:p>
            <a:pPr marL="0" indent="0">
              <a:buNone/>
            </a:pPr>
            <a:r>
              <a:rPr lang="en-US" dirty="0">
                <a:solidFill>
                  <a:srgbClr val="F0F4F8"/>
                </a:solidFill>
                <a:ea typeface="Calibri" pitchFamily="34" charset="-122"/>
                <a:cs typeface="Calibri" pitchFamily="34" charset="-120"/>
              </a:rPr>
              <a:t>No more data silos, no more copying data between services.</a:t>
            </a:r>
            <a:endParaRPr lang="en-US" dirty="0"/>
          </a:p>
        </p:txBody>
      </p:sp>
      <p:sp>
        <p:nvSpPr>
          <p:cNvPr id="13" name="Shape 11">
            <a:extLst>
              <a:ext uri="{FF2B5EF4-FFF2-40B4-BE49-F238E27FC236}">
                <a16:creationId xmlns:a16="http://schemas.microsoft.com/office/drawing/2014/main" id="{6B5B2EFB-420F-9BE8-399C-D16A396A0F84}"/>
              </a:ext>
            </a:extLst>
          </p:cNvPr>
          <p:cNvSpPr/>
          <p:nvPr/>
        </p:nvSpPr>
        <p:spPr>
          <a:xfrm>
            <a:off x="8138160" y="1775791"/>
            <a:ext cx="3520440" cy="4076369"/>
          </a:xfrm>
          <a:prstGeom prst="roundRect">
            <a:avLst>
              <a:gd name="adj" fmla="val 5556"/>
            </a:avLst>
          </a:prstGeom>
          <a:solidFill>
            <a:srgbClr val="0B1D3A"/>
          </a:solidFill>
          <a:ln/>
        </p:spPr>
        <p:txBody>
          <a:bodyPr/>
          <a:lstStyle/>
          <a:p>
            <a:endParaRPr lang="en-US"/>
          </a:p>
        </p:txBody>
      </p:sp>
      <p:sp>
        <p:nvSpPr>
          <p:cNvPr id="14" name="Text 12">
            <a:extLst>
              <a:ext uri="{FF2B5EF4-FFF2-40B4-BE49-F238E27FC236}">
                <a16:creationId xmlns:a16="http://schemas.microsoft.com/office/drawing/2014/main" id="{A23498EF-B342-AB03-B149-356FF4B90F13}"/>
              </a:ext>
            </a:extLst>
          </p:cNvPr>
          <p:cNvSpPr txBox="1"/>
          <p:nvPr/>
        </p:nvSpPr>
        <p:spPr>
          <a:xfrm>
            <a:off x="8518497" y="2106949"/>
            <a:ext cx="2971800" cy="566162"/>
          </a:xfrm>
          <a:prstGeom prst="rect">
            <a:avLst/>
          </a:prstGeom>
          <a:noFill/>
          <a:ln/>
        </p:spPr>
        <p:txBody>
          <a:bodyPr wrap="square" lIns="0" tIns="0" rIns="0" bIns="0" rtlCol="0" anchor="ctr"/>
          <a:lstStyle/>
          <a:p>
            <a:pPr marL="0" indent="0" algn="ctr">
              <a:buNone/>
            </a:pPr>
            <a:r>
              <a:rPr lang="en-US" sz="2200" b="1" dirty="0">
                <a:solidFill>
                  <a:srgbClr val="FFFFFF"/>
                </a:solidFill>
                <a:ea typeface="Cambria" pitchFamily="34" charset="-122"/>
                <a:cs typeface="Cambria" pitchFamily="34" charset="-120"/>
              </a:rPr>
              <a:t>Built for Teams</a:t>
            </a:r>
            <a:endParaRPr lang="en-US" sz="2200" dirty="0"/>
          </a:p>
        </p:txBody>
      </p:sp>
      <p:sp>
        <p:nvSpPr>
          <p:cNvPr id="15" name="Text 13">
            <a:extLst>
              <a:ext uri="{FF2B5EF4-FFF2-40B4-BE49-F238E27FC236}">
                <a16:creationId xmlns:a16="http://schemas.microsoft.com/office/drawing/2014/main" id="{A8A40208-C579-955B-711A-C4AB876975F5}"/>
              </a:ext>
            </a:extLst>
          </p:cNvPr>
          <p:cNvSpPr txBox="1"/>
          <p:nvPr/>
        </p:nvSpPr>
        <p:spPr>
          <a:xfrm>
            <a:off x="8412480" y="3180522"/>
            <a:ext cx="2971800" cy="2397318"/>
          </a:xfrm>
          <a:prstGeom prst="rect">
            <a:avLst/>
          </a:prstGeom>
          <a:noFill/>
          <a:ln/>
        </p:spPr>
        <p:txBody>
          <a:bodyPr wrap="square" lIns="0" tIns="0" rIns="0" bIns="0" rtlCol="0" anchor="t"/>
          <a:lstStyle/>
          <a:p>
            <a:pPr marL="0" indent="0">
              <a:buNone/>
            </a:pPr>
            <a:r>
              <a:rPr lang="en-US" dirty="0">
                <a:solidFill>
                  <a:srgbClr val="F0F4F8"/>
                </a:solidFill>
                <a:ea typeface="Calibri" pitchFamily="34" charset="-122"/>
                <a:cs typeface="Calibri" pitchFamily="34" charset="-120"/>
              </a:rPr>
              <a:t>Data engineers, analysts, scientists, and admins all work in the same environment with role-based access.</a:t>
            </a:r>
            <a:endParaRPr lang="en-US" dirty="0"/>
          </a:p>
        </p:txBody>
      </p:sp>
      <p:sp>
        <p:nvSpPr>
          <p:cNvPr id="16" name="Text 14">
            <a:extLst>
              <a:ext uri="{FF2B5EF4-FFF2-40B4-BE49-F238E27FC236}">
                <a16:creationId xmlns:a16="http://schemas.microsoft.com/office/drawing/2014/main" id="{4BDCC39D-BD1D-2C02-3A7F-A595D7DE168A}"/>
              </a:ext>
            </a:extLst>
          </p:cNvPr>
          <p:cNvSpPr txBox="1"/>
          <p:nvPr/>
        </p:nvSpPr>
        <p:spPr>
          <a:xfrm>
            <a:off x="548640" y="6169181"/>
            <a:ext cx="11040177" cy="452930"/>
          </a:xfrm>
          <a:prstGeom prst="rect">
            <a:avLst/>
          </a:prstGeom>
          <a:noFill/>
          <a:ln/>
        </p:spPr>
        <p:txBody>
          <a:bodyPr wrap="square" lIns="0" tIns="0" rIns="0" bIns="0" rtlCol="0" anchor="ctr"/>
          <a:lstStyle/>
          <a:p>
            <a:pPr marL="0" indent="0" algn="ctr">
              <a:buNone/>
            </a:pPr>
            <a:r>
              <a:rPr lang="en-US" sz="1600" i="1" dirty="0">
                <a:ea typeface="Calibri" pitchFamily="34" charset="-122"/>
                <a:cs typeface="Calibri" pitchFamily="34" charset="-120"/>
              </a:rPr>
              <a:t>If you're already on the Microsoft stack, Fabric isn't a new thing to learn. It's a better way to use what you know.</a:t>
            </a:r>
            <a:endParaRPr lang="en-US" sz="1600" dirty="0"/>
          </a:p>
        </p:txBody>
      </p:sp>
    </p:spTree>
    <p:extLst>
      <p:ext uri="{BB962C8B-B14F-4D97-AF65-F5344CB8AC3E}">
        <p14:creationId xmlns:p14="http://schemas.microsoft.com/office/powerpoint/2010/main" val="2542526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1166191" y="365760"/>
            <a:ext cx="9594573" cy="640080"/>
          </a:xfrm>
          <a:prstGeom prst="rect">
            <a:avLst/>
          </a:prstGeom>
          <a:noFill/>
          <a:ln/>
        </p:spPr>
        <p:txBody>
          <a:bodyPr wrap="square" lIns="0" tIns="0" rIns="0" bIns="0" rtlCol="0" anchor="ctr"/>
          <a:lstStyle/>
          <a:p>
            <a:pPr marL="0" indent="0" algn="ctr">
              <a:buNone/>
            </a:pPr>
            <a:r>
              <a:rPr lang="en-US" sz="3600" dirty="0">
                <a:ea typeface="Cambria" pitchFamily="34" charset="-122"/>
                <a:cs typeface="Cambria" pitchFamily="34" charset="-120"/>
              </a:rPr>
              <a:t>Microsoft Fabric at a Glance</a:t>
            </a:r>
            <a:endParaRPr lang="en-US" sz="3600" dirty="0"/>
          </a:p>
        </p:txBody>
      </p:sp>
      <p:pic>
        <p:nvPicPr>
          <p:cNvPr id="19" name="Picture 18" descr="What is Microsoft Fabric - Microsoft Fabric | Microsoft Learn">
            <a:extLst>
              <a:ext uri="{FF2B5EF4-FFF2-40B4-BE49-F238E27FC236}">
                <a16:creationId xmlns:a16="http://schemas.microsoft.com/office/drawing/2014/main" id="{FE2B1629-F910-AD6E-930D-F2796F7BD7E3}"/>
              </a:ext>
            </a:extLst>
          </p:cNvPr>
          <p:cNvPicPr>
            <a:picLocks noChangeAspect="1"/>
          </p:cNvPicPr>
          <p:nvPr/>
        </p:nvPicPr>
        <p:blipFill>
          <a:blip r:embed="rId3"/>
          <a:stretch>
            <a:fillRect/>
          </a:stretch>
        </p:blipFill>
        <p:spPr>
          <a:xfrm>
            <a:off x="1647968" y="1220261"/>
            <a:ext cx="8622188" cy="52719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0B625E-CD8B-8CEC-12A3-D905E0980873}"/>
              </a:ext>
            </a:extLst>
          </p:cNvPr>
          <p:cNvSpPr>
            <a:spLocks noGrp="1"/>
          </p:cNvSpPr>
          <p:nvPr>
            <p:ph type="title"/>
          </p:nvPr>
        </p:nvSpPr>
        <p:spPr>
          <a:xfrm>
            <a:off x="1146081" y="293945"/>
            <a:ext cx="10281507" cy="641060"/>
          </a:xfrm>
        </p:spPr>
        <p:txBody>
          <a:bodyPr>
            <a:noAutofit/>
          </a:bodyPr>
          <a:lstStyle/>
          <a:p>
            <a:pPr algn="ctr"/>
            <a:r>
              <a:rPr lang="en-US" sz="3600" dirty="0"/>
              <a:t>Microsoft Fabric Key Concepts 1</a:t>
            </a:r>
          </a:p>
        </p:txBody>
      </p:sp>
      <p:sp>
        <p:nvSpPr>
          <p:cNvPr id="2" name="Title 3">
            <a:extLst>
              <a:ext uri="{FF2B5EF4-FFF2-40B4-BE49-F238E27FC236}">
                <a16:creationId xmlns:a16="http://schemas.microsoft.com/office/drawing/2014/main" id="{1ACC833C-F9DE-4F86-BD1A-8E5E46965699}"/>
              </a:ext>
            </a:extLst>
          </p:cNvPr>
          <p:cNvSpPr txBox="1">
            <a:spLocks/>
          </p:cNvSpPr>
          <p:nvPr/>
        </p:nvSpPr>
        <p:spPr>
          <a:xfrm>
            <a:off x="274320" y="1245996"/>
            <a:ext cx="11711642" cy="5526279"/>
          </a:xfrm>
          <a:prstGeom prst="rect">
            <a:avLst/>
          </a:prstGeom>
          <a:noFill/>
        </p:spPr>
        <p:txBody>
          <a:bodyPr vert="horz" lIns="0" tIns="45720" rIns="91440" bIns="45720" numCol="1" spcCol="45720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b="1" dirty="0">
                <a:latin typeface="+mn-lt"/>
              </a:rPr>
              <a:t>Tenant</a:t>
            </a:r>
            <a:r>
              <a:rPr lang="en-US" sz="2000" dirty="0">
                <a:latin typeface="+mn-lt"/>
              </a:rPr>
              <a:t>  </a:t>
            </a:r>
          </a:p>
          <a:p>
            <a:r>
              <a:rPr lang="en-US" sz="2000" dirty="0">
                <a:latin typeface="+mn-lt"/>
              </a:rPr>
              <a:t>Microsoft Fabric is deployed to a Microsoft Entra tenant. Each tenant is tied to a specific Domain Name System (DNS) and other domains can be added to the tenant. </a:t>
            </a:r>
          </a:p>
          <a:p>
            <a:endParaRPr lang="en-US" sz="2000" dirty="0">
              <a:latin typeface="+mn-lt"/>
            </a:endParaRPr>
          </a:p>
          <a:p>
            <a:endParaRPr lang="en-US" sz="2000" dirty="0">
              <a:latin typeface="+mn-lt"/>
            </a:endParaRPr>
          </a:p>
          <a:p>
            <a:r>
              <a:rPr lang="en-US" sz="2000" b="1" dirty="0">
                <a:latin typeface="+mn-lt"/>
              </a:rPr>
              <a:t>Capacity</a:t>
            </a:r>
            <a:r>
              <a:rPr lang="en-US" sz="2000" dirty="0">
                <a:latin typeface="+mn-lt"/>
              </a:rPr>
              <a:t> </a:t>
            </a:r>
          </a:p>
          <a:p>
            <a:r>
              <a:rPr lang="en-US" sz="2000" dirty="0">
                <a:latin typeface="+mn-lt"/>
              </a:rPr>
              <a:t>Resides within a Fabric tenant. Each capacity that sits under a tenant is a distinct pool of resources allocated to Fabric. Size of the capacity determines the amount of computation power available.  You can have multiple capacities per tenant. Each tenant has a default shared capacity that does not cost anything, but it cannot run Fabric items and items are not sharable.</a:t>
            </a:r>
          </a:p>
          <a:p>
            <a:r>
              <a:rPr lang="en-US" sz="2000" dirty="0">
                <a:latin typeface="+mn-lt"/>
              </a:rPr>
              <a:t> </a:t>
            </a:r>
            <a:br>
              <a:rPr lang="en-US" sz="2000" dirty="0">
                <a:latin typeface="+mn-lt"/>
              </a:rPr>
            </a:br>
            <a:r>
              <a:rPr lang="en-US" sz="2000" b="1" dirty="0">
                <a:latin typeface="+mn-lt"/>
              </a:rPr>
              <a:t>Shared capacity </a:t>
            </a:r>
            <a:r>
              <a:rPr lang="en-US" sz="2000" dirty="0">
                <a:latin typeface="+mn-lt"/>
              </a:rPr>
              <a:t>runs on a server shared with other tenants.</a:t>
            </a:r>
            <a:br>
              <a:rPr lang="en-US" sz="2000" dirty="0">
                <a:latin typeface="+mn-lt"/>
              </a:rPr>
            </a:br>
            <a:r>
              <a:rPr lang="en-US" sz="2000" b="1" dirty="0">
                <a:latin typeface="+mn-lt"/>
              </a:rPr>
              <a:t>Dedicated capacity </a:t>
            </a:r>
            <a:r>
              <a:rPr lang="en-US" sz="2000" dirty="0">
                <a:latin typeface="+mn-lt"/>
              </a:rPr>
              <a:t>runs on a server that only contains your tenant’s data (FSKUs).</a:t>
            </a:r>
          </a:p>
          <a:p>
            <a:endParaRPr lang="en-US" sz="2000" dirty="0">
              <a:latin typeface="+mn-lt"/>
            </a:endParaRPr>
          </a:p>
          <a:p>
            <a:endParaRPr lang="en-US" sz="2000" dirty="0">
              <a:latin typeface="+mn-lt"/>
            </a:endParaRPr>
          </a:p>
          <a:p>
            <a:r>
              <a:rPr lang="en-US" sz="2000" b="1" dirty="0">
                <a:latin typeface="+mn-lt"/>
              </a:rPr>
              <a:t>Workspaces</a:t>
            </a:r>
            <a:r>
              <a:rPr lang="en-US" sz="2000" dirty="0">
                <a:latin typeface="+mn-lt"/>
              </a:rPr>
              <a:t> </a:t>
            </a:r>
          </a:p>
          <a:p>
            <a:r>
              <a:rPr lang="en-US" sz="2000" dirty="0">
                <a:latin typeface="+mn-lt"/>
              </a:rPr>
              <a:t>Resides within capacities. Used as containers for Microsoft Fabric items. Each user has a personal workspace called “My Workspace”. More workspaces can be created to enable collaboration.  You can have multiple workspaces in a capacity. </a:t>
            </a:r>
          </a:p>
        </p:txBody>
      </p:sp>
    </p:spTree>
    <p:extLst>
      <p:ext uri="{BB962C8B-B14F-4D97-AF65-F5344CB8AC3E}">
        <p14:creationId xmlns:p14="http://schemas.microsoft.com/office/powerpoint/2010/main" val="3442600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6BB53-AB5C-2B5E-0A16-E4290EA38C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0B0950-26D6-9828-4B23-36FC237F0C57}"/>
              </a:ext>
            </a:extLst>
          </p:cNvPr>
          <p:cNvSpPr>
            <a:spLocks noGrp="1"/>
          </p:cNvSpPr>
          <p:nvPr>
            <p:ph type="title"/>
          </p:nvPr>
        </p:nvSpPr>
        <p:spPr>
          <a:xfrm>
            <a:off x="1146081" y="293945"/>
            <a:ext cx="10281507" cy="641060"/>
          </a:xfrm>
        </p:spPr>
        <p:txBody>
          <a:bodyPr>
            <a:noAutofit/>
          </a:bodyPr>
          <a:lstStyle/>
          <a:p>
            <a:pPr algn="ctr"/>
            <a:r>
              <a:rPr lang="en-US" sz="3600" dirty="0"/>
              <a:t>Microsoft Fabric Key Concepts 2</a:t>
            </a:r>
          </a:p>
        </p:txBody>
      </p:sp>
      <p:sp>
        <p:nvSpPr>
          <p:cNvPr id="2" name="Title 3">
            <a:extLst>
              <a:ext uri="{FF2B5EF4-FFF2-40B4-BE49-F238E27FC236}">
                <a16:creationId xmlns:a16="http://schemas.microsoft.com/office/drawing/2014/main" id="{EAD1BDB9-6595-E32C-55BA-9B2150066E2B}"/>
              </a:ext>
            </a:extLst>
          </p:cNvPr>
          <p:cNvSpPr txBox="1">
            <a:spLocks/>
          </p:cNvSpPr>
          <p:nvPr/>
        </p:nvSpPr>
        <p:spPr>
          <a:xfrm>
            <a:off x="274320" y="1343025"/>
            <a:ext cx="11711642" cy="5417819"/>
          </a:xfrm>
          <a:prstGeom prst="rect">
            <a:avLst/>
          </a:prstGeom>
          <a:noFill/>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b="1" dirty="0">
                <a:latin typeface="+mn-lt"/>
              </a:rPr>
              <a:t>Stock Keeping Units (SKU) </a:t>
            </a:r>
          </a:p>
          <a:p>
            <a:r>
              <a:rPr lang="en-US" sz="2000" dirty="0">
                <a:latin typeface="+mn-lt"/>
              </a:rPr>
              <a:t>Provides a set of Fabric resources for your organization. </a:t>
            </a:r>
            <a:br>
              <a:rPr lang="en-US" sz="2000" dirty="0">
                <a:latin typeface="+mn-lt"/>
              </a:rPr>
            </a:br>
            <a:endParaRPr lang="en-US" sz="2000" dirty="0">
              <a:latin typeface="+mn-lt"/>
            </a:endParaRPr>
          </a:p>
          <a:p>
            <a:endParaRPr lang="en-US" sz="2000" dirty="0">
              <a:latin typeface="+mn-lt"/>
            </a:endParaRPr>
          </a:p>
          <a:p>
            <a:r>
              <a:rPr lang="en-US" sz="2000" b="1" dirty="0">
                <a:latin typeface="+mn-lt"/>
              </a:rPr>
              <a:t>Individual User Licensing </a:t>
            </a:r>
          </a:p>
          <a:p>
            <a:r>
              <a:rPr lang="en-US" sz="2000" dirty="0">
                <a:latin typeface="+mn-lt"/>
              </a:rPr>
              <a:t>Licenses that are applied to individuals such as Power BI Pro and Power BI Premium Per User. These two licenses are purchased through Microsoft 365 portal.</a:t>
            </a:r>
          </a:p>
          <a:p>
            <a:endParaRPr lang="en-US" sz="2000" dirty="0">
              <a:latin typeface="+mn-lt"/>
            </a:endParaRPr>
          </a:p>
          <a:p>
            <a:endParaRPr lang="en-US" sz="2000" dirty="0">
              <a:latin typeface="+mn-lt"/>
            </a:endParaRPr>
          </a:p>
          <a:p>
            <a:r>
              <a:rPr lang="en-US" sz="2000" b="1" dirty="0">
                <a:latin typeface="+mn-lt"/>
              </a:rPr>
              <a:t>Pay-As-You-Go Pricing </a:t>
            </a:r>
          </a:p>
          <a:p>
            <a:r>
              <a:rPr lang="en-US" sz="2000" dirty="0">
                <a:latin typeface="+mn-lt"/>
              </a:rPr>
              <a:t>Fabric SKUs (FSKUs) that are purchased as needed. Can be set up to automatically scale up and down based on need and can be easily paused to save money when not in use. Ideal for work loads that do not need to run all the time and have highly variable consumption.</a:t>
            </a:r>
          </a:p>
          <a:p>
            <a:endParaRPr lang="en-US" sz="2000" dirty="0">
              <a:latin typeface="+mn-lt"/>
            </a:endParaRPr>
          </a:p>
          <a:p>
            <a:endParaRPr lang="en-US" sz="2000" dirty="0">
              <a:latin typeface="+mn-lt"/>
            </a:endParaRPr>
          </a:p>
          <a:p>
            <a:r>
              <a:rPr lang="en-US" sz="2000" b="1" dirty="0">
                <a:latin typeface="+mn-lt"/>
              </a:rPr>
              <a:t>Reserved Pricing </a:t>
            </a:r>
          </a:p>
          <a:p>
            <a:r>
              <a:rPr lang="en-US" sz="2000" dirty="0">
                <a:latin typeface="+mn-lt"/>
              </a:rPr>
              <a:t>FSKUs that are purchased at least a year in advance for a 40% pricing discount. Ideal for work loads that require continuous up time. </a:t>
            </a:r>
          </a:p>
        </p:txBody>
      </p:sp>
    </p:spTree>
    <p:extLst>
      <p:ext uri="{BB962C8B-B14F-4D97-AF65-F5344CB8AC3E}">
        <p14:creationId xmlns:p14="http://schemas.microsoft.com/office/powerpoint/2010/main" val="1096399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340B7-515F-D62D-5878-84762878B17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6C40328-0A39-6CD0-9609-A6F987DD6E5F}"/>
              </a:ext>
            </a:extLst>
          </p:cNvPr>
          <p:cNvSpPr>
            <a:spLocks noGrp="1"/>
          </p:cNvSpPr>
          <p:nvPr>
            <p:ph type="ctrTitle"/>
          </p:nvPr>
        </p:nvSpPr>
        <p:spPr>
          <a:xfrm>
            <a:off x="858433" y="2239343"/>
            <a:ext cx="9703550" cy="2387600"/>
          </a:xfrm>
        </p:spPr>
        <p:txBody>
          <a:bodyPr/>
          <a:lstStyle/>
          <a:p>
            <a:r>
              <a:rPr lang="en-US" sz="5400" dirty="0"/>
              <a:t>Personas &amp; Skills</a:t>
            </a:r>
          </a:p>
        </p:txBody>
      </p:sp>
    </p:spTree>
    <p:extLst>
      <p:ext uri="{BB962C8B-B14F-4D97-AF65-F5344CB8AC3E}">
        <p14:creationId xmlns:p14="http://schemas.microsoft.com/office/powerpoint/2010/main" val="3556966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63618-A76B-832A-546A-87ED09C856AF}"/>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E40A7034-CBB2-07AC-19EA-A61DB67C262D}"/>
              </a:ext>
            </a:extLst>
          </p:cNvPr>
          <p:cNvSpPr/>
          <p:nvPr/>
        </p:nvSpPr>
        <p:spPr>
          <a:xfrm>
            <a:off x="8050708" y="1844803"/>
            <a:ext cx="3370275" cy="3367277"/>
          </a:xfrm>
          <a:prstGeom prst="rect">
            <a:avLst/>
          </a:prstGeom>
          <a:solidFill>
            <a:srgbClr val="F5CFE8">
              <a:alpha val="60000"/>
            </a:srgb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2" name="Rectangle 31">
            <a:extLst>
              <a:ext uri="{FF2B5EF4-FFF2-40B4-BE49-F238E27FC236}">
                <a16:creationId xmlns:a16="http://schemas.microsoft.com/office/drawing/2014/main" id="{DE86AC42-2B32-73B3-06CE-5D7931BFFA31}"/>
              </a:ext>
            </a:extLst>
          </p:cNvPr>
          <p:cNvSpPr/>
          <p:nvPr/>
        </p:nvSpPr>
        <p:spPr>
          <a:xfrm>
            <a:off x="4432394" y="1851870"/>
            <a:ext cx="3173319" cy="3360210"/>
          </a:xfrm>
          <a:prstGeom prst="rect">
            <a:avLst/>
          </a:prstGeom>
          <a:solidFill>
            <a:srgbClr val="FFD28F">
              <a:alpha val="60000"/>
            </a:srgbClr>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1" name="Rectangle 30">
            <a:extLst>
              <a:ext uri="{FF2B5EF4-FFF2-40B4-BE49-F238E27FC236}">
                <a16:creationId xmlns:a16="http://schemas.microsoft.com/office/drawing/2014/main" id="{085AFAA6-332B-B0A6-52FC-7A344BBF93F2}"/>
              </a:ext>
            </a:extLst>
          </p:cNvPr>
          <p:cNvSpPr/>
          <p:nvPr/>
        </p:nvSpPr>
        <p:spPr>
          <a:xfrm>
            <a:off x="706368" y="1851870"/>
            <a:ext cx="3270212" cy="3360210"/>
          </a:xfrm>
          <a:prstGeom prst="rect">
            <a:avLst/>
          </a:prstGeom>
          <a:solidFill>
            <a:srgbClr val="D1FFF6">
              <a:alpha val="60000"/>
            </a:srgb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Title 3">
            <a:extLst>
              <a:ext uri="{FF2B5EF4-FFF2-40B4-BE49-F238E27FC236}">
                <a16:creationId xmlns:a16="http://schemas.microsoft.com/office/drawing/2014/main" id="{22B2CC76-997C-61A7-EF72-B9A87C251693}"/>
              </a:ext>
            </a:extLst>
          </p:cNvPr>
          <p:cNvSpPr>
            <a:spLocks noGrp="1"/>
          </p:cNvSpPr>
          <p:nvPr>
            <p:ph type="title"/>
          </p:nvPr>
        </p:nvSpPr>
        <p:spPr>
          <a:xfrm>
            <a:off x="410817" y="293945"/>
            <a:ext cx="11383250" cy="641060"/>
          </a:xfrm>
        </p:spPr>
        <p:txBody>
          <a:bodyPr>
            <a:noAutofit/>
          </a:bodyPr>
          <a:lstStyle/>
          <a:p>
            <a:pPr algn="ctr"/>
            <a:r>
              <a:rPr lang="en-US" sz="3600" dirty="0"/>
              <a:t>Fabric Personas</a:t>
            </a:r>
          </a:p>
        </p:txBody>
      </p:sp>
      <p:sp>
        <p:nvSpPr>
          <p:cNvPr id="2" name="Title 3">
            <a:extLst>
              <a:ext uri="{FF2B5EF4-FFF2-40B4-BE49-F238E27FC236}">
                <a16:creationId xmlns:a16="http://schemas.microsoft.com/office/drawing/2014/main" id="{D548FB7B-D82F-45C8-6B1E-BB4560AE574D}"/>
              </a:ext>
            </a:extLst>
          </p:cNvPr>
          <p:cNvSpPr txBox="1">
            <a:spLocks/>
          </p:cNvSpPr>
          <p:nvPr/>
        </p:nvSpPr>
        <p:spPr>
          <a:xfrm>
            <a:off x="771017" y="2587365"/>
            <a:ext cx="3116352" cy="2447549"/>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Create Fabric artifacts </a:t>
            </a:r>
          </a:p>
          <a:p>
            <a:endParaRPr lang="en-US" sz="2000" dirty="0">
              <a:latin typeface="+mn-lt"/>
            </a:endParaRPr>
          </a:p>
          <a:p>
            <a:r>
              <a:rPr lang="en-US" sz="2000" dirty="0">
                <a:latin typeface="+mn-lt"/>
              </a:rPr>
              <a:t>Build &amp; Orchestrate</a:t>
            </a:r>
          </a:p>
          <a:p>
            <a:endParaRPr lang="en-US" sz="2000" dirty="0">
              <a:latin typeface="+mn-lt"/>
            </a:endParaRPr>
          </a:p>
          <a:p>
            <a:r>
              <a:rPr lang="en-US" sz="2000" dirty="0">
                <a:latin typeface="+mn-lt"/>
              </a:rPr>
              <a:t>(</a:t>
            </a:r>
            <a:r>
              <a:rPr lang="en-US" sz="2000" dirty="0" err="1">
                <a:latin typeface="+mn-lt"/>
              </a:rPr>
              <a:t>lakehouses</a:t>
            </a:r>
            <a:r>
              <a:rPr lang="en-US" sz="2000" dirty="0">
                <a:latin typeface="+mn-lt"/>
              </a:rPr>
              <a:t>, warehouses, notebooks, data pipelines, etc.)</a:t>
            </a:r>
          </a:p>
          <a:p>
            <a:pPr marL="342900" indent="-342900" algn="ctr">
              <a:buFont typeface="Arial" panose="020B0604020202020204" pitchFamily="34" charset="0"/>
              <a:buChar char="•"/>
            </a:pPr>
            <a:endParaRPr lang="en-US" sz="2000" dirty="0">
              <a:latin typeface="+mn-lt"/>
            </a:endParaRPr>
          </a:p>
        </p:txBody>
      </p:sp>
      <p:sp>
        <p:nvSpPr>
          <p:cNvPr id="3" name="Title 3">
            <a:extLst>
              <a:ext uri="{FF2B5EF4-FFF2-40B4-BE49-F238E27FC236}">
                <a16:creationId xmlns:a16="http://schemas.microsoft.com/office/drawing/2014/main" id="{39F1C964-D653-9011-022E-DDD46B6AAC2D}"/>
              </a:ext>
            </a:extLst>
          </p:cNvPr>
          <p:cNvSpPr txBox="1">
            <a:spLocks/>
          </p:cNvSpPr>
          <p:nvPr/>
        </p:nvSpPr>
        <p:spPr>
          <a:xfrm>
            <a:off x="941859" y="1933032"/>
            <a:ext cx="2510953" cy="548494"/>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Data Engineers</a:t>
            </a:r>
          </a:p>
        </p:txBody>
      </p:sp>
      <p:sp>
        <p:nvSpPr>
          <p:cNvPr id="5" name="Title 3">
            <a:extLst>
              <a:ext uri="{FF2B5EF4-FFF2-40B4-BE49-F238E27FC236}">
                <a16:creationId xmlns:a16="http://schemas.microsoft.com/office/drawing/2014/main" id="{815552CE-D616-2DC0-5EC5-B0E1AE932462}"/>
              </a:ext>
            </a:extLst>
          </p:cNvPr>
          <p:cNvSpPr txBox="1">
            <a:spLocks/>
          </p:cNvSpPr>
          <p:nvPr/>
        </p:nvSpPr>
        <p:spPr>
          <a:xfrm>
            <a:off x="4471436" y="1935974"/>
            <a:ext cx="2817119" cy="548494"/>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PBI Developers</a:t>
            </a:r>
          </a:p>
        </p:txBody>
      </p:sp>
      <p:sp>
        <p:nvSpPr>
          <p:cNvPr id="6" name="Title 3">
            <a:extLst>
              <a:ext uri="{FF2B5EF4-FFF2-40B4-BE49-F238E27FC236}">
                <a16:creationId xmlns:a16="http://schemas.microsoft.com/office/drawing/2014/main" id="{9C505FB0-6A10-2745-BCE0-3C40C0C8B63F}"/>
              </a:ext>
            </a:extLst>
          </p:cNvPr>
          <p:cNvSpPr txBox="1">
            <a:spLocks/>
          </p:cNvSpPr>
          <p:nvPr/>
        </p:nvSpPr>
        <p:spPr>
          <a:xfrm>
            <a:off x="8298315" y="1957865"/>
            <a:ext cx="2814174" cy="523661"/>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r"/>
            <a:r>
              <a:rPr lang="en-US" sz="2400" dirty="0">
                <a:latin typeface="+mn-lt"/>
              </a:rPr>
              <a:t>Report Viewers</a:t>
            </a:r>
          </a:p>
        </p:txBody>
      </p:sp>
      <p:sp>
        <p:nvSpPr>
          <p:cNvPr id="7" name="Title 3">
            <a:extLst>
              <a:ext uri="{FF2B5EF4-FFF2-40B4-BE49-F238E27FC236}">
                <a16:creationId xmlns:a16="http://schemas.microsoft.com/office/drawing/2014/main" id="{54FB029F-6F89-E988-90E1-1723B13A4A2A}"/>
              </a:ext>
            </a:extLst>
          </p:cNvPr>
          <p:cNvSpPr txBox="1">
            <a:spLocks/>
          </p:cNvSpPr>
          <p:nvPr/>
        </p:nvSpPr>
        <p:spPr>
          <a:xfrm>
            <a:off x="4471435" y="2587365"/>
            <a:ext cx="3066324" cy="2447550"/>
          </a:xfrm>
          <a:prstGeom prst="rect">
            <a:avLst/>
          </a:prstGeom>
          <a:ln>
            <a:noFill/>
          </a:ln>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Create Power BI semantic models &amp; reports</a:t>
            </a:r>
            <a:br>
              <a:rPr lang="en-US" sz="2000" dirty="0">
                <a:latin typeface="+mn-lt"/>
              </a:rPr>
            </a:br>
            <a:br>
              <a:rPr lang="en-US" sz="2000" dirty="0">
                <a:latin typeface="+mn-lt"/>
              </a:rPr>
            </a:br>
            <a:r>
              <a:rPr lang="en-US" sz="2000" dirty="0">
                <a:latin typeface="+mn-lt"/>
              </a:rPr>
              <a:t>Model &amp; Report</a:t>
            </a:r>
            <a:br>
              <a:rPr lang="en-US" sz="2000" dirty="0">
                <a:latin typeface="+mn-lt"/>
              </a:rPr>
            </a:br>
            <a:endParaRPr lang="en-US" sz="2000" dirty="0">
              <a:latin typeface="+mn-lt"/>
            </a:endParaRPr>
          </a:p>
          <a:p>
            <a:r>
              <a:rPr lang="en-US" sz="2000" dirty="0">
                <a:latin typeface="+mn-lt"/>
              </a:rPr>
              <a:t>** Publish reports to shared workspaces  </a:t>
            </a:r>
          </a:p>
          <a:p>
            <a:endParaRPr lang="en-US" sz="2000" dirty="0">
              <a:latin typeface="+mn-lt"/>
            </a:endParaRPr>
          </a:p>
          <a:p>
            <a:pPr marL="342900" indent="-342900">
              <a:buFont typeface="Arial" panose="020B0604020202020204" pitchFamily="34" charset="0"/>
              <a:buChar char="•"/>
            </a:pPr>
            <a:endParaRPr lang="en-US" sz="2000" dirty="0">
              <a:latin typeface="+mn-lt"/>
            </a:endParaRPr>
          </a:p>
        </p:txBody>
      </p:sp>
      <p:sp>
        <p:nvSpPr>
          <p:cNvPr id="8" name="Title 3">
            <a:extLst>
              <a:ext uri="{FF2B5EF4-FFF2-40B4-BE49-F238E27FC236}">
                <a16:creationId xmlns:a16="http://schemas.microsoft.com/office/drawing/2014/main" id="{451D558B-0597-6D94-C0FB-C35B3EA03948}"/>
              </a:ext>
            </a:extLst>
          </p:cNvPr>
          <p:cNvSpPr txBox="1">
            <a:spLocks/>
          </p:cNvSpPr>
          <p:nvPr/>
        </p:nvSpPr>
        <p:spPr>
          <a:xfrm>
            <a:off x="8298315" y="2587365"/>
            <a:ext cx="2951826" cy="2447550"/>
          </a:xfrm>
          <a:prstGeom prst="rect">
            <a:avLst/>
          </a:prstGeom>
          <a:ln>
            <a:noFill/>
          </a:ln>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000" dirty="0">
                <a:latin typeface="+mn-lt"/>
              </a:rPr>
              <a:t>View &amp; Analyze</a:t>
            </a:r>
          </a:p>
          <a:p>
            <a:endParaRPr lang="en-US" sz="2000" dirty="0">
              <a:latin typeface="+mn-lt"/>
            </a:endParaRPr>
          </a:p>
          <a:p>
            <a:r>
              <a:rPr lang="en-US" sz="2000" dirty="0">
                <a:latin typeface="+mn-lt"/>
              </a:rPr>
              <a:t>*** Utilize Power BI reports to answer business questions</a:t>
            </a:r>
          </a:p>
        </p:txBody>
      </p:sp>
      <p:sp>
        <p:nvSpPr>
          <p:cNvPr id="10" name="Title 3">
            <a:extLst>
              <a:ext uri="{FF2B5EF4-FFF2-40B4-BE49-F238E27FC236}">
                <a16:creationId xmlns:a16="http://schemas.microsoft.com/office/drawing/2014/main" id="{C39A1C6B-580C-4F2F-757C-C23F5D313946}"/>
              </a:ext>
            </a:extLst>
          </p:cNvPr>
          <p:cNvSpPr txBox="1">
            <a:spLocks/>
          </p:cNvSpPr>
          <p:nvPr/>
        </p:nvSpPr>
        <p:spPr>
          <a:xfrm>
            <a:off x="74798" y="5823585"/>
            <a:ext cx="12117201" cy="1123604"/>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i="1" dirty="0">
                <a:latin typeface="+mn-lt"/>
              </a:rPr>
              <a:t>** Requires either a pro or </a:t>
            </a:r>
            <a:r>
              <a:rPr lang="en-US" sz="1800" i="1" dirty="0" err="1">
                <a:latin typeface="+mn-lt"/>
              </a:rPr>
              <a:t>ppu</a:t>
            </a:r>
            <a:r>
              <a:rPr lang="en-US" sz="1800" i="1" dirty="0">
                <a:latin typeface="+mn-lt"/>
              </a:rPr>
              <a:t> license </a:t>
            </a:r>
          </a:p>
          <a:p>
            <a:r>
              <a:rPr lang="en-US" sz="1800" i="1" dirty="0">
                <a:latin typeface="+mn-lt"/>
              </a:rPr>
              <a:t>*** Requires a pro license if in a shared workspace, </a:t>
            </a:r>
            <a:r>
              <a:rPr lang="en-US" sz="1800" i="1" dirty="0" err="1">
                <a:latin typeface="+mn-lt"/>
              </a:rPr>
              <a:t>ppu</a:t>
            </a:r>
            <a:r>
              <a:rPr lang="en-US" sz="1800" i="1" dirty="0">
                <a:latin typeface="+mn-lt"/>
              </a:rPr>
              <a:t> license if in a </a:t>
            </a:r>
            <a:r>
              <a:rPr lang="en-US" sz="1800" i="1" dirty="0" err="1">
                <a:latin typeface="+mn-lt"/>
              </a:rPr>
              <a:t>ppu</a:t>
            </a:r>
            <a:r>
              <a:rPr lang="en-US" sz="1800" i="1" dirty="0">
                <a:latin typeface="+mn-lt"/>
              </a:rPr>
              <a:t> workspace, and no license if in a F64 capacity workspace</a:t>
            </a:r>
          </a:p>
        </p:txBody>
      </p:sp>
      <p:pic>
        <p:nvPicPr>
          <p:cNvPr id="9" name="Image 1" descr="preencoded.png">
            <a:extLst>
              <a:ext uri="{FF2B5EF4-FFF2-40B4-BE49-F238E27FC236}">
                <a16:creationId xmlns:a16="http://schemas.microsoft.com/office/drawing/2014/main" id="{863A9745-2B98-B01B-2704-DB58F34C34C6}"/>
              </a:ext>
            </a:extLst>
          </p:cNvPr>
          <p:cNvPicPr>
            <a:picLocks noChangeAspect="1"/>
          </p:cNvPicPr>
          <p:nvPr/>
        </p:nvPicPr>
        <p:blipFill>
          <a:blip r:embed="rId3"/>
          <a:stretch>
            <a:fillRect/>
          </a:stretch>
        </p:blipFill>
        <p:spPr>
          <a:xfrm>
            <a:off x="780321" y="1957710"/>
            <a:ext cx="365760" cy="365760"/>
          </a:xfrm>
          <a:prstGeom prst="rect">
            <a:avLst/>
          </a:prstGeom>
        </p:spPr>
      </p:pic>
      <p:pic>
        <p:nvPicPr>
          <p:cNvPr id="11" name="Image 2" descr="preencoded.png">
            <a:extLst>
              <a:ext uri="{FF2B5EF4-FFF2-40B4-BE49-F238E27FC236}">
                <a16:creationId xmlns:a16="http://schemas.microsoft.com/office/drawing/2014/main" id="{4002F1EC-7F1B-7849-F5A9-2E6B2A49AB66}"/>
              </a:ext>
            </a:extLst>
          </p:cNvPr>
          <p:cNvPicPr>
            <a:picLocks noChangeAspect="1"/>
          </p:cNvPicPr>
          <p:nvPr/>
        </p:nvPicPr>
        <p:blipFill>
          <a:blip r:embed="rId4"/>
          <a:stretch>
            <a:fillRect/>
          </a:stretch>
        </p:blipFill>
        <p:spPr>
          <a:xfrm>
            <a:off x="4581305" y="1955652"/>
            <a:ext cx="365760" cy="365760"/>
          </a:xfrm>
          <a:prstGeom prst="rect">
            <a:avLst/>
          </a:prstGeom>
        </p:spPr>
      </p:pic>
      <p:pic>
        <p:nvPicPr>
          <p:cNvPr id="12" name="Image 3" descr="preencoded.png">
            <a:extLst>
              <a:ext uri="{FF2B5EF4-FFF2-40B4-BE49-F238E27FC236}">
                <a16:creationId xmlns:a16="http://schemas.microsoft.com/office/drawing/2014/main" id="{C0346B15-9B8D-56D5-6CB3-D9823F77A090}"/>
              </a:ext>
            </a:extLst>
          </p:cNvPr>
          <p:cNvPicPr>
            <a:picLocks noChangeAspect="1"/>
          </p:cNvPicPr>
          <p:nvPr/>
        </p:nvPicPr>
        <p:blipFill>
          <a:blip r:embed="rId5"/>
          <a:stretch>
            <a:fillRect/>
          </a:stretch>
        </p:blipFill>
        <p:spPr>
          <a:xfrm>
            <a:off x="8227818" y="1926172"/>
            <a:ext cx="365760" cy="365760"/>
          </a:xfrm>
          <a:prstGeom prst="rect">
            <a:avLst/>
          </a:prstGeom>
        </p:spPr>
      </p:pic>
      <p:sp>
        <p:nvSpPr>
          <p:cNvPr id="13" name="Shape 3">
            <a:extLst>
              <a:ext uri="{FF2B5EF4-FFF2-40B4-BE49-F238E27FC236}">
                <a16:creationId xmlns:a16="http://schemas.microsoft.com/office/drawing/2014/main" id="{65F5A33D-BF9A-CC99-8349-22775415DFF4}"/>
              </a:ext>
            </a:extLst>
          </p:cNvPr>
          <p:cNvSpPr/>
          <p:nvPr/>
        </p:nvSpPr>
        <p:spPr>
          <a:xfrm>
            <a:off x="1258252" y="2400363"/>
            <a:ext cx="2194560" cy="0"/>
          </a:xfrm>
          <a:prstGeom prst="line">
            <a:avLst/>
          </a:prstGeom>
          <a:noFill/>
          <a:ln w="12700">
            <a:solidFill>
              <a:srgbClr val="4CAF50"/>
            </a:solidFill>
            <a:prstDash val="solid"/>
          </a:ln>
        </p:spPr>
        <p:txBody>
          <a:bodyPr/>
          <a:lstStyle/>
          <a:p>
            <a:endParaRPr lang="en-US" sz="2000"/>
          </a:p>
        </p:txBody>
      </p:sp>
      <p:sp>
        <p:nvSpPr>
          <p:cNvPr id="14" name="Shape 8">
            <a:extLst>
              <a:ext uri="{FF2B5EF4-FFF2-40B4-BE49-F238E27FC236}">
                <a16:creationId xmlns:a16="http://schemas.microsoft.com/office/drawing/2014/main" id="{942E3F01-D28E-5636-9779-B58294BD13BE}"/>
              </a:ext>
            </a:extLst>
          </p:cNvPr>
          <p:cNvSpPr/>
          <p:nvPr/>
        </p:nvSpPr>
        <p:spPr>
          <a:xfrm>
            <a:off x="5093995" y="2400363"/>
            <a:ext cx="2194560" cy="0"/>
          </a:xfrm>
          <a:prstGeom prst="line">
            <a:avLst/>
          </a:prstGeom>
          <a:noFill/>
          <a:ln w="12700">
            <a:solidFill>
              <a:srgbClr val="FFA000"/>
            </a:solidFill>
            <a:prstDash val="solid"/>
          </a:ln>
        </p:spPr>
        <p:txBody>
          <a:bodyPr/>
          <a:lstStyle/>
          <a:p>
            <a:endParaRPr lang="en-US" sz="2000"/>
          </a:p>
        </p:txBody>
      </p:sp>
      <p:sp>
        <p:nvSpPr>
          <p:cNvPr id="15" name="Shape 13">
            <a:extLst>
              <a:ext uri="{FF2B5EF4-FFF2-40B4-BE49-F238E27FC236}">
                <a16:creationId xmlns:a16="http://schemas.microsoft.com/office/drawing/2014/main" id="{84845400-83B1-7124-8839-6065202970C0}"/>
              </a:ext>
            </a:extLst>
          </p:cNvPr>
          <p:cNvSpPr/>
          <p:nvPr/>
        </p:nvSpPr>
        <p:spPr>
          <a:xfrm>
            <a:off x="8785860" y="2400363"/>
            <a:ext cx="2194560" cy="0"/>
          </a:xfrm>
          <a:prstGeom prst="line">
            <a:avLst/>
          </a:prstGeom>
          <a:noFill/>
          <a:ln w="12700">
            <a:solidFill>
              <a:srgbClr val="AB47BC"/>
            </a:solidFill>
            <a:prstDash val="solid"/>
          </a:ln>
        </p:spPr>
        <p:txBody>
          <a:bodyPr/>
          <a:lstStyle/>
          <a:p>
            <a:endParaRPr lang="en-US" sz="2000"/>
          </a:p>
        </p:txBody>
      </p:sp>
    </p:spTree>
    <p:extLst>
      <p:ext uri="{BB962C8B-B14F-4D97-AF65-F5344CB8AC3E}">
        <p14:creationId xmlns:p14="http://schemas.microsoft.com/office/powerpoint/2010/main" val="2916825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548640" y="1005840"/>
            <a:ext cx="7315200" cy="640080"/>
          </a:xfrm>
          <a:prstGeom prst="rect">
            <a:avLst/>
          </a:prstGeom>
          <a:noFill/>
          <a:ln/>
        </p:spPr>
        <p:txBody>
          <a:bodyPr wrap="square" lIns="0" tIns="0" rIns="0" bIns="0" rtlCol="0" anchor="ctr"/>
          <a:lstStyle/>
          <a:p>
            <a:pPr marL="0" indent="0">
              <a:buNone/>
            </a:pPr>
            <a:r>
              <a:rPr lang="en-US" sz="3600" dirty="0">
                <a:solidFill>
                  <a:srgbClr val="0B1D3A"/>
                </a:solidFill>
                <a:ea typeface="Cambria" pitchFamily="34" charset="-122"/>
                <a:cs typeface="Cambria" pitchFamily="34" charset="-120"/>
              </a:rPr>
              <a:t>Data Engineer Skills</a:t>
            </a:r>
            <a:endParaRPr lang="en-US" sz="3600" dirty="0"/>
          </a:p>
        </p:txBody>
      </p:sp>
      <p:sp>
        <p:nvSpPr>
          <p:cNvPr id="6" name="Shape 4"/>
          <p:cNvSpPr/>
          <p:nvPr/>
        </p:nvSpPr>
        <p:spPr>
          <a:xfrm>
            <a:off x="548640" y="1920240"/>
            <a:ext cx="5303520" cy="4114800"/>
          </a:xfrm>
          <a:prstGeom prst="roundRect">
            <a:avLst>
              <a:gd name="adj" fmla="val 4444"/>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7" name="Text 5"/>
          <p:cNvSpPr txBox="1"/>
          <p:nvPr/>
        </p:nvSpPr>
        <p:spPr>
          <a:xfrm>
            <a:off x="914400" y="2103120"/>
            <a:ext cx="4572000" cy="457200"/>
          </a:xfrm>
          <a:prstGeom prst="rect">
            <a:avLst/>
          </a:prstGeom>
          <a:noFill/>
          <a:ln/>
        </p:spPr>
        <p:txBody>
          <a:bodyPr wrap="square" lIns="0" tIns="0" rIns="0" bIns="0" rtlCol="0" anchor="ctr"/>
          <a:lstStyle/>
          <a:p>
            <a:pPr marL="0" indent="0">
              <a:buNone/>
            </a:pPr>
            <a:r>
              <a:rPr lang="en-US" sz="2000" b="1" dirty="0">
                <a:solidFill>
                  <a:srgbClr val="16A596"/>
                </a:solidFill>
                <a:ea typeface="Calibri" pitchFamily="34" charset="-122"/>
                <a:cs typeface="Calibri" pitchFamily="34" charset="-120"/>
              </a:rPr>
              <a:t>You Probably Have</a:t>
            </a:r>
            <a:endParaRPr lang="en-US" sz="2000" dirty="0"/>
          </a:p>
        </p:txBody>
      </p:sp>
      <p:sp>
        <p:nvSpPr>
          <p:cNvPr id="8" name="Text 6"/>
          <p:cNvSpPr txBox="1"/>
          <p:nvPr/>
        </p:nvSpPr>
        <p:spPr>
          <a:xfrm>
            <a:off x="914400" y="274320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9" name="Text 7"/>
          <p:cNvSpPr txBox="1"/>
          <p:nvPr/>
        </p:nvSpPr>
        <p:spPr>
          <a:xfrm>
            <a:off x="1325880" y="274320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SQL &amp; T-SQL fundamentals</a:t>
            </a:r>
            <a:endParaRPr lang="en-US" dirty="0"/>
          </a:p>
        </p:txBody>
      </p:sp>
      <p:sp>
        <p:nvSpPr>
          <p:cNvPr id="10" name="Text 8"/>
          <p:cNvSpPr txBox="1"/>
          <p:nvPr/>
        </p:nvSpPr>
        <p:spPr>
          <a:xfrm>
            <a:off x="914400" y="333756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1" name="Text 9"/>
          <p:cNvSpPr txBox="1"/>
          <p:nvPr/>
        </p:nvSpPr>
        <p:spPr>
          <a:xfrm>
            <a:off x="1325880" y="333756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ETL / ELT pipeline thinking</a:t>
            </a:r>
            <a:endParaRPr lang="en-US" dirty="0"/>
          </a:p>
        </p:txBody>
      </p:sp>
      <p:sp>
        <p:nvSpPr>
          <p:cNvPr id="12" name="Text 10"/>
          <p:cNvSpPr txBox="1"/>
          <p:nvPr/>
        </p:nvSpPr>
        <p:spPr>
          <a:xfrm>
            <a:off x="914400" y="393192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3" name="Text 11"/>
          <p:cNvSpPr txBox="1"/>
          <p:nvPr/>
        </p:nvSpPr>
        <p:spPr>
          <a:xfrm>
            <a:off x="1325880" y="393192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Data Factory or SSIS experience</a:t>
            </a:r>
            <a:endParaRPr lang="en-US" dirty="0"/>
          </a:p>
        </p:txBody>
      </p:sp>
      <p:sp>
        <p:nvSpPr>
          <p:cNvPr id="14" name="Text 12"/>
          <p:cNvSpPr txBox="1"/>
          <p:nvPr/>
        </p:nvSpPr>
        <p:spPr>
          <a:xfrm>
            <a:off x="914400" y="452628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5" name="Text 13"/>
          <p:cNvSpPr txBox="1"/>
          <p:nvPr/>
        </p:nvSpPr>
        <p:spPr>
          <a:xfrm>
            <a:off x="1325880" y="452628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Understanding of data warehousing concepts</a:t>
            </a:r>
            <a:endParaRPr lang="en-US" dirty="0"/>
          </a:p>
        </p:txBody>
      </p:sp>
      <p:sp>
        <p:nvSpPr>
          <p:cNvPr id="16" name="Shape 14"/>
          <p:cNvSpPr/>
          <p:nvPr/>
        </p:nvSpPr>
        <p:spPr>
          <a:xfrm>
            <a:off x="6309360" y="1920240"/>
            <a:ext cx="5303520" cy="4114800"/>
          </a:xfrm>
          <a:prstGeom prst="roundRect">
            <a:avLst>
              <a:gd name="adj" fmla="val 4444"/>
            </a:avLst>
          </a:prstGeom>
          <a:solidFill>
            <a:srgbClr val="0F3460"/>
          </a:solidFill>
          <a:ln/>
        </p:spPr>
        <p:txBody>
          <a:bodyPr/>
          <a:lstStyle/>
          <a:p>
            <a:endParaRPr lang="en-US"/>
          </a:p>
        </p:txBody>
      </p:sp>
      <p:sp>
        <p:nvSpPr>
          <p:cNvPr id="17" name="Text 15"/>
          <p:cNvSpPr txBox="1"/>
          <p:nvPr/>
        </p:nvSpPr>
        <p:spPr>
          <a:xfrm>
            <a:off x="6675120" y="2103120"/>
            <a:ext cx="4572000" cy="457200"/>
          </a:xfrm>
          <a:prstGeom prst="rect">
            <a:avLst/>
          </a:prstGeom>
          <a:noFill/>
          <a:ln/>
        </p:spPr>
        <p:txBody>
          <a:bodyPr wrap="square" lIns="0" tIns="0" rIns="0" bIns="0" rtlCol="0" anchor="ctr"/>
          <a:lstStyle/>
          <a:p>
            <a:pPr marL="0" indent="0">
              <a:buNone/>
            </a:pPr>
            <a:r>
              <a:rPr lang="en-US" sz="2000" b="1" dirty="0">
                <a:solidFill>
                  <a:srgbClr val="53D8C7"/>
                </a:solidFill>
                <a:ea typeface="Calibri" pitchFamily="34" charset="-122"/>
                <a:cs typeface="Calibri" pitchFamily="34" charset="-120"/>
              </a:rPr>
              <a:t>Worth Picking Up</a:t>
            </a:r>
            <a:endParaRPr lang="en-US" sz="2000" dirty="0"/>
          </a:p>
        </p:txBody>
      </p:sp>
      <p:sp>
        <p:nvSpPr>
          <p:cNvPr id="18" name="Text 16"/>
          <p:cNvSpPr txBox="1"/>
          <p:nvPr/>
        </p:nvSpPr>
        <p:spPr>
          <a:xfrm>
            <a:off x="6675120" y="2743200"/>
            <a:ext cx="365760" cy="411480"/>
          </a:xfrm>
          <a:prstGeom prst="rect">
            <a:avLst/>
          </a:prstGeom>
          <a:noFill/>
          <a:ln/>
        </p:spPr>
        <p:txBody>
          <a:bodyPr wrap="square" lIns="0" tIns="0" rIns="0" bIns="0" rtlCol="0" anchor="t"/>
          <a:lstStyle/>
          <a:p>
            <a:pPr marL="0" indent="0" algn="ctr">
              <a:buNone/>
            </a:pPr>
            <a:r>
              <a:rPr lang="en-US" sz="2000" b="1" dirty="0">
                <a:solidFill>
                  <a:srgbClr val="53D8C7"/>
                </a:solidFill>
              </a:rPr>
              <a:t>→</a:t>
            </a:r>
            <a:endParaRPr lang="en-US" sz="2000" dirty="0"/>
          </a:p>
        </p:txBody>
      </p:sp>
      <p:sp>
        <p:nvSpPr>
          <p:cNvPr id="19" name="Text 17"/>
          <p:cNvSpPr txBox="1"/>
          <p:nvPr/>
        </p:nvSpPr>
        <p:spPr>
          <a:xfrm>
            <a:off x="7086600" y="274320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PySpark / Spark SQL basics</a:t>
            </a:r>
            <a:endParaRPr lang="en-US" dirty="0"/>
          </a:p>
        </p:txBody>
      </p:sp>
      <p:sp>
        <p:nvSpPr>
          <p:cNvPr id="20" name="Text 18"/>
          <p:cNvSpPr txBox="1"/>
          <p:nvPr/>
        </p:nvSpPr>
        <p:spPr>
          <a:xfrm>
            <a:off x="6675120" y="3337560"/>
            <a:ext cx="365760" cy="411480"/>
          </a:xfrm>
          <a:prstGeom prst="rect">
            <a:avLst/>
          </a:prstGeom>
          <a:noFill/>
          <a:ln/>
        </p:spPr>
        <p:txBody>
          <a:bodyPr wrap="square" lIns="0" tIns="0" rIns="0" bIns="0" rtlCol="0" anchor="t"/>
          <a:lstStyle/>
          <a:p>
            <a:pPr marL="0" indent="0" algn="ctr">
              <a:buNone/>
            </a:pPr>
            <a:r>
              <a:rPr lang="en-US" sz="2000" b="1" dirty="0">
                <a:solidFill>
                  <a:srgbClr val="53D8C7"/>
                </a:solidFill>
              </a:rPr>
              <a:t>→</a:t>
            </a:r>
            <a:endParaRPr lang="en-US" sz="2000" dirty="0"/>
          </a:p>
        </p:txBody>
      </p:sp>
      <p:sp>
        <p:nvSpPr>
          <p:cNvPr id="21" name="Text 19"/>
          <p:cNvSpPr txBox="1"/>
          <p:nvPr/>
        </p:nvSpPr>
        <p:spPr>
          <a:xfrm>
            <a:off x="7086599" y="3337560"/>
            <a:ext cx="4429539"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Delta Lake (versioning, time travel, merge)</a:t>
            </a:r>
            <a:endParaRPr lang="en-US" dirty="0"/>
          </a:p>
        </p:txBody>
      </p:sp>
      <p:sp>
        <p:nvSpPr>
          <p:cNvPr id="22" name="Text 20"/>
          <p:cNvSpPr txBox="1"/>
          <p:nvPr/>
        </p:nvSpPr>
        <p:spPr>
          <a:xfrm>
            <a:off x="6675120" y="3931920"/>
            <a:ext cx="365760" cy="411480"/>
          </a:xfrm>
          <a:prstGeom prst="rect">
            <a:avLst/>
          </a:prstGeom>
          <a:noFill/>
          <a:ln/>
        </p:spPr>
        <p:txBody>
          <a:bodyPr wrap="square" lIns="0" tIns="0" rIns="0" bIns="0" rtlCol="0" anchor="t"/>
          <a:lstStyle/>
          <a:p>
            <a:pPr marL="0" indent="0" algn="ctr">
              <a:buNone/>
            </a:pPr>
            <a:r>
              <a:rPr lang="en-US" sz="2000" b="1" dirty="0">
                <a:solidFill>
                  <a:srgbClr val="53D8C7"/>
                </a:solidFill>
              </a:rPr>
              <a:t>→</a:t>
            </a:r>
            <a:endParaRPr lang="en-US" sz="2000" dirty="0"/>
          </a:p>
        </p:txBody>
      </p:sp>
      <p:sp>
        <p:nvSpPr>
          <p:cNvPr id="23" name="Text 21"/>
          <p:cNvSpPr txBox="1"/>
          <p:nvPr/>
        </p:nvSpPr>
        <p:spPr>
          <a:xfrm>
            <a:off x="7086600" y="393192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Lakehouse architecture patterns</a:t>
            </a:r>
            <a:endParaRPr lang="en-US" dirty="0"/>
          </a:p>
        </p:txBody>
      </p:sp>
      <p:sp>
        <p:nvSpPr>
          <p:cNvPr id="24" name="Text 22"/>
          <p:cNvSpPr txBox="1"/>
          <p:nvPr/>
        </p:nvSpPr>
        <p:spPr>
          <a:xfrm>
            <a:off x="6675120" y="4526280"/>
            <a:ext cx="365760" cy="411480"/>
          </a:xfrm>
          <a:prstGeom prst="rect">
            <a:avLst/>
          </a:prstGeom>
          <a:noFill/>
          <a:ln/>
        </p:spPr>
        <p:txBody>
          <a:bodyPr wrap="square" lIns="0" tIns="0" rIns="0" bIns="0" rtlCol="0" anchor="t"/>
          <a:lstStyle/>
          <a:p>
            <a:pPr marL="0" indent="0" algn="ctr">
              <a:buNone/>
            </a:pPr>
            <a:r>
              <a:rPr lang="en-US" sz="2000" b="1" dirty="0">
                <a:solidFill>
                  <a:srgbClr val="53D8C7"/>
                </a:solidFill>
              </a:rPr>
              <a:t>→</a:t>
            </a:r>
            <a:endParaRPr lang="en-US" sz="2000" dirty="0"/>
          </a:p>
        </p:txBody>
      </p:sp>
      <p:sp>
        <p:nvSpPr>
          <p:cNvPr id="25" name="Text 23"/>
          <p:cNvSpPr txBox="1"/>
          <p:nvPr/>
        </p:nvSpPr>
        <p:spPr>
          <a:xfrm>
            <a:off x="7086600" y="452628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Notebook development workflows</a:t>
            </a:r>
            <a:endParaRPr lang="en-US" dirty="0"/>
          </a:p>
        </p:txBody>
      </p:sp>
      <p:sp>
        <p:nvSpPr>
          <p:cNvPr id="26" name="Text 24"/>
          <p:cNvSpPr txBox="1"/>
          <p:nvPr/>
        </p:nvSpPr>
        <p:spPr>
          <a:xfrm>
            <a:off x="6675120" y="5120640"/>
            <a:ext cx="365760" cy="411480"/>
          </a:xfrm>
          <a:prstGeom prst="rect">
            <a:avLst/>
          </a:prstGeom>
          <a:noFill/>
          <a:ln/>
        </p:spPr>
        <p:txBody>
          <a:bodyPr wrap="square" lIns="0" tIns="0" rIns="0" bIns="0" rtlCol="0" anchor="t"/>
          <a:lstStyle/>
          <a:p>
            <a:pPr marL="0" indent="0" algn="ctr">
              <a:buNone/>
            </a:pPr>
            <a:r>
              <a:rPr lang="en-US" sz="2000" b="1" dirty="0">
                <a:solidFill>
                  <a:srgbClr val="53D8C7"/>
                </a:solidFill>
              </a:rPr>
              <a:t>→</a:t>
            </a:r>
            <a:endParaRPr lang="en-US" sz="2000" dirty="0"/>
          </a:p>
        </p:txBody>
      </p:sp>
      <p:sp>
        <p:nvSpPr>
          <p:cNvPr id="27" name="Text 25"/>
          <p:cNvSpPr txBox="1"/>
          <p:nvPr/>
        </p:nvSpPr>
        <p:spPr>
          <a:xfrm>
            <a:off x="7086600" y="512064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OneLake shortcuts &amp; mirroring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548640" y="1005840"/>
            <a:ext cx="9144000" cy="640080"/>
          </a:xfrm>
          <a:prstGeom prst="rect">
            <a:avLst/>
          </a:prstGeom>
          <a:noFill/>
          <a:ln/>
        </p:spPr>
        <p:txBody>
          <a:bodyPr wrap="square" lIns="0" tIns="0" rIns="0" bIns="0" rtlCol="0" anchor="ctr"/>
          <a:lstStyle/>
          <a:p>
            <a:pPr marL="0" indent="0">
              <a:buNone/>
            </a:pPr>
            <a:r>
              <a:rPr lang="en-US" sz="3600" dirty="0">
                <a:ea typeface="Cambria" pitchFamily="34" charset="-122"/>
                <a:cs typeface="Cambria" pitchFamily="34" charset="-120"/>
              </a:rPr>
              <a:t>Analyst &amp; BI Developer Skills</a:t>
            </a:r>
            <a:endParaRPr lang="en-US" sz="3600" dirty="0"/>
          </a:p>
        </p:txBody>
      </p:sp>
      <p:sp>
        <p:nvSpPr>
          <p:cNvPr id="6" name="Shape 4"/>
          <p:cNvSpPr/>
          <p:nvPr/>
        </p:nvSpPr>
        <p:spPr>
          <a:xfrm>
            <a:off x="548640" y="1920240"/>
            <a:ext cx="5303520" cy="4114800"/>
          </a:xfrm>
          <a:prstGeom prst="roundRect">
            <a:avLst>
              <a:gd name="adj" fmla="val 4444"/>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7" name="Text 5"/>
          <p:cNvSpPr txBox="1"/>
          <p:nvPr/>
        </p:nvSpPr>
        <p:spPr>
          <a:xfrm>
            <a:off x="914400" y="2103120"/>
            <a:ext cx="4572000" cy="457200"/>
          </a:xfrm>
          <a:prstGeom prst="rect">
            <a:avLst/>
          </a:prstGeom>
          <a:noFill/>
          <a:ln/>
        </p:spPr>
        <p:txBody>
          <a:bodyPr wrap="square" lIns="0" tIns="0" rIns="0" bIns="0" rtlCol="0" anchor="ctr"/>
          <a:lstStyle/>
          <a:p>
            <a:pPr marL="0" indent="0">
              <a:buNone/>
            </a:pPr>
            <a:r>
              <a:rPr lang="en-US" sz="2000" b="1" dirty="0">
                <a:solidFill>
                  <a:srgbClr val="16A596"/>
                </a:solidFill>
                <a:ea typeface="Calibri" pitchFamily="34" charset="-122"/>
                <a:cs typeface="Calibri" pitchFamily="34" charset="-120"/>
              </a:rPr>
              <a:t>You Probably Have</a:t>
            </a:r>
            <a:endParaRPr lang="en-US" sz="2000" dirty="0"/>
          </a:p>
        </p:txBody>
      </p:sp>
      <p:sp>
        <p:nvSpPr>
          <p:cNvPr id="8" name="Text 6"/>
          <p:cNvSpPr txBox="1"/>
          <p:nvPr/>
        </p:nvSpPr>
        <p:spPr>
          <a:xfrm>
            <a:off x="914400" y="274320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9" name="Text 7"/>
          <p:cNvSpPr txBox="1"/>
          <p:nvPr/>
        </p:nvSpPr>
        <p:spPr>
          <a:xfrm>
            <a:off x="1325880" y="274320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Power BI report building &amp; DAX</a:t>
            </a:r>
            <a:endParaRPr lang="en-US" dirty="0"/>
          </a:p>
        </p:txBody>
      </p:sp>
      <p:sp>
        <p:nvSpPr>
          <p:cNvPr id="10" name="Text 8"/>
          <p:cNvSpPr txBox="1"/>
          <p:nvPr/>
        </p:nvSpPr>
        <p:spPr>
          <a:xfrm>
            <a:off x="914400" y="333756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1" name="Text 9"/>
          <p:cNvSpPr txBox="1"/>
          <p:nvPr/>
        </p:nvSpPr>
        <p:spPr>
          <a:xfrm>
            <a:off x="1325880" y="333756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Semantic model design (star schema)</a:t>
            </a:r>
            <a:endParaRPr lang="en-US" dirty="0"/>
          </a:p>
        </p:txBody>
      </p:sp>
      <p:sp>
        <p:nvSpPr>
          <p:cNvPr id="12" name="Text 10"/>
          <p:cNvSpPr txBox="1"/>
          <p:nvPr/>
        </p:nvSpPr>
        <p:spPr>
          <a:xfrm>
            <a:off x="914400" y="393192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3" name="Text 11"/>
          <p:cNvSpPr txBox="1"/>
          <p:nvPr/>
        </p:nvSpPr>
        <p:spPr>
          <a:xfrm>
            <a:off x="1325880" y="393192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Power Query / M</a:t>
            </a:r>
            <a:endParaRPr lang="en-US" dirty="0"/>
          </a:p>
        </p:txBody>
      </p:sp>
      <p:sp>
        <p:nvSpPr>
          <p:cNvPr id="14" name="Text 12"/>
          <p:cNvSpPr txBox="1"/>
          <p:nvPr/>
        </p:nvSpPr>
        <p:spPr>
          <a:xfrm>
            <a:off x="914400" y="4526280"/>
            <a:ext cx="365760" cy="411480"/>
          </a:xfrm>
          <a:prstGeom prst="rect">
            <a:avLst/>
          </a:prstGeom>
          <a:noFill/>
          <a:ln/>
        </p:spPr>
        <p:txBody>
          <a:bodyPr wrap="square" lIns="0" tIns="0" rIns="0" bIns="0" rtlCol="0" anchor="t"/>
          <a:lstStyle/>
          <a:p>
            <a:pPr marL="0" indent="0" algn="ctr">
              <a:buNone/>
            </a:pPr>
            <a:r>
              <a:rPr lang="en-US" sz="1600" b="1" dirty="0">
                <a:solidFill>
                  <a:srgbClr val="16A596"/>
                </a:solidFill>
              </a:rPr>
              <a:t>✓</a:t>
            </a:r>
            <a:endParaRPr lang="en-US" sz="1600" dirty="0"/>
          </a:p>
        </p:txBody>
      </p:sp>
      <p:sp>
        <p:nvSpPr>
          <p:cNvPr id="15" name="Text 13"/>
          <p:cNvSpPr txBox="1"/>
          <p:nvPr/>
        </p:nvSpPr>
        <p:spPr>
          <a:xfrm>
            <a:off x="1325880" y="4526280"/>
            <a:ext cx="4206240" cy="41148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Data visualization best practices</a:t>
            </a:r>
            <a:endParaRPr lang="en-US" dirty="0"/>
          </a:p>
        </p:txBody>
      </p:sp>
      <p:sp>
        <p:nvSpPr>
          <p:cNvPr id="16" name="Shape 14"/>
          <p:cNvSpPr/>
          <p:nvPr/>
        </p:nvSpPr>
        <p:spPr>
          <a:xfrm>
            <a:off x="6309360" y="1920240"/>
            <a:ext cx="5303520" cy="4114800"/>
          </a:xfrm>
          <a:prstGeom prst="roundRect">
            <a:avLst>
              <a:gd name="adj" fmla="val 4444"/>
            </a:avLst>
          </a:prstGeom>
          <a:solidFill>
            <a:srgbClr val="0F3460"/>
          </a:solidFill>
          <a:ln/>
        </p:spPr>
        <p:txBody>
          <a:bodyPr/>
          <a:lstStyle/>
          <a:p>
            <a:endParaRPr lang="en-US"/>
          </a:p>
        </p:txBody>
      </p:sp>
      <p:sp>
        <p:nvSpPr>
          <p:cNvPr id="17" name="Text 15"/>
          <p:cNvSpPr txBox="1"/>
          <p:nvPr/>
        </p:nvSpPr>
        <p:spPr>
          <a:xfrm>
            <a:off x="6675120" y="2103120"/>
            <a:ext cx="4572000" cy="457200"/>
          </a:xfrm>
          <a:prstGeom prst="rect">
            <a:avLst/>
          </a:prstGeom>
          <a:noFill/>
          <a:ln/>
        </p:spPr>
        <p:txBody>
          <a:bodyPr wrap="square" lIns="0" tIns="0" rIns="0" bIns="0" rtlCol="0" anchor="ctr"/>
          <a:lstStyle/>
          <a:p>
            <a:pPr marL="0" indent="0">
              <a:buNone/>
            </a:pPr>
            <a:r>
              <a:rPr lang="en-US" sz="2000" b="1" dirty="0">
                <a:solidFill>
                  <a:srgbClr val="53D8C7"/>
                </a:solidFill>
                <a:ea typeface="Calibri" pitchFamily="34" charset="-122"/>
                <a:cs typeface="Calibri" pitchFamily="34" charset="-120"/>
              </a:rPr>
              <a:t>Worth Picking Up</a:t>
            </a:r>
            <a:endParaRPr lang="en-US" sz="2000" dirty="0"/>
          </a:p>
        </p:txBody>
      </p:sp>
      <p:sp>
        <p:nvSpPr>
          <p:cNvPr id="18" name="Text 16"/>
          <p:cNvSpPr txBox="1"/>
          <p:nvPr/>
        </p:nvSpPr>
        <p:spPr>
          <a:xfrm>
            <a:off x="6675120" y="2743200"/>
            <a:ext cx="365760" cy="411480"/>
          </a:xfrm>
          <a:prstGeom prst="rect">
            <a:avLst/>
          </a:prstGeom>
          <a:noFill/>
          <a:ln/>
        </p:spPr>
        <p:txBody>
          <a:bodyPr wrap="square" lIns="0" tIns="0" rIns="0" bIns="0" rtlCol="0" anchor="t"/>
          <a:lstStyle/>
          <a:p>
            <a:pPr marL="0" indent="0" algn="ctr">
              <a:buNone/>
            </a:pPr>
            <a:r>
              <a:rPr lang="en-US" sz="1600" b="1" dirty="0">
                <a:solidFill>
                  <a:srgbClr val="53D8C7"/>
                </a:solidFill>
              </a:rPr>
              <a:t>→</a:t>
            </a:r>
            <a:endParaRPr lang="en-US" sz="1600" dirty="0"/>
          </a:p>
        </p:txBody>
      </p:sp>
      <p:sp>
        <p:nvSpPr>
          <p:cNvPr id="19" name="Text 17"/>
          <p:cNvSpPr txBox="1"/>
          <p:nvPr/>
        </p:nvSpPr>
        <p:spPr>
          <a:xfrm>
            <a:off x="7086600" y="274320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DirectLake mode (how it differs from Import/DQ)</a:t>
            </a:r>
            <a:endParaRPr lang="en-US" dirty="0"/>
          </a:p>
        </p:txBody>
      </p:sp>
      <p:sp>
        <p:nvSpPr>
          <p:cNvPr id="20" name="Text 18"/>
          <p:cNvSpPr txBox="1"/>
          <p:nvPr/>
        </p:nvSpPr>
        <p:spPr>
          <a:xfrm>
            <a:off x="6675120" y="3337560"/>
            <a:ext cx="365760" cy="411480"/>
          </a:xfrm>
          <a:prstGeom prst="rect">
            <a:avLst/>
          </a:prstGeom>
          <a:noFill/>
          <a:ln/>
        </p:spPr>
        <p:txBody>
          <a:bodyPr wrap="square" lIns="0" tIns="0" rIns="0" bIns="0" rtlCol="0" anchor="t"/>
          <a:lstStyle/>
          <a:p>
            <a:pPr marL="0" indent="0" algn="ctr">
              <a:buNone/>
            </a:pPr>
            <a:r>
              <a:rPr lang="en-US" sz="1600" b="1" dirty="0">
                <a:solidFill>
                  <a:srgbClr val="53D8C7"/>
                </a:solidFill>
              </a:rPr>
              <a:t>→</a:t>
            </a:r>
            <a:endParaRPr lang="en-US" sz="1600" dirty="0"/>
          </a:p>
        </p:txBody>
      </p:sp>
      <p:sp>
        <p:nvSpPr>
          <p:cNvPr id="21" name="Text 19"/>
          <p:cNvSpPr txBox="1"/>
          <p:nvPr/>
        </p:nvSpPr>
        <p:spPr>
          <a:xfrm>
            <a:off x="7086600" y="333756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Workspace and deployment pipelines</a:t>
            </a:r>
            <a:endParaRPr lang="en-US" dirty="0"/>
          </a:p>
        </p:txBody>
      </p:sp>
      <p:sp>
        <p:nvSpPr>
          <p:cNvPr id="22" name="Text 20"/>
          <p:cNvSpPr txBox="1"/>
          <p:nvPr/>
        </p:nvSpPr>
        <p:spPr>
          <a:xfrm>
            <a:off x="6675120" y="3931920"/>
            <a:ext cx="365760" cy="411480"/>
          </a:xfrm>
          <a:prstGeom prst="rect">
            <a:avLst/>
          </a:prstGeom>
          <a:noFill/>
          <a:ln/>
        </p:spPr>
        <p:txBody>
          <a:bodyPr wrap="square" lIns="0" tIns="0" rIns="0" bIns="0" rtlCol="0" anchor="t"/>
          <a:lstStyle/>
          <a:p>
            <a:pPr marL="0" indent="0" algn="ctr">
              <a:buNone/>
            </a:pPr>
            <a:r>
              <a:rPr lang="en-US" sz="1600" b="1" dirty="0">
                <a:solidFill>
                  <a:srgbClr val="53D8C7"/>
                </a:solidFill>
              </a:rPr>
              <a:t>→</a:t>
            </a:r>
            <a:endParaRPr lang="en-US" sz="1600" dirty="0"/>
          </a:p>
        </p:txBody>
      </p:sp>
      <p:sp>
        <p:nvSpPr>
          <p:cNvPr id="23" name="Text 21"/>
          <p:cNvSpPr txBox="1"/>
          <p:nvPr/>
        </p:nvSpPr>
        <p:spPr>
          <a:xfrm>
            <a:off x="7086600" y="393192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SQL analytics endpoint for ad-hoc queries</a:t>
            </a:r>
            <a:endParaRPr lang="en-US" dirty="0"/>
          </a:p>
        </p:txBody>
      </p:sp>
      <p:sp>
        <p:nvSpPr>
          <p:cNvPr id="24" name="Text 22"/>
          <p:cNvSpPr txBox="1"/>
          <p:nvPr/>
        </p:nvSpPr>
        <p:spPr>
          <a:xfrm>
            <a:off x="6675120" y="4526280"/>
            <a:ext cx="365760" cy="411480"/>
          </a:xfrm>
          <a:prstGeom prst="rect">
            <a:avLst/>
          </a:prstGeom>
          <a:noFill/>
          <a:ln/>
        </p:spPr>
        <p:txBody>
          <a:bodyPr wrap="square" lIns="0" tIns="0" rIns="0" bIns="0" rtlCol="0" anchor="t"/>
          <a:lstStyle/>
          <a:p>
            <a:pPr marL="0" indent="0" algn="ctr">
              <a:buNone/>
            </a:pPr>
            <a:r>
              <a:rPr lang="en-US" sz="1600" b="1" dirty="0">
                <a:solidFill>
                  <a:srgbClr val="53D8C7"/>
                </a:solidFill>
              </a:rPr>
              <a:t>→</a:t>
            </a:r>
            <a:endParaRPr lang="en-US" sz="1600" dirty="0"/>
          </a:p>
        </p:txBody>
      </p:sp>
      <p:sp>
        <p:nvSpPr>
          <p:cNvPr id="25" name="Text 23"/>
          <p:cNvSpPr txBox="1"/>
          <p:nvPr/>
        </p:nvSpPr>
        <p:spPr>
          <a:xfrm>
            <a:off x="7086600" y="452628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Fabric-native dataflows (Gen2)</a:t>
            </a:r>
            <a:endParaRPr lang="en-US" dirty="0"/>
          </a:p>
        </p:txBody>
      </p:sp>
      <p:sp>
        <p:nvSpPr>
          <p:cNvPr id="26" name="Text 24"/>
          <p:cNvSpPr txBox="1"/>
          <p:nvPr/>
        </p:nvSpPr>
        <p:spPr>
          <a:xfrm>
            <a:off x="6675120" y="5120640"/>
            <a:ext cx="365760" cy="411480"/>
          </a:xfrm>
          <a:prstGeom prst="rect">
            <a:avLst/>
          </a:prstGeom>
          <a:noFill/>
          <a:ln/>
        </p:spPr>
        <p:txBody>
          <a:bodyPr wrap="square" lIns="0" tIns="0" rIns="0" bIns="0" rtlCol="0" anchor="t"/>
          <a:lstStyle/>
          <a:p>
            <a:pPr marL="0" indent="0" algn="ctr">
              <a:buNone/>
            </a:pPr>
            <a:r>
              <a:rPr lang="en-US" sz="1600" b="1" dirty="0">
                <a:solidFill>
                  <a:srgbClr val="53D8C7"/>
                </a:solidFill>
              </a:rPr>
              <a:t>→</a:t>
            </a:r>
            <a:endParaRPr lang="en-US" sz="1600" dirty="0"/>
          </a:p>
        </p:txBody>
      </p:sp>
      <p:sp>
        <p:nvSpPr>
          <p:cNvPr id="27" name="Text 25"/>
          <p:cNvSpPr txBox="1"/>
          <p:nvPr/>
        </p:nvSpPr>
        <p:spPr>
          <a:xfrm>
            <a:off x="7086600" y="5120640"/>
            <a:ext cx="4206240" cy="411480"/>
          </a:xfrm>
          <a:prstGeom prst="rect">
            <a:avLst/>
          </a:prstGeom>
          <a:noFill/>
          <a:ln/>
        </p:spPr>
        <p:txBody>
          <a:bodyPr wrap="square" lIns="0" tIns="0" rIns="0" bIns="0" rtlCol="0" anchor="ctr"/>
          <a:lstStyle/>
          <a:p>
            <a:pPr marL="0" indent="0">
              <a:buNone/>
            </a:pPr>
            <a:r>
              <a:rPr lang="en-US" dirty="0">
                <a:solidFill>
                  <a:srgbClr val="F0F4F8"/>
                </a:solidFill>
                <a:ea typeface="Calibri" pitchFamily="34" charset="-122"/>
                <a:cs typeface="Calibri" pitchFamily="34" charset="-120"/>
              </a:rPr>
              <a:t>OneLake integration with existing reports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txBox="1"/>
          <p:nvPr/>
        </p:nvSpPr>
        <p:spPr>
          <a:xfrm>
            <a:off x="548640" y="1005840"/>
            <a:ext cx="9144000" cy="640080"/>
          </a:xfrm>
          <a:prstGeom prst="rect">
            <a:avLst/>
          </a:prstGeom>
          <a:noFill/>
          <a:ln/>
        </p:spPr>
        <p:txBody>
          <a:bodyPr wrap="square" lIns="0" tIns="0" rIns="0" bIns="0" rtlCol="0" anchor="ctr"/>
          <a:lstStyle/>
          <a:p>
            <a:pPr marL="0" indent="0">
              <a:buNone/>
            </a:pPr>
            <a:r>
              <a:rPr lang="en-US" sz="3600" dirty="0">
                <a:ea typeface="Cambria" pitchFamily="34" charset="-122"/>
                <a:cs typeface="Cambria" pitchFamily="34" charset="-120"/>
              </a:rPr>
              <a:t>Admin Skills</a:t>
            </a:r>
            <a:endParaRPr lang="en-US" sz="3600" dirty="0"/>
          </a:p>
        </p:txBody>
      </p:sp>
      <p:sp>
        <p:nvSpPr>
          <p:cNvPr id="18" name="Shape 16"/>
          <p:cNvSpPr/>
          <p:nvPr/>
        </p:nvSpPr>
        <p:spPr>
          <a:xfrm>
            <a:off x="548640" y="2152153"/>
            <a:ext cx="11064240" cy="2011680"/>
          </a:xfrm>
          <a:prstGeom prst="roundRect">
            <a:avLst>
              <a:gd name="adj" fmla="val 9091"/>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9" name="Shape 17"/>
          <p:cNvSpPr/>
          <p:nvPr/>
        </p:nvSpPr>
        <p:spPr>
          <a:xfrm>
            <a:off x="548640" y="2152153"/>
            <a:ext cx="2743200" cy="2011680"/>
          </a:xfrm>
          <a:prstGeom prst="roundRect">
            <a:avLst>
              <a:gd name="adj" fmla="val 9091"/>
            </a:avLst>
          </a:prstGeom>
          <a:solidFill>
            <a:srgbClr val="0B1D3A"/>
          </a:solidFill>
          <a:ln/>
        </p:spPr>
        <p:txBody>
          <a:bodyPr/>
          <a:lstStyle/>
          <a:p>
            <a:endParaRPr lang="en-US"/>
          </a:p>
        </p:txBody>
      </p:sp>
      <p:sp>
        <p:nvSpPr>
          <p:cNvPr id="20" name="Shape 18"/>
          <p:cNvSpPr/>
          <p:nvPr/>
        </p:nvSpPr>
        <p:spPr>
          <a:xfrm>
            <a:off x="2377440" y="2152153"/>
            <a:ext cx="914400" cy="2011680"/>
          </a:xfrm>
          <a:prstGeom prst="rect">
            <a:avLst/>
          </a:prstGeom>
          <a:solidFill>
            <a:srgbClr val="0B1D3A"/>
          </a:solidFill>
          <a:ln/>
        </p:spPr>
        <p:txBody>
          <a:bodyPr/>
          <a:lstStyle/>
          <a:p>
            <a:endParaRPr lang="en-US" sz="2400"/>
          </a:p>
        </p:txBody>
      </p:sp>
      <p:sp>
        <p:nvSpPr>
          <p:cNvPr id="21" name="Text 19"/>
          <p:cNvSpPr txBox="1"/>
          <p:nvPr/>
        </p:nvSpPr>
        <p:spPr>
          <a:xfrm>
            <a:off x="822960" y="2335033"/>
            <a:ext cx="2286000" cy="1645920"/>
          </a:xfrm>
          <a:prstGeom prst="rect">
            <a:avLst/>
          </a:prstGeom>
          <a:noFill/>
          <a:ln/>
        </p:spPr>
        <p:txBody>
          <a:bodyPr wrap="square" lIns="0" tIns="0" rIns="0" bIns="0" rtlCol="0" anchor="ctr"/>
          <a:lstStyle/>
          <a:p>
            <a:pPr marL="0" indent="0">
              <a:buNone/>
            </a:pPr>
            <a:r>
              <a:rPr lang="en-US" sz="2200" b="1" dirty="0">
                <a:solidFill>
                  <a:srgbClr val="FFFFFF"/>
                </a:solidFill>
                <a:ea typeface="Cambria" pitchFamily="34" charset="-122"/>
                <a:cs typeface="Cambria" pitchFamily="34" charset="-120"/>
              </a:rPr>
              <a:t>Fabric</a:t>
            </a:r>
            <a:endParaRPr lang="en-US" sz="2200" dirty="0"/>
          </a:p>
          <a:p>
            <a:pPr marL="0" indent="0">
              <a:buNone/>
            </a:pPr>
            <a:r>
              <a:rPr lang="en-US" sz="2200" b="1" dirty="0">
                <a:solidFill>
                  <a:srgbClr val="FFFFFF"/>
                </a:solidFill>
                <a:ea typeface="Cambria" pitchFamily="34" charset="-122"/>
                <a:cs typeface="Cambria" pitchFamily="34" charset="-120"/>
              </a:rPr>
              <a:t>Admin</a:t>
            </a:r>
            <a:endParaRPr lang="en-US" sz="2200" dirty="0"/>
          </a:p>
        </p:txBody>
      </p:sp>
      <p:sp>
        <p:nvSpPr>
          <p:cNvPr id="22" name="Text 20"/>
          <p:cNvSpPr txBox="1"/>
          <p:nvPr/>
        </p:nvSpPr>
        <p:spPr>
          <a:xfrm>
            <a:off x="3566160" y="2335033"/>
            <a:ext cx="320040" cy="365760"/>
          </a:xfrm>
          <a:prstGeom prst="rect">
            <a:avLst/>
          </a:prstGeom>
          <a:noFill/>
          <a:ln/>
        </p:spPr>
        <p:txBody>
          <a:bodyPr wrap="square" lIns="0" tIns="0" rIns="0" bIns="0" rtlCol="0" anchor="ctr"/>
          <a:lstStyle/>
          <a:p>
            <a:pPr marL="0" indent="0">
              <a:buNone/>
            </a:pPr>
            <a:r>
              <a:rPr lang="en-US" b="1" dirty="0">
                <a:solidFill>
                  <a:srgbClr val="16A596"/>
                </a:solidFill>
              </a:rPr>
              <a:t>✓</a:t>
            </a:r>
            <a:endParaRPr lang="en-US" dirty="0"/>
          </a:p>
        </p:txBody>
      </p:sp>
      <p:sp>
        <p:nvSpPr>
          <p:cNvPr id="23" name="Text 21"/>
          <p:cNvSpPr txBox="1"/>
          <p:nvPr/>
        </p:nvSpPr>
        <p:spPr>
          <a:xfrm>
            <a:off x="3931920" y="2335033"/>
            <a:ext cx="7315200" cy="36576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M365 / Azure AD admin experience, Power BI admin</a:t>
            </a:r>
            <a:endParaRPr lang="en-US" dirty="0"/>
          </a:p>
        </p:txBody>
      </p:sp>
      <p:sp>
        <p:nvSpPr>
          <p:cNvPr id="24" name="Text 22"/>
          <p:cNvSpPr txBox="1"/>
          <p:nvPr/>
        </p:nvSpPr>
        <p:spPr>
          <a:xfrm>
            <a:off x="3566160" y="2746513"/>
            <a:ext cx="320040" cy="365760"/>
          </a:xfrm>
          <a:prstGeom prst="rect">
            <a:avLst/>
          </a:prstGeom>
          <a:noFill/>
          <a:ln/>
        </p:spPr>
        <p:txBody>
          <a:bodyPr wrap="square" lIns="0" tIns="0" rIns="0" bIns="0" rtlCol="0" anchor="ctr"/>
          <a:lstStyle/>
          <a:p>
            <a:pPr marL="0" indent="0">
              <a:buNone/>
            </a:pPr>
            <a:r>
              <a:rPr lang="en-US" b="1" dirty="0">
                <a:solidFill>
                  <a:srgbClr val="0F3460"/>
                </a:solidFill>
              </a:rPr>
              <a:t>→</a:t>
            </a:r>
            <a:endParaRPr lang="en-US" dirty="0"/>
          </a:p>
        </p:txBody>
      </p:sp>
      <p:sp>
        <p:nvSpPr>
          <p:cNvPr id="25" name="Text 23"/>
          <p:cNvSpPr txBox="1"/>
          <p:nvPr/>
        </p:nvSpPr>
        <p:spPr>
          <a:xfrm>
            <a:off x="3931920" y="2746513"/>
            <a:ext cx="7315200" cy="36576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Capacity Units (CU) model &amp; SKU sizing</a:t>
            </a:r>
            <a:endParaRPr lang="en-US" dirty="0"/>
          </a:p>
        </p:txBody>
      </p:sp>
      <p:sp>
        <p:nvSpPr>
          <p:cNvPr id="26" name="Text 24"/>
          <p:cNvSpPr txBox="1"/>
          <p:nvPr/>
        </p:nvSpPr>
        <p:spPr>
          <a:xfrm>
            <a:off x="3566160" y="3157993"/>
            <a:ext cx="320040" cy="365760"/>
          </a:xfrm>
          <a:prstGeom prst="rect">
            <a:avLst/>
          </a:prstGeom>
          <a:noFill/>
          <a:ln/>
        </p:spPr>
        <p:txBody>
          <a:bodyPr wrap="square" lIns="0" tIns="0" rIns="0" bIns="0" rtlCol="0" anchor="ctr"/>
          <a:lstStyle/>
          <a:p>
            <a:pPr marL="0" indent="0">
              <a:buNone/>
            </a:pPr>
            <a:r>
              <a:rPr lang="en-US" b="1" dirty="0">
                <a:solidFill>
                  <a:srgbClr val="0F3460"/>
                </a:solidFill>
              </a:rPr>
              <a:t>→</a:t>
            </a:r>
            <a:endParaRPr lang="en-US" dirty="0"/>
          </a:p>
        </p:txBody>
      </p:sp>
      <p:sp>
        <p:nvSpPr>
          <p:cNvPr id="27" name="Text 25"/>
          <p:cNvSpPr txBox="1"/>
          <p:nvPr/>
        </p:nvSpPr>
        <p:spPr>
          <a:xfrm>
            <a:off x="3931920" y="3157993"/>
            <a:ext cx="7315200" cy="36576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Tenant settings specific to Fabric (171+ settings!)</a:t>
            </a:r>
            <a:endParaRPr lang="en-US" dirty="0"/>
          </a:p>
        </p:txBody>
      </p:sp>
      <p:sp>
        <p:nvSpPr>
          <p:cNvPr id="28" name="Text 26"/>
          <p:cNvSpPr txBox="1"/>
          <p:nvPr/>
        </p:nvSpPr>
        <p:spPr>
          <a:xfrm>
            <a:off x="3566160" y="3569473"/>
            <a:ext cx="320040" cy="365760"/>
          </a:xfrm>
          <a:prstGeom prst="rect">
            <a:avLst/>
          </a:prstGeom>
          <a:noFill/>
          <a:ln/>
        </p:spPr>
        <p:txBody>
          <a:bodyPr wrap="square" lIns="0" tIns="0" rIns="0" bIns="0" rtlCol="0" anchor="ctr"/>
          <a:lstStyle/>
          <a:p>
            <a:pPr marL="0" indent="0">
              <a:buNone/>
            </a:pPr>
            <a:r>
              <a:rPr lang="en-US" b="1" dirty="0">
                <a:solidFill>
                  <a:srgbClr val="0F3460"/>
                </a:solidFill>
              </a:rPr>
              <a:t>→</a:t>
            </a:r>
            <a:endParaRPr lang="en-US" dirty="0"/>
          </a:p>
        </p:txBody>
      </p:sp>
      <p:sp>
        <p:nvSpPr>
          <p:cNvPr id="29" name="Text 27"/>
          <p:cNvSpPr txBox="1"/>
          <p:nvPr/>
        </p:nvSpPr>
        <p:spPr>
          <a:xfrm>
            <a:off x="3931920" y="3569473"/>
            <a:ext cx="7315200" cy="365760"/>
          </a:xfrm>
          <a:prstGeom prst="rect">
            <a:avLst/>
          </a:prstGeom>
          <a:noFill/>
          <a:ln/>
        </p:spPr>
        <p:txBody>
          <a:bodyPr wrap="square" lIns="0" tIns="0" rIns="0" bIns="0" rtlCol="0" anchor="ctr"/>
          <a:lstStyle/>
          <a:p>
            <a:pPr marL="0" indent="0">
              <a:buNone/>
            </a:pPr>
            <a:r>
              <a:rPr lang="en-US" dirty="0">
                <a:ea typeface="Calibri" pitchFamily="34" charset="-122"/>
                <a:cs typeface="Calibri" pitchFamily="34" charset="-120"/>
              </a:rPr>
              <a:t>Monitoring tools like Capacity Metrics App, FUAM,</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1F00-AF2F-3118-9116-83AB8FE8987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85B3621-FCF2-27FC-0373-E8E1B61B258A}"/>
              </a:ext>
            </a:extLst>
          </p:cNvPr>
          <p:cNvSpPr>
            <a:spLocks noGrp="1"/>
          </p:cNvSpPr>
          <p:nvPr>
            <p:ph type="ctrTitle"/>
          </p:nvPr>
        </p:nvSpPr>
        <p:spPr>
          <a:xfrm>
            <a:off x="858433" y="2239343"/>
            <a:ext cx="9703550" cy="2387600"/>
          </a:xfrm>
        </p:spPr>
        <p:txBody>
          <a:bodyPr/>
          <a:lstStyle/>
          <a:p>
            <a:r>
              <a:rPr lang="en-US" sz="5400" dirty="0"/>
              <a:t>Capacity Administration</a:t>
            </a:r>
          </a:p>
        </p:txBody>
      </p:sp>
    </p:spTree>
    <p:extLst>
      <p:ext uri="{BB962C8B-B14F-4D97-AF65-F5344CB8AC3E}">
        <p14:creationId xmlns:p14="http://schemas.microsoft.com/office/powerpoint/2010/main" val="1014283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519962" y="365760"/>
            <a:ext cx="7136357" cy="853440"/>
          </a:xfrm>
          <a:prstGeom prst="rect">
            <a:avLst/>
          </a:prstGeom>
          <a:noFill/>
          <a:ln/>
        </p:spPr>
        <p:txBody>
          <a:bodyPr wrap="square" lIns="0" tIns="0" rIns="0" bIns="0" rtlCol="0" anchor="ctr"/>
          <a:lstStyle/>
          <a:p>
            <a:r>
              <a:rPr lang="en-US" sz="4000" dirty="0">
                <a:latin typeface="+mj-lt"/>
                <a:ea typeface="Calibri" pitchFamily="34" charset="-122"/>
                <a:cs typeface="Calibri" pitchFamily="34" charset="-120"/>
              </a:rPr>
              <a:t>Critical Security Settings</a:t>
            </a:r>
            <a:endParaRPr lang="en-US" sz="4000" dirty="0">
              <a:latin typeface="+mj-lt"/>
            </a:endParaRPr>
          </a:p>
        </p:txBody>
      </p:sp>
      <p:sp>
        <p:nvSpPr>
          <p:cNvPr id="3" name="Shape 4">
            <a:extLst>
              <a:ext uri="{FF2B5EF4-FFF2-40B4-BE49-F238E27FC236}">
                <a16:creationId xmlns:a16="http://schemas.microsoft.com/office/drawing/2014/main" id="{BB758A38-05AE-0F01-33D0-C945AAB060CD}"/>
              </a:ext>
            </a:extLst>
          </p:cNvPr>
          <p:cNvSpPr/>
          <p:nvPr/>
        </p:nvSpPr>
        <p:spPr>
          <a:xfrm>
            <a:off x="553482" y="434172"/>
            <a:ext cx="600719" cy="59647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a:lstStyle/>
          <a:p>
            <a:endParaRPr lang="en-US" sz="2400"/>
          </a:p>
        </p:txBody>
      </p:sp>
      <p:sp>
        <p:nvSpPr>
          <p:cNvPr id="19" name="Text 3">
            <a:extLst>
              <a:ext uri="{FF2B5EF4-FFF2-40B4-BE49-F238E27FC236}">
                <a16:creationId xmlns:a16="http://schemas.microsoft.com/office/drawing/2014/main" id="{BD702CE7-EAB3-721E-DF7E-3878EFBC7867}"/>
              </a:ext>
            </a:extLst>
          </p:cNvPr>
          <p:cNvSpPr/>
          <p:nvPr/>
        </p:nvSpPr>
        <p:spPr>
          <a:xfrm>
            <a:off x="731520" y="1707687"/>
            <a:ext cx="10447171" cy="4941393"/>
          </a:xfrm>
          <a:prstGeom prst="rect">
            <a:avLst/>
          </a:prstGeom>
          <a:noFill/>
          <a:ln/>
        </p:spPr>
        <p:txBody>
          <a:bodyPr wrap="square" lIns="0" tIns="0" rIns="0" bIns="0" rtlCol="0" anchor="t"/>
          <a:lstStyle/>
          <a:p>
            <a:pPr marL="457200" indent="-457200">
              <a:buFont typeface="+mj-lt"/>
              <a:buAutoNum type="arabicPeriod"/>
            </a:pPr>
            <a:r>
              <a:rPr lang="en-US" sz="2400" dirty="0"/>
              <a:t>Publish to web – disable! Trust me, you don’t need this</a:t>
            </a:r>
            <a:br>
              <a:rPr lang="en-US" sz="2400" dirty="0"/>
            </a:br>
            <a:endParaRPr lang="en-US" sz="2400" dirty="0"/>
          </a:p>
          <a:p>
            <a:pPr marL="457200" indent="-457200">
              <a:buFont typeface="+mj-lt"/>
              <a:buAutoNum type="arabicPeriod"/>
            </a:pPr>
            <a:r>
              <a:rPr lang="en-US" sz="2400" dirty="0"/>
              <a:t>Guest users can access Microsoft Fabric – disable or restrict</a:t>
            </a:r>
            <a:br>
              <a:rPr lang="en-US" sz="2400" dirty="0"/>
            </a:br>
            <a:endParaRPr lang="en-US" sz="2400" dirty="0"/>
          </a:p>
          <a:p>
            <a:pPr marL="457200" indent="-457200">
              <a:buFont typeface="+mj-lt"/>
              <a:buAutoNum type="arabicPeriod"/>
            </a:pPr>
            <a:r>
              <a:rPr lang="en-US" sz="2400" dirty="0"/>
              <a:t>Users can invite guest users to collaborate through item sharing and permissions – disable or restrict</a:t>
            </a:r>
            <a:br>
              <a:rPr lang="en-US" sz="2400" dirty="0"/>
            </a:br>
            <a:endParaRPr lang="en-US" sz="2400" dirty="0"/>
          </a:p>
          <a:p>
            <a:pPr marL="457200" indent="-457200">
              <a:buFont typeface="+mj-lt"/>
              <a:buAutoNum type="arabicPeriod"/>
            </a:pPr>
            <a:r>
              <a:rPr lang="en-US" sz="2400" dirty="0"/>
              <a:t>External data sharing – disable</a:t>
            </a:r>
            <a:br>
              <a:rPr lang="en-US" sz="2400" dirty="0"/>
            </a:br>
            <a:endParaRPr lang="en-US" sz="2400" dirty="0"/>
          </a:p>
          <a:p>
            <a:pPr marL="457200" indent="-457200">
              <a:buFont typeface="+mj-lt"/>
              <a:buAutoNum type="arabicPeriod"/>
            </a:pPr>
            <a:r>
              <a:rPr lang="en-US" sz="2400" dirty="0"/>
              <a:t>Allow shareable links to grant access to everyone in the org – disable</a:t>
            </a:r>
            <a:br>
              <a:rPr lang="en-US" sz="2400" dirty="0"/>
            </a:br>
            <a:endParaRPr lang="en-US" sz="2400" dirty="0"/>
          </a:p>
          <a:p>
            <a:pPr marL="457200" indent="-457200">
              <a:buFont typeface="+mj-lt"/>
              <a:buAutoNum type="arabicPeriod"/>
            </a:pPr>
            <a:r>
              <a:rPr lang="en-US" sz="2400" dirty="0"/>
              <a:t>Users can send email subscriptions to external users - disable</a:t>
            </a:r>
          </a:p>
          <a:p>
            <a:pPr marL="457200" indent="-457200">
              <a:buFont typeface="+mj-lt"/>
              <a:buAutoNum type="arabicPeriod"/>
            </a:pP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B9562-13FB-F4DC-4095-0B609BF13CBC}"/>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48342ED7-AD8D-DE1D-3F3F-C104B0B2946E}"/>
              </a:ext>
            </a:extLst>
          </p:cNvPr>
          <p:cNvSpPr/>
          <p:nvPr/>
        </p:nvSpPr>
        <p:spPr>
          <a:xfrm>
            <a:off x="1519962" y="365760"/>
            <a:ext cx="7136357" cy="853440"/>
          </a:xfrm>
          <a:prstGeom prst="rect">
            <a:avLst/>
          </a:prstGeom>
          <a:noFill/>
          <a:ln/>
        </p:spPr>
        <p:txBody>
          <a:bodyPr wrap="square" lIns="0" tIns="0" rIns="0" bIns="0" rtlCol="0" anchor="ctr"/>
          <a:lstStyle/>
          <a:p>
            <a:r>
              <a:rPr lang="en-US" sz="4000" dirty="0">
                <a:latin typeface="+mj-lt"/>
                <a:ea typeface="Calibri" pitchFamily="34" charset="-122"/>
                <a:cs typeface="Calibri" pitchFamily="34" charset="-120"/>
              </a:rPr>
              <a:t>Critical Governance Settings 1</a:t>
            </a:r>
            <a:endParaRPr lang="en-US" sz="4000" dirty="0">
              <a:latin typeface="+mj-lt"/>
            </a:endParaRPr>
          </a:p>
        </p:txBody>
      </p:sp>
      <p:sp>
        <p:nvSpPr>
          <p:cNvPr id="3" name="Shape 4">
            <a:extLst>
              <a:ext uri="{FF2B5EF4-FFF2-40B4-BE49-F238E27FC236}">
                <a16:creationId xmlns:a16="http://schemas.microsoft.com/office/drawing/2014/main" id="{5ABDF46C-6135-94E6-B743-693D13EF4FFF}"/>
              </a:ext>
            </a:extLst>
          </p:cNvPr>
          <p:cNvSpPr/>
          <p:nvPr/>
        </p:nvSpPr>
        <p:spPr>
          <a:xfrm>
            <a:off x="553482" y="434172"/>
            <a:ext cx="600719" cy="59647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a:lstStyle/>
          <a:p>
            <a:endParaRPr lang="en-US" sz="2400"/>
          </a:p>
        </p:txBody>
      </p:sp>
      <p:sp>
        <p:nvSpPr>
          <p:cNvPr id="19" name="Text 3">
            <a:extLst>
              <a:ext uri="{FF2B5EF4-FFF2-40B4-BE49-F238E27FC236}">
                <a16:creationId xmlns:a16="http://schemas.microsoft.com/office/drawing/2014/main" id="{98019952-4C5A-932E-502F-19B56BFD84E3}"/>
              </a:ext>
            </a:extLst>
          </p:cNvPr>
          <p:cNvSpPr/>
          <p:nvPr/>
        </p:nvSpPr>
        <p:spPr>
          <a:xfrm>
            <a:off x="731521" y="1707687"/>
            <a:ext cx="9883998" cy="4941393"/>
          </a:xfrm>
          <a:prstGeom prst="rect">
            <a:avLst/>
          </a:prstGeom>
          <a:noFill/>
          <a:ln/>
        </p:spPr>
        <p:txBody>
          <a:bodyPr wrap="square" lIns="0" tIns="0" rIns="0" bIns="0" rtlCol="0" anchor="t"/>
          <a:lstStyle/>
          <a:p>
            <a:pPr marL="342900" indent="-342900">
              <a:buFont typeface="+mj-lt"/>
              <a:buAutoNum type="arabicPeriod"/>
            </a:pPr>
            <a:r>
              <a:rPr lang="en-US" sz="2400" dirty="0"/>
              <a:t>Users can create Fabric Items – limit to security groups. This one saves you from worrying about a ton of little settings</a:t>
            </a:r>
            <a:br>
              <a:rPr lang="en-US" sz="2400" dirty="0"/>
            </a:br>
            <a:endParaRPr lang="en-US" sz="2400" dirty="0"/>
          </a:p>
          <a:p>
            <a:pPr marL="342900" indent="-342900">
              <a:buFont typeface="+mj-lt"/>
              <a:buAutoNum type="arabicPeriod"/>
            </a:pPr>
            <a:r>
              <a:rPr lang="en-US" sz="2400" dirty="0"/>
              <a:t>Export to Excel – limit to security groups if possible</a:t>
            </a:r>
            <a:br>
              <a:rPr lang="en-US" sz="2400" dirty="0"/>
            </a:br>
            <a:endParaRPr lang="en-US" sz="2400" dirty="0"/>
          </a:p>
          <a:p>
            <a:pPr marL="342900" indent="-342900">
              <a:buFont typeface="+mj-lt"/>
              <a:buAutoNum type="arabicPeriod"/>
            </a:pPr>
            <a:r>
              <a:rPr lang="en-US" sz="2400" dirty="0"/>
              <a:t>Service principals can call Fabric public APIS – limit to security groups</a:t>
            </a:r>
            <a:br>
              <a:rPr lang="en-US" sz="2400" dirty="0"/>
            </a:br>
            <a:endParaRPr lang="en-US" sz="2400" dirty="0"/>
          </a:p>
          <a:p>
            <a:endParaRPr lang="en-US" sz="2400" dirty="0"/>
          </a:p>
        </p:txBody>
      </p:sp>
    </p:spTree>
    <p:extLst>
      <p:ext uri="{BB962C8B-B14F-4D97-AF65-F5344CB8AC3E}">
        <p14:creationId xmlns:p14="http://schemas.microsoft.com/office/powerpoint/2010/main" val="855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A36C9-D299-07F7-AAF0-9514A63AF069}"/>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97623DF4-F42A-93D4-AA3B-8003C41876C3}"/>
              </a:ext>
            </a:extLst>
          </p:cNvPr>
          <p:cNvSpPr/>
          <p:nvPr/>
        </p:nvSpPr>
        <p:spPr>
          <a:xfrm>
            <a:off x="1519962" y="365760"/>
            <a:ext cx="7136357" cy="853440"/>
          </a:xfrm>
          <a:prstGeom prst="rect">
            <a:avLst/>
          </a:prstGeom>
          <a:noFill/>
          <a:ln/>
        </p:spPr>
        <p:txBody>
          <a:bodyPr wrap="square" lIns="0" tIns="0" rIns="0" bIns="0" rtlCol="0" anchor="ctr"/>
          <a:lstStyle/>
          <a:p>
            <a:r>
              <a:rPr lang="en-US" sz="4000" dirty="0">
                <a:latin typeface="+mj-lt"/>
                <a:ea typeface="Calibri" pitchFamily="34" charset="-122"/>
                <a:cs typeface="Calibri" pitchFamily="34" charset="-120"/>
              </a:rPr>
              <a:t>Critical Governance Settings 2</a:t>
            </a:r>
            <a:endParaRPr lang="en-US" sz="4000" dirty="0">
              <a:latin typeface="+mj-lt"/>
            </a:endParaRPr>
          </a:p>
        </p:txBody>
      </p:sp>
      <p:sp>
        <p:nvSpPr>
          <p:cNvPr id="3" name="Shape 4">
            <a:extLst>
              <a:ext uri="{FF2B5EF4-FFF2-40B4-BE49-F238E27FC236}">
                <a16:creationId xmlns:a16="http://schemas.microsoft.com/office/drawing/2014/main" id="{DA599147-29C8-1DD0-3AA3-6A658713C3F5}"/>
              </a:ext>
            </a:extLst>
          </p:cNvPr>
          <p:cNvSpPr/>
          <p:nvPr/>
        </p:nvSpPr>
        <p:spPr>
          <a:xfrm>
            <a:off x="553482" y="434172"/>
            <a:ext cx="600719" cy="59647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a:lstStyle/>
          <a:p>
            <a:endParaRPr lang="en-US" sz="2400"/>
          </a:p>
        </p:txBody>
      </p:sp>
      <p:sp>
        <p:nvSpPr>
          <p:cNvPr id="19" name="Text 3">
            <a:extLst>
              <a:ext uri="{FF2B5EF4-FFF2-40B4-BE49-F238E27FC236}">
                <a16:creationId xmlns:a16="http://schemas.microsoft.com/office/drawing/2014/main" id="{CE31CF5F-5894-43FD-4EAA-41858BD560A9}"/>
              </a:ext>
            </a:extLst>
          </p:cNvPr>
          <p:cNvSpPr/>
          <p:nvPr/>
        </p:nvSpPr>
        <p:spPr>
          <a:xfrm>
            <a:off x="731520" y="1707687"/>
            <a:ext cx="10713619" cy="4941393"/>
          </a:xfrm>
          <a:prstGeom prst="rect">
            <a:avLst/>
          </a:prstGeom>
          <a:noFill/>
          <a:ln/>
        </p:spPr>
        <p:txBody>
          <a:bodyPr wrap="square" lIns="0" tIns="0" rIns="0" bIns="0" rtlCol="0" anchor="t"/>
          <a:lstStyle/>
          <a:p>
            <a:pPr marL="342900" indent="-342900">
              <a:buFont typeface="+mj-lt"/>
              <a:buAutoNum type="arabicPeriod"/>
            </a:pPr>
            <a:r>
              <a:rPr lang="en-US" sz="2400" dirty="0"/>
              <a:t>Create workspaces – limit to security groups</a:t>
            </a:r>
            <a:br>
              <a:rPr lang="en-US" sz="2400" dirty="0"/>
            </a:br>
            <a:endParaRPr lang="en-US" sz="2400" dirty="0"/>
          </a:p>
          <a:p>
            <a:pPr marL="342900" indent="-342900">
              <a:buFont typeface="+mj-lt"/>
              <a:buAutoNum type="arabicPeriod"/>
            </a:pPr>
            <a:r>
              <a:rPr lang="en-US" sz="2400" dirty="0"/>
              <a:t>Users can try Microsoft Fabric paid features. Turn this off unless you want people to spin up trial capacities.</a:t>
            </a:r>
            <a:br>
              <a:rPr lang="en-US" sz="2400" dirty="0"/>
            </a:br>
            <a:endParaRPr lang="en-US" sz="2400" dirty="0"/>
          </a:p>
          <a:p>
            <a:pPr marL="342900" indent="-342900">
              <a:buFont typeface="+mj-lt"/>
              <a:buAutoNum type="arabicPeriod"/>
            </a:pPr>
            <a:r>
              <a:rPr lang="en-US" sz="2400" dirty="0"/>
              <a:t>Users can use copilot and other features powered by Azure OpenAI. Restrict this to specific groups until you know your capacity impact</a:t>
            </a:r>
          </a:p>
          <a:p>
            <a:pPr marL="342900" indent="-342900">
              <a:buFont typeface="+mj-lt"/>
              <a:buAutoNum type="arabicPeriod"/>
            </a:pPr>
            <a:endParaRPr lang="en-US" sz="2400" dirty="0"/>
          </a:p>
        </p:txBody>
      </p:sp>
    </p:spTree>
    <p:extLst>
      <p:ext uri="{BB962C8B-B14F-4D97-AF65-F5344CB8AC3E}">
        <p14:creationId xmlns:p14="http://schemas.microsoft.com/office/powerpoint/2010/main" val="1566046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731520" y="365760"/>
            <a:ext cx="7924800" cy="853440"/>
          </a:xfrm>
          <a:prstGeom prst="rect">
            <a:avLst/>
          </a:prstGeom>
          <a:noFill/>
          <a:ln/>
        </p:spPr>
        <p:txBody>
          <a:bodyPr wrap="square" lIns="0" tIns="0" rIns="0" bIns="0" rtlCol="0" anchor="ctr"/>
          <a:lstStyle/>
          <a:p>
            <a:r>
              <a:rPr lang="en-US" sz="4000" dirty="0"/>
              <a:t>Capacity Settings</a:t>
            </a:r>
          </a:p>
        </p:txBody>
      </p:sp>
      <p:sp>
        <p:nvSpPr>
          <p:cNvPr id="3" name="Text 3">
            <a:extLst>
              <a:ext uri="{FF2B5EF4-FFF2-40B4-BE49-F238E27FC236}">
                <a16:creationId xmlns:a16="http://schemas.microsoft.com/office/drawing/2014/main" id="{EE390DC1-2CA8-BAB2-CAB1-F8BA1D75BD44}"/>
              </a:ext>
            </a:extLst>
          </p:cNvPr>
          <p:cNvSpPr/>
          <p:nvPr/>
        </p:nvSpPr>
        <p:spPr>
          <a:xfrm>
            <a:off x="743631" y="1750077"/>
            <a:ext cx="11301015" cy="5007939"/>
          </a:xfrm>
          <a:prstGeom prst="rect">
            <a:avLst/>
          </a:prstGeom>
          <a:noFill/>
          <a:ln/>
        </p:spPr>
        <p:txBody>
          <a:bodyPr wrap="square" lIns="0" tIns="0" rIns="0" bIns="0" rtlCol="0" anchor="t"/>
          <a:lstStyle/>
          <a:p>
            <a:pPr marL="457200" indent="-457200">
              <a:buFont typeface="+mj-lt"/>
              <a:buAutoNum type="arabicPeriod"/>
            </a:pPr>
            <a:r>
              <a:rPr lang="en-US" sz="2800" dirty="0"/>
              <a:t>Set up notifications on capacity usage</a:t>
            </a:r>
          </a:p>
          <a:p>
            <a:pPr marL="457200" indent="-457200">
              <a:buFont typeface="+mj-lt"/>
              <a:buAutoNum type="arabicPeriod"/>
            </a:pPr>
            <a:endParaRPr lang="en-US" sz="2800" dirty="0"/>
          </a:p>
          <a:p>
            <a:pPr marL="457200" indent="-457200">
              <a:buFont typeface="+mj-lt"/>
              <a:buAutoNum type="arabicPeriod"/>
            </a:pPr>
            <a:r>
              <a:rPr lang="en-US" sz="2800" dirty="0"/>
              <a:t>Set up surge protection</a:t>
            </a:r>
            <a:br>
              <a:rPr lang="en-US" sz="2800" dirty="0"/>
            </a:br>
            <a:endParaRPr lang="en-US" sz="2800" dirty="0"/>
          </a:p>
          <a:p>
            <a:pPr marL="457200" indent="-457200">
              <a:buFont typeface="+mj-lt"/>
              <a:buAutoNum type="arabicPeriod"/>
            </a:pPr>
            <a:r>
              <a:rPr lang="en-US" sz="2800" dirty="0"/>
              <a:t>Set up capacity overage</a:t>
            </a:r>
          </a:p>
          <a:p>
            <a:pPr marL="457200" indent="-457200">
              <a:buFont typeface="+mj-lt"/>
              <a:buAutoNum type="arabicPeriod"/>
            </a:pPr>
            <a:endParaRPr lang="en-US" sz="2800" dirty="0"/>
          </a:p>
          <a:p>
            <a:pPr marL="457200" indent="-457200">
              <a:buFont typeface="+mj-lt"/>
              <a:buAutoNum type="arabicPeriod"/>
            </a:pPr>
            <a:r>
              <a:rPr lang="en-US" sz="2800" dirty="0"/>
              <a:t>Set certain workspaces as mission critical</a:t>
            </a:r>
          </a:p>
          <a:p>
            <a:pPr marL="457200" indent="-457200">
              <a:buFont typeface="+mj-lt"/>
              <a:buAutoNum type="arabicPeriod"/>
            </a:pP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E4F13-6D8B-D8F1-BDF0-51F59557A060}"/>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6512E4AD-D69B-B868-E36E-5926D0F50A98}"/>
              </a:ext>
            </a:extLst>
          </p:cNvPr>
          <p:cNvSpPr/>
          <p:nvPr/>
        </p:nvSpPr>
        <p:spPr>
          <a:xfrm>
            <a:off x="731520" y="365760"/>
            <a:ext cx="7924800" cy="853440"/>
          </a:xfrm>
          <a:prstGeom prst="rect">
            <a:avLst/>
          </a:prstGeom>
          <a:noFill/>
          <a:ln/>
        </p:spPr>
        <p:txBody>
          <a:bodyPr wrap="square" lIns="0" tIns="0" rIns="0" bIns="0" rtlCol="0" anchor="ctr"/>
          <a:lstStyle/>
          <a:p>
            <a:r>
              <a:rPr lang="en-US" sz="4000" dirty="0">
                <a:latin typeface="+mj-lt"/>
                <a:ea typeface="Calibri" pitchFamily="34" charset="-122"/>
                <a:cs typeface="Calibri" pitchFamily="34" charset="-120"/>
              </a:rPr>
              <a:t>Demo time! </a:t>
            </a:r>
            <a:endParaRPr lang="en-US" sz="4000" dirty="0">
              <a:latin typeface="+mj-lt"/>
            </a:endParaRPr>
          </a:p>
        </p:txBody>
      </p:sp>
      <p:sp>
        <p:nvSpPr>
          <p:cNvPr id="26" name="Text 4">
            <a:extLst>
              <a:ext uri="{FF2B5EF4-FFF2-40B4-BE49-F238E27FC236}">
                <a16:creationId xmlns:a16="http://schemas.microsoft.com/office/drawing/2014/main" id="{56344BDB-97AB-6A8E-A381-7D28BC110CB5}"/>
              </a:ext>
            </a:extLst>
          </p:cNvPr>
          <p:cNvSpPr/>
          <p:nvPr/>
        </p:nvSpPr>
        <p:spPr>
          <a:xfrm>
            <a:off x="5880016" y="1836884"/>
            <a:ext cx="5676143" cy="4315639"/>
          </a:xfrm>
          <a:prstGeom prst="rect">
            <a:avLst/>
          </a:prstGeom>
          <a:noFill/>
          <a:ln/>
        </p:spPr>
        <p:txBody>
          <a:bodyPr wrap="square" lIns="0" tIns="0" rIns="0" bIns="0" rtlCol="0" anchor="t"/>
          <a:lstStyle/>
          <a:p>
            <a:pPr marL="342900" indent="-342900">
              <a:spcAft>
                <a:spcPts val="600"/>
              </a:spcAft>
              <a:buSzPct val="100000"/>
              <a:buChar char="•"/>
            </a:pPr>
            <a:r>
              <a:rPr lang="en-US" sz="2800" dirty="0">
                <a:ea typeface="Calibri" pitchFamily="34" charset="-122"/>
                <a:cs typeface="Calibri" pitchFamily="34" charset="-120"/>
              </a:rPr>
              <a:t>Admin portal orientation</a:t>
            </a:r>
            <a:br>
              <a:rPr lang="en-US" sz="2800" dirty="0">
                <a:ea typeface="Calibri" pitchFamily="34" charset="-122"/>
                <a:cs typeface="Calibri" pitchFamily="34" charset="-120"/>
              </a:rPr>
            </a:br>
            <a:endParaRPr lang="en-US" sz="2800" dirty="0">
              <a:ea typeface="Calibri" pitchFamily="34" charset="-122"/>
              <a:cs typeface="Calibri" pitchFamily="34" charset="-120"/>
            </a:endParaRPr>
          </a:p>
          <a:p>
            <a:pPr marL="342900" indent="-342900">
              <a:spcAft>
                <a:spcPts val="600"/>
              </a:spcAft>
              <a:buSzPct val="100000"/>
              <a:buChar char="•"/>
            </a:pPr>
            <a:r>
              <a:rPr lang="en-US" sz="2800" dirty="0">
                <a:ea typeface="Calibri" pitchFamily="34" charset="-122"/>
                <a:cs typeface="Calibri" pitchFamily="34" charset="-120"/>
              </a:rPr>
              <a:t>Tenant settings</a:t>
            </a:r>
            <a:br>
              <a:rPr lang="en-US" sz="2800" dirty="0">
                <a:ea typeface="Calibri" pitchFamily="34" charset="-122"/>
                <a:cs typeface="Calibri" pitchFamily="34" charset="-120"/>
              </a:rPr>
            </a:br>
            <a:endParaRPr lang="en-US" sz="2800" dirty="0"/>
          </a:p>
          <a:p>
            <a:pPr marL="342900" indent="-342900">
              <a:spcAft>
                <a:spcPts val="600"/>
              </a:spcAft>
              <a:buSzPct val="100000"/>
              <a:buChar char="•"/>
            </a:pPr>
            <a:r>
              <a:rPr lang="en-US" sz="2800" dirty="0">
                <a:ea typeface="Calibri" pitchFamily="34" charset="-122"/>
                <a:cs typeface="Calibri" pitchFamily="34" charset="-120"/>
              </a:rPr>
              <a:t>Capacity notification settings</a:t>
            </a:r>
            <a:endParaRPr lang="en-US" sz="2800" dirty="0"/>
          </a:p>
        </p:txBody>
      </p:sp>
      <p:pic>
        <p:nvPicPr>
          <p:cNvPr id="2" name="Picture 1" descr="Time for Demo.. mmm? Sleepy from slides, we are! - Yoda Meme Generator">
            <a:extLst>
              <a:ext uri="{FF2B5EF4-FFF2-40B4-BE49-F238E27FC236}">
                <a16:creationId xmlns:a16="http://schemas.microsoft.com/office/drawing/2014/main" id="{43529E33-E79D-629D-A5A6-A35703F298C8}"/>
              </a:ext>
            </a:extLst>
          </p:cNvPr>
          <p:cNvPicPr>
            <a:picLocks noChangeAspect="1"/>
          </p:cNvPicPr>
          <p:nvPr/>
        </p:nvPicPr>
        <p:blipFill>
          <a:blip r:embed="rId3"/>
          <a:stretch>
            <a:fillRect/>
          </a:stretch>
        </p:blipFill>
        <p:spPr>
          <a:xfrm>
            <a:off x="731520" y="1836884"/>
            <a:ext cx="3991871" cy="4790246"/>
          </a:xfrm>
          <a:prstGeom prst="rect">
            <a:avLst/>
          </a:prstGeom>
        </p:spPr>
      </p:pic>
    </p:spTree>
    <p:extLst>
      <p:ext uri="{BB962C8B-B14F-4D97-AF65-F5344CB8AC3E}">
        <p14:creationId xmlns:p14="http://schemas.microsoft.com/office/powerpoint/2010/main" val="2403534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9EEC4-D67A-7892-746A-98D76B13556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50303F6-21AC-A15B-A1A7-A011EDE174D0}"/>
              </a:ext>
            </a:extLst>
          </p:cNvPr>
          <p:cNvSpPr>
            <a:spLocks noGrp="1"/>
          </p:cNvSpPr>
          <p:nvPr>
            <p:ph type="ctrTitle"/>
          </p:nvPr>
        </p:nvSpPr>
        <p:spPr>
          <a:xfrm>
            <a:off x="858433" y="2239343"/>
            <a:ext cx="9703550" cy="2387600"/>
          </a:xfrm>
        </p:spPr>
        <p:txBody>
          <a:bodyPr/>
          <a:lstStyle/>
          <a:p>
            <a:r>
              <a:rPr lang="en-US" sz="5400" dirty="0"/>
              <a:t>Pricing</a:t>
            </a:r>
          </a:p>
        </p:txBody>
      </p:sp>
    </p:spTree>
    <p:extLst>
      <p:ext uri="{BB962C8B-B14F-4D97-AF65-F5344CB8AC3E}">
        <p14:creationId xmlns:p14="http://schemas.microsoft.com/office/powerpoint/2010/main" val="3370638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9606-1201-4182-0F39-68D75463A4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06C57E-7A79-83C1-D373-B43A373FBCF3}"/>
              </a:ext>
            </a:extLst>
          </p:cNvPr>
          <p:cNvSpPr>
            <a:spLocks noGrp="1"/>
          </p:cNvSpPr>
          <p:nvPr>
            <p:ph type="title"/>
          </p:nvPr>
        </p:nvSpPr>
        <p:spPr>
          <a:xfrm>
            <a:off x="1146082" y="293945"/>
            <a:ext cx="9564252" cy="641060"/>
          </a:xfrm>
        </p:spPr>
        <p:txBody>
          <a:bodyPr>
            <a:normAutofit fontScale="90000"/>
          </a:bodyPr>
          <a:lstStyle/>
          <a:p>
            <a:pPr algn="ctr"/>
            <a:r>
              <a:rPr lang="en-US" dirty="0"/>
              <a:t>Picking out a Fabric SKU</a:t>
            </a:r>
          </a:p>
        </p:txBody>
      </p:sp>
      <p:sp>
        <p:nvSpPr>
          <p:cNvPr id="10" name="Title 3">
            <a:extLst>
              <a:ext uri="{FF2B5EF4-FFF2-40B4-BE49-F238E27FC236}">
                <a16:creationId xmlns:a16="http://schemas.microsoft.com/office/drawing/2014/main" id="{7CF1C055-4267-AD1C-EE3C-C0B915ACE389}"/>
              </a:ext>
            </a:extLst>
          </p:cNvPr>
          <p:cNvSpPr txBox="1">
            <a:spLocks/>
          </p:cNvSpPr>
          <p:nvPr/>
        </p:nvSpPr>
        <p:spPr>
          <a:xfrm>
            <a:off x="412018" y="1485900"/>
            <a:ext cx="6365972" cy="5078155"/>
          </a:xfrm>
          <a:prstGeom prst="rect">
            <a:avLst/>
          </a:prstGeom>
        </p:spPr>
        <p:txBody>
          <a:bodyPr vert="horz" lIns="0" tIns="45720" rIns="91440" bIns="4572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b="1" dirty="0">
                <a:latin typeface="+mn-lt"/>
              </a:rPr>
              <a:t>Use a Fabric Trial!  </a:t>
            </a:r>
            <a:br>
              <a:rPr lang="en-US" sz="2400" dirty="0">
                <a:latin typeface="+mn-lt"/>
              </a:rPr>
            </a:br>
            <a:endParaRPr lang="en-US" sz="2400" dirty="0">
              <a:latin typeface="+mn-lt"/>
            </a:endParaRPr>
          </a:p>
          <a:p>
            <a:r>
              <a:rPr lang="en-US" sz="2400" dirty="0">
                <a:latin typeface="+mn-lt"/>
              </a:rPr>
              <a:t>60 days of free F64 usage</a:t>
            </a:r>
            <a:br>
              <a:rPr lang="en-US" sz="2400" dirty="0">
                <a:latin typeface="+mn-lt"/>
              </a:rPr>
            </a:br>
            <a:endParaRPr lang="en-US" sz="2400" dirty="0">
              <a:latin typeface="+mn-lt"/>
            </a:endParaRPr>
          </a:p>
          <a:p>
            <a:r>
              <a:rPr lang="en-US" sz="2400" dirty="0">
                <a:latin typeface="+mn-lt"/>
              </a:rPr>
              <a:t>Aim for maximum 80% of capacity</a:t>
            </a:r>
            <a:br>
              <a:rPr lang="en-US" sz="2400" dirty="0">
                <a:latin typeface="+mn-lt"/>
              </a:rPr>
            </a:br>
            <a:endParaRPr lang="en-US" sz="2400" dirty="0">
              <a:latin typeface="+mn-lt"/>
            </a:endParaRPr>
          </a:p>
          <a:p>
            <a:r>
              <a:rPr lang="en-US" sz="2400" dirty="0">
                <a:latin typeface="+mn-lt"/>
              </a:rPr>
              <a:t>Multiple </a:t>
            </a:r>
            <a:r>
              <a:rPr lang="en-US" sz="2400" b="1" dirty="0">
                <a:latin typeface="+mn-lt"/>
              </a:rPr>
              <a:t>developers</a:t>
            </a:r>
            <a:r>
              <a:rPr lang="en-US" sz="2400" dirty="0">
                <a:latin typeface="+mn-lt"/>
              </a:rPr>
              <a:t>? Min rec SKU is F8</a:t>
            </a:r>
            <a:br>
              <a:rPr lang="en-US" sz="2400" dirty="0">
                <a:latin typeface="+mn-lt"/>
              </a:rPr>
            </a:br>
            <a:endParaRPr lang="en-US" sz="2400" dirty="0">
              <a:latin typeface="+mn-lt"/>
            </a:endParaRPr>
          </a:p>
          <a:p>
            <a:r>
              <a:rPr lang="en-US" sz="2400" dirty="0">
                <a:latin typeface="+mn-lt"/>
              </a:rPr>
              <a:t>Multiple </a:t>
            </a:r>
            <a:r>
              <a:rPr lang="en-US" sz="2400" b="1" dirty="0">
                <a:latin typeface="+mn-lt"/>
              </a:rPr>
              <a:t>data sources</a:t>
            </a:r>
            <a:r>
              <a:rPr lang="en-US" sz="2400" dirty="0">
                <a:latin typeface="+mn-lt"/>
              </a:rPr>
              <a:t> to ingest? Min rec SKU is F16</a:t>
            </a:r>
            <a:br>
              <a:rPr lang="en-US" sz="2400" dirty="0">
                <a:latin typeface="+mn-lt"/>
              </a:rPr>
            </a:br>
            <a:endParaRPr lang="en-US" sz="2400" dirty="0">
              <a:latin typeface="+mn-lt"/>
            </a:endParaRPr>
          </a:p>
          <a:p>
            <a:r>
              <a:rPr lang="en-US" sz="2400" dirty="0">
                <a:latin typeface="+mn-lt"/>
              </a:rPr>
              <a:t>A lot of </a:t>
            </a:r>
            <a:r>
              <a:rPr lang="en-US" sz="2400" b="1" dirty="0">
                <a:latin typeface="+mn-lt"/>
              </a:rPr>
              <a:t>report viewers</a:t>
            </a:r>
            <a:r>
              <a:rPr lang="en-US" sz="2400" dirty="0">
                <a:latin typeface="+mn-lt"/>
              </a:rPr>
              <a:t>? Consider a F64 for free viewer licensing (discussed more in upcoming slides)</a:t>
            </a:r>
            <a:br>
              <a:rPr lang="en-US" sz="2400" dirty="0">
                <a:latin typeface="+mn-lt"/>
              </a:rPr>
            </a:br>
            <a:endParaRPr lang="en-US" sz="2400" dirty="0">
              <a:latin typeface="+mn-lt"/>
            </a:endParaRPr>
          </a:p>
          <a:p>
            <a:r>
              <a:rPr lang="en-US" sz="2400" b="1" dirty="0">
                <a:latin typeface="+mn-lt"/>
              </a:rPr>
              <a:t>Environment</a:t>
            </a:r>
            <a:r>
              <a:rPr lang="en-US" sz="2400" dirty="0">
                <a:latin typeface="+mn-lt"/>
              </a:rPr>
              <a:t> concerns? Use diff capacities for dev, test, prod</a:t>
            </a:r>
          </a:p>
        </p:txBody>
      </p:sp>
      <p:pic>
        <p:nvPicPr>
          <p:cNvPr id="6" name="Picture 5">
            <a:extLst>
              <a:ext uri="{FF2B5EF4-FFF2-40B4-BE49-F238E27FC236}">
                <a16:creationId xmlns:a16="http://schemas.microsoft.com/office/drawing/2014/main" id="{963A8A51-9486-6219-6E8F-16CD5A615CD7}"/>
              </a:ext>
            </a:extLst>
          </p:cNvPr>
          <p:cNvPicPr>
            <a:picLocks noChangeAspect="1"/>
          </p:cNvPicPr>
          <p:nvPr/>
        </p:nvPicPr>
        <p:blipFill>
          <a:blip r:embed="rId3"/>
          <a:stretch>
            <a:fillRect/>
          </a:stretch>
        </p:blipFill>
        <p:spPr>
          <a:xfrm>
            <a:off x="6852285" y="1346911"/>
            <a:ext cx="4927698" cy="5210491"/>
          </a:xfrm>
          <a:prstGeom prst="rect">
            <a:avLst/>
          </a:prstGeom>
        </p:spPr>
      </p:pic>
    </p:spTree>
    <p:extLst>
      <p:ext uri="{BB962C8B-B14F-4D97-AF65-F5344CB8AC3E}">
        <p14:creationId xmlns:p14="http://schemas.microsoft.com/office/powerpoint/2010/main" val="1322471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D4BE8-91AE-6F37-C1CC-8BD134B9DFE7}"/>
            </a:ext>
          </a:extLst>
        </p:cNvPr>
        <p:cNvGrpSpPr/>
        <p:nvPr/>
      </p:nvGrpSpPr>
      <p:grpSpPr>
        <a:xfrm>
          <a:off x="0" y="0"/>
          <a:ext cx="0" cy="0"/>
          <a:chOff x="0" y="0"/>
          <a:chExt cx="0" cy="0"/>
        </a:xfrm>
      </p:grpSpPr>
      <p:sp>
        <p:nvSpPr>
          <p:cNvPr id="21" name="Rectangle Tenant">
            <a:extLst>
              <a:ext uri="{FF2B5EF4-FFF2-40B4-BE49-F238E27FC236}">
                <a16:creationId xmlns:a16="http://schemas.microsoft.com/office/drawing/2014/main" id="{101797E8-4EA6-DC37-1424-CCABB71AC82E}"/>
              </a:ext>
            </a:extLst>
          </p:cNvPr>
          <p:cNvSpPr/>
          <p:nvPr/>
        </p:nvSpPr>
        <p:spPr>
          <a:xfrm>
            <a:off x="379245" y="1358943"/>
            <a:ext cx="4224752" cy="2184514"/>
          </a:xfrm>
          <a:prstGeom prst="rect">
            <a:avLst/>
          </a:prstGeom>
          <a:solidFill>
            <a:schemeClr val="bg1">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2EBDC9D-2C90-DB37-A5CC-91D6E5D14057}"/>
              </a:ext>
            </a:extLst>
          </p:cNvPr>
          <p:cNvSpPr>
            <a:spLocks noGrp="1"/>
          </p:cNvSpPr>
          <p:nvPr>
            <p:ph type="title"/>
          </p:nvPr>
        </p:nvSpPr>
        <p:spPr>
          <a:xfrm>
            <a:off x="1146082" y="293945"/>
            <a:ext cx="9678552" cy="641060"/>
          </a:xfrm>
        </p:spPr>
        <p:txBody>
          <a:bodyPr>
            <a:normAutofit fontScale="90000"/>
          </a:bodyPr>
          <a:lstStyle/>
          <a:p>
            <a:pPr algn="ctr"/>
            <a:r>
              <a:rPr lang="en-US" dirty="0"/>
              <a:t>How Do Reservations Work?</a:t>
            </a:r>
          </a:p>
        </p:txBody>
      </p:sp>
      <p:sp>
        <p:nvSpPr>
          <p:cNvPr id="10" name="Title 3">
            <a:extLst>
              <a:ext uri="{FF2B5EF4-FFF2-40B4-BE49-F238E27FC236}">
                <a16:creationId xmlns:a16="http://schemas.microsoft.com/office/drawing/2014/main" id="{5E149D8E-7DFF-2261-C034-BF9A5432AB2B}"/>
              </a:ext>
            </a:extLst>
          </p:cNvPr>
          <p:cNvSpPr txBox="1">
            <a:spLocks/>
          </p:cNvSpPr>
          <p:nvPr/>
        </p:nvSpPr>
        <p:spPr>
          <a:xfrm>
            <a:off x="5257800" y="1404257"/>
            <a:ext cx="6187665" cy="5319191"/>
          </a:xfrm>
          <a:prstGeom prst="rect">
            <a:avLst/>
          </a:prstGeom>
        </p:spPr>
        <p:txBody>
          <a:bodyPr vert="horz" lIns="0" tIns="45720" rIns="91440" bIns="45720" numCol="1"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2400" dirty="0">
                <a:latin typeface="+mn-lt"/>
              </a:rPr>
              <a:t>Annual contract with Microsoft for a 41% discount on F SKUs. </a:t>
            </a:r>
          </a:p>
          <a:p>
            <a:br>
              <a:rPr lang="en-US" sz="2400" dirty="0">
                <a:latin typeface="+mn-lt"/>
              </a:rPr>
            </a:br>
            <a:br>
              <a:rPr lang="en-US" sz="2400" dirty="0">
                <a:latin typeface="+mn-lt"/>
              </a:rPr>
            </a:br>
            <a:r>
              <a:rPr lang="en-US" sz="2400" dirty="0">
                <a:latin typeface="+mn-lt"/>
              </a:rPr>
              <a:t>Can be paid monthly or upfront.</a:t>
            </a:r>
          </a:p>
          <a:p>
            <a:br>
              <a:rPr lang="en-US" sz="2400" dirty="0">
                <a:latin typeface="+mn-lt"/>
              </a:rPr>
            </a:br>
            <a:br>
              <a:rPr lang="en-US" sz="2400" dirty="0">
                <a:latin typeface="+mn-lt"/>
              </a:rPr>
            </a:br>
            <a:r>
              <a:rPr lang="en-US" sz="2400" dirty="0">
                <a:latin typeface="+mn-lt"/>
              </a:rPr>
              <a:t>These SKUs can be split into multiple capacities or all used within one capacity. </a:t>
            </a:r>
          </a:p>
          <a:p>
            <a:br>
              <a:rPr lang="en-US" sz="2400" dirty="0">
                <a:latin typeface="+mn-lt"/>
              </a:rPr>
            </a:br>
            <a:br>
              <a:rPr lang="en-US" sz="2400" dirty="0">
                <a:latin typeface="+mn-lt"/>
              </a:rPr>
            </a:br>
            <a:r>
              <a:rPr lang="en-US" sz="2400" dirty="0">
                <a:latin typeface="+mn-lt"/>
              </a:rPr>
              <a:t>You pay for all the SKUs even if they are not assigned to a capacity, so it is best to use them all. </a:t>
            </a:r>
          </a:p>
          <a:p>
            <a:endParaRPr lang="en-US" sz="2400" dirty="0">
              <a:latin typeface="+mn-lt"/>
            </a:endParaRPr>
          </a:p>
          <a:p>
            <a:endParaRPr lang="en-US" sz="2400" dirty="0">
              <a:latin typeface="+mn-lt"/>
            </a:endParaRPr>
          </a:p>
          <a:p>
            <a:r>
              <a:rPr lang="en-US" sz="2400" dirty="0">
                <a:latin typeface="+mn-lt"/>
              </a:rPr>
              <a:t>You can get cancel, exchange, or refund reservations with certain </a:t>
            </a:r>
            <a:r>
              <a:rPr lang="en-US" sz="2400" dirty="0">
                <a:solidFill>
                  <a:schemeClr val="accent1"/>
                </a:solidFill>
                <a:latin typeface="+mn-lt"/>
                <a:hlinkClick r:id="rId3">
                  <a:extLst>
                    <a:ext uri="{A12FA001-AC4F-418D-AE19-62706E023703}">
                      <ahyp:hlinkClr xmlns:ahyp="http://schemas.microsoft.com/office/drawing/2018/hyperlinkcolor" val="tx"/>
                    </a:ext>
                  </a:extLst>
                </a:hlinkClick>
              </a:rPr>
              <a:t>limitations</a:t>
            </a:r>
            <a:endParaRPr lang="en-US" sz="2000" dirty="0">
              <a:solidFill>
                <a:schemeClr val="accent1"/>
              </a:solidFill>
              <a:latin typeface="+mn-lt"/>
            </a:endParaRPr>
          </a:p>
        </p:txBody>
      </p:sp>
      <p:sp>
        <p:nvSpPr>
          <p:cNvPr id="5" name="Rectangle Paid Cap">
            <a:extLst>
              <a:ext uri="{FF2B5EF4-FFF2-40B4-BE49-F238E27FC236}">
                <a16:creationId xmlns:a16="http://schemas.microsoft.com/office/drawing/2014/main" id="{CABEBDDA-5A5E-96B2-3627-D7C76E8BBDB1}"/>
              </a:ext>
            </a:extLst>
          </p:cNvPr>
          <p:cNvSpPr/>
          <p:nvPr/>
        </p:nvSpPr>
        <p:spPr>
          <a:xfrm>
            <a:off x="579333" y="2374541"/>
            <a:ext cx="1817517" cy="449594"/>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Paid Cap">
            <a:extLst>
              <a:ext uri="{FF2B5EF4-FFF2-40B4-BE49-F238E27FC236}">
                <a16:creationId xmlns:a16="http://schemas.microsoft.com/office/drawing/2014/main" id="{8B0BBDFE-5741-2BAD-EB66-4AE07AD4139C}"/>
              </a:ext>
            </a:extLst>
          </p:cNvPr>
          <p:cNvSpPr txBox="1">
            <a:spLocks/>
          </p:cNvSpPr>
          <p:nvPr/>
        </p:nvSpPr>
        <p:spPr>
          <a:xfrm>
            <a:off x="653144" y="2415353"/>
            <a:ext cx="1700716" cy="408781"/>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1 | F16</a:t>
            </a:r>
          </a:p>
        </p:txBody>
      </p:sp>
      <p:sp>
        <p:nvSpPr>
          <p:cNvPr id="26" name="Rectangle Paid Cap">
            <a:extLst>
              <a:ext uri="{FF2B5EF4-FFF2-40B4-BE49-F238E27FC236}">
                <a16:creationId xmlns:a16="http://schemas.microsoft.com/office/drawing/2014/main" id="{2AD1E4F7-2DBA-E8C2-9260-D715AD5525D1}"/>
              </a:ext>
            </a:extLst>
          </p:cNvPr>
          <p:cNvSpPr/>
          <p:nvPr/>
        </p:nvSpPr>
        <p:spPr>
          <a:xfrm>
            <a:off x="2593212" y="2353950"/>
            <a:ext cx="1817517" cy="1032304"/>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itle Paid Cap">
            <a:extLst>
              <a:ext uri="{FF2B5EF4-FFF2-40B4-BE49-F238E27FC236}">
                <a16:creationId xmlns:a16="http://schemas.microsoft.com/office/drawing/2014/main" id="{98487582-5D07-7F43-1E15-39E165EFAAEA}"/>
              </a:ext>
            </a:extLst>
          </p:cNvPr>
          <p:cNvSpPr txBox="1">
            <a:spLocks/>
          </p:cNvSpPr>
          <p:nvPr/>
        </p:nvSpPr>
        <p:spPr>
          <a:xfrm>
            <a:off x="2636202" y="2389639"/>
            <a:ext cx="1731536" cy="408781"/>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3 | F32</a:t>
            </a:r>
          </a:p>
        </p:txBody>
      </p:sp>
      <p:sp>
        <p:nvSpPr>
          <p:cNvPr id="33" name="Rectangle Paid Cap">
            <a:extLst>
              <a:ext uri="{FF2B5EF4-FFF2-40B4-BE49-F238E27FC236}">
                <a16:creationId xmlns:a16="http://schemas.microsoft.com/office/drawing/2014/main" id="{49466FB1-0F71-2098-6514-783E76B7CAFA}"/>
              </a:ext>
            </a:extLst>
          </p:cNvPr>
          <p:cNvSpPr/>
          <p:nvPr/>
        </p:nvSpPr>
        <p:spPr>
          <a:xfrm>
            <a:off x="579333" y="2936658"/>
            <a:ext cx="1817517" cy="449595"/>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Paid Cap">
            <a:extLst>
              <a:ext uri="{FF2B5EF4-FFF2-40B4-BE49-F238E27FC236}">
                <a16:creationId xmlns:a16="http://schemas.microsoft.com/office/drawing/2014/main" id="{379C1A01-D09E-E668-B538-FF2F547E20D2}"/>
              </a:ext>
            </a:extLst>
          </p:cNvPr>
          <p:cNvSpPr txBox="1">
            <a:spLocks/>
          </p:cNvSpPr>
          <p:nvPr/>
        </p:nvSpPr>
        <p:spPr>
          <a:xfrm>
            <a:off x="653144" y="2967723"/>
            <a:ext cx="1743706" cy="479607"/>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2 | F16</a:t>
            </a:r>
          </a:p>
        </p:txBody>
      </p:sp>
      <p:sp>
        <p:nvSpPr>
          <p:cNvPr id="38" name="Rectangle Tenant">
            <a:extLst>
              <a:ext uri="{FF2B5EF4-FFF2-40B4-BE49-F238E27FC236}">
                <a16:creationId xmlns:a16="http://schemas.microsoft.com/office/drawing/2014/main" id="{EFCEE517-00B7-9D5B-AA9C-20F767913905}"/>
              </a:ext>
            </a:extLst>
          </p:cNvPr>
          <p:cNvSpPr/>
          <p:nvPr/>
        </p:nvSpPr>
        <p:spPr>
          <a:xfrm>
            <a:off x="379244" y="3855127"/>
            <a:ext cx="4224751" cy="2630496"/>
          </a:xfrm>
          <a:prstGeom prst="rect">
            <a:avLst/>
          </a:prstGeom>
          <a:solidFill>
            <a:schemeClr val="bg1">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itle Paid Cap">
            <a:extLst>
              <a:ext uri="{FF2B5EF4-FFF2-40B4-BE49-F238E27FC236}">
                <a16:creationId xmlns:a16="http://schemas.microsoft.com/office/drawing/2014/main" id="{E4610D8D-8616-C353-688A-5DA90B4A59A3}"/>
              </a:ext>
            </a:extLst>
          </p:cNvPr>
          <p:cNvSpPr txBox="1">
            <a:spLocks/>
          </p:cNvSpPr>
          <p:nvPr/>
        </p:nvSpPr>
        <p:spPr>
          <a:xfrm>
            <a:off x="746534" y="3963919"/>
            <a:ext cx="3477123" cy="727598"/>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000" dirty="0">
                <a:latin typeface="+mn-lt"/>
              </a:rPr>
              <a:t>Reservation </a:t>
            </a:r>
            <a:r>
              <a:rPr lang="en-US" sz="2000" b="1" dirty="0">
                <a:latin typeface="+mn-lt"/>
              </a:rPr>
              <a:t>Scenario 2</a:t>
            </a:r>
            <a:r>
              <a:rPr lang="en-US" sz="2000" dirty="0">
                <a:latin typeface="+mn-lt"/>
              </a:rPr>
              <a:t> </a:t>
            </a:r>
            <a:br>
              <a:rPr lang="en-US" sz="2000" dirty="0">
                <a:latin typeface="+mn-lt"/>
              </a:rPr>
            </a:br>
            <a:r>
              <a:rPr lang="en-US" sz="2000" dirty="0">
                <a:latin typeface="+mn-lt"/>
              </a:rPr>
              <a:t>F64 one capacity</a:t>
            </a:r>
          </a:p>
        </p:txBody>
      </p:sp>
      <p:sp>
        <p:nvSpPr>
          <p:cNvPr id="44" name="Rectangle Paid Cap">
            <a:extLst>
              <a:ext uri="{FF2B5EF4-FFF2-40B4-BE49-F238E27FC236}">
                <a16:creationId xmlns:a16="http://schemas.microsoft.com/office/drawing/2014/main" id="{D3F95913-EE4D-FE44-7D4B-6C7B81A8EFFF}"/>
              </a:ext>
            </a:extLst>
          </p:cNvPr>
          <p:cNvSpPr/>
          <p:nvPr/>
        </p:nvSpPr>
        <p:spPr>
          <a:xfrm>
            <a:off x="579333" y="4691517"/>
            <a:ext cx="3831396" cy="1605288"/>
          </a:xfrm>
          <a:prstGeom prst="rect">
            <a:avLst/>
          </a:prstGeom>
          <a:solidFill>
            <a:schemeClr val="accent1">
              <a:lumMod val="10000"/>
              <a:lumOff val="90000"/>
              <a:alpha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itle Paid Cap">
            <a:extLst>
              <a:ext uri="{FF2B5EF4-FFF2-40B4-BE49-F238E27FC236}">
                <a16:creationId xmlns:a16="http://schemas.microsoft.com/office/drawing/2014/main" id="{FF0CA745-1254-8188-9A14-807F25C9CCD4}"/>
              </a:ext>
            </a:extLst>
          </p:cNvPr>
          <p:cNvSpPr txBox="1">
            <a:spLocks/>
          </p:cNvSpPr>
          <p:nvPr/>
        </p:nvSpPr>
        <p:spPr>
          <a:xfrm>
            <a:off x="789561" y="4762787"/>
            <a:ext cx="2628466" cy="592455"/>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600" b="1" dirty="0">
                <a:latin typeface="+mn-lt"/>
              </a:rPr>
              <a:t>Capacity 1 | F64*</a:t>
            </a:r>
          </a:p>
        </p:txBody>
      </p:sp>
      <p:sp>
        <p:nvSpPr>
          <p:cNvPr id="52" name="Title Paid Cap">
            <a:extLst>
              <a:ext uri="{FF2B5EF4-FFF2-40B4-BE49-F238E27FC236}">
                <a16:creationId xmlns:a16="http://schemas.microsoft.com/office/drawing/2014/main" id="{A2E68694-A40D-491E-E893-422A0655696D}"/>
              </a:ext>
            </a:extLst>
          </p:cNvPr>
          <p:cNvSpPr txBox="1">
            <a:spLocks/>
          </p:cNvSpPr>
          <p:nvPr/>
        </p:nvSpPr>
        <p:spPr>
          <a:xfrm>
            <a:off x="579333" y="1476193"/>
            <a:ext cx="3831396" cy="720553"/>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000" dirty="0">
                <a:latin typeface="+mn-lt"/>
              </a:rPr>
              <a:t>Reservation </a:t>
            </a:r>
            <a:r>
              <a:rPr lang="en-US" sz="2000" b="1" dirty="0">
                <a:latin typeface="+mn-lt"/>
              </a:rPr>
              <a:t>Scenario 1</a:t>
            </a:r>
            <a:r>
              <a:rPr lang="en-US" sz="2000" dirty="0">
                <a:latin typeface="+mn-lt"/>
              </a:rPr>
              <a:t> </a:t>
            </a:r>
            <a:br>
              <a:rPr lang="en-US" sz="2000" dirty="0">
                <a:latin typeface="+mn-lt"/>
              </a:rPr>
            </a:br>
            <a:r>
              <a:rPr lang="en-US" sz="2000" dirty="0">
                <a:latin typeface="+mn-lt"/>
              </a:rPr>
              <a:t>F64 split</a:t>
            </a:r>
          </a:p>
        </p:txBody>
      </p:sp>
      <p:sp>
        <p:nvSpPr>
          <p:cNvPr id="53" name="Title Fab Work">
            <a:extLst>
              <a:ext uri="{FF2B5EF4-FFF2-40B4-BE49-F238E27FC236}">
                <a16:creationId xmlns:a16="http://schemas.microsoft.com/office/drawing/2014/main" id="{6036D3C1-7BFC-DAB1-800B-535CB491258D}"/>
              </a:ext>
            </a:extLst>
          </p:cNvPr>
          <p:cNvSpPr txBox="1">
            <a:spLocks/>
          </p:cNvSpPr>
          <p:nvPr/>
        </p:nvSpPr>
        <p:spPr>
          <a:xfrm>
            <a:off x="746534" y="5140180"/>
            <a:ext cx="3664195" cy="1605288"/>
          </a:xfrm>
          <a:prstGeom prst="rect">
            <a:avLst/>
          </a:prstGeom>
        </p:spPr>
        <p:txBody>
          <a:bodyPr vert="horz" lIns="0" tIns="45720" rIns="91440" bIns="45720" numCol="1" spcCol="45720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r>
              <a:rPr lang="en-US" sz="1800" dirty="0">
                <a:latin typeface="+mn-lt"/>
              </a:rPr>
              <a:t>* These workspaces get the benefits of an F64 capacity (Copilot, free license viewing, and AI skills)</a:t>
            </a:r>
          </a:p>
        </p:txBody>
      </p:sp>
    </p:spTree>
    <p:extLst>
      <p:ext uri="{BB962C8B-B14F-4D97-AF65-F5344CB8AC3E}">
        <p14:creationId xmlns:p14="http://schemas.microsoft.com/office/powerpoint/2010/main" val="3560228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52FB-3EEF-DEFE-8126-49F3C65B10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205B04-525F-EB56-EA92-742241DB0ABB}"/>
              </a:ext>
            </a:extLst>
          </p:cNvPr>
          <p:cNvSpPr>
            <a:spLocks noGrp="1"/>
          </p:cNvSpPr>
          <p:nvPr>
            <p:ph type="title"/>
          </p:nvPr>
        </p:nvSpPr>
        <p:spPr>
          <a:xfrm>
            <a:off x="1146082" y="293945"/>
            <a:ext cx="10019748" cy="641060"/>
          </a:xfrm>
        </p:spPr>
        <p:txBody>
          <a:bodyPr>
            <a:normAutofit fontScale="90000"/>
          </a:bodyPr>
          <a:lstStyle/>
          <a:p>
            <a:pPr algn="ctr"/>
            <a:r>
              <a:rPr lang="en-US" dirty="0"/>
              <a:t>Breakeven Points</a:t>
            </a:r>
          </a:p>
        </p:txBody>
      </p:sp>
      <p:sp>
        <p:nvSpPr>
          <p:cNvPr id="9" name="Title 3">
            <a:extLst>
              <a:ext uri="{FF2B5EF4-FFF2-40B4-BE49-F238E27FC236}">
                <a16:creationId xmlns:a16="http://schemas.microsoft.com/office/drawing/2014/main" id="{767AC74B-0D85-57A0-E2CA-309FB7E89215}"/>
              </a:ext>
            </a:extLst>
          </p:cNvPr>
          <p:cNvSpPr txBox="1">
            <a:spLocks/>
          </p:cNvSpPr>
          <p:nvPr/>
        </p:nvSpPr>
        <p:spPr>
          <a:xfrm>
            <a:off x="6532246" y="1823086"/>
            <a:ext cx="5213984" cy="576618"/>
          </a:xfrm>
          <a:prstGeom prst="rect">
            <a:avLst/>
          </a:prstGeom>
        </p:spPr>
        <p:txBody>
          <a:bodyPr vert="horz" lIns="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b="1" dirty="0">
                <a:latin typeface="+mn-lt"/>
              </a:rPr>
              <a:t>F64 Compared to Power BI</a:t>
            </a:r>
          </a:p>
        </p:txBody>
      </p:sp>
      <p:sp>
        <p:nvSpPr>
          <p:cNvPr id="10" name="Title 3">
            <a:extLst>
              <a:ext uri="{FF2B5EF4-FFF2-40B4-BE49-F238E27FC236}">
                <a16:creationId xmlns:a16="http://schemas.microsoft.com/office/drawing/2014/main" id="{D103C322-9196-AE73-8685-1D85EF4E802E}"/>
              </a:ext>
            </a:extLst>
          </p:cNvPr>
          <p:cNvSpPr txBox="1">
            <a:spLocks/>
          </p:cNvSpPr>
          <p:nvPr/>
        </p:nvSpPr>
        <p:spPr>
          <a:xfrm>
            <a:off x="748664" y="2908935"/>
            <a:ext cx="5012055" cy="3716232"/>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dirty="0">
                <a:latin typeface="+mn-lt"/>
              </a:rPr>
              <a:t>730 hours FSKU reserved </a:t>
            </a:r>
          </a:p>
          <a:p>
            <a:pPr algn="ctr"/>
            <a:r>
              <a:rPr lang="en-US" sz="2400" dirty="0">
                <a:latin typeface="+mn-lt"/>
              </a:rPr>
              <a:t>(a month) </a:t>
            </a:r>
          </a:p>
          <a:p>
            <a:pPr algn="ctr"/>
            <a:endParaRPr lang="en-US" sz="2400" dirty="0">
              <a:latin typeface="+mn-lt"/>
            </a:endParaRPr>
          </a:p>
          <a:p>
            <a:pPr algn="ctr"/>
            <a:r>
              <a:rPr lang="en-US" sz="2400" dirty="0">
                <a:latin typeface="+mn-lt"/>
              </a:rPr>
              <a:t>=  </a:t>
            </a:r>
          </a:p>
          <a:p>
            <a:pPr algn="ctr"/>
            <a:endParaRPr lang="en-US" sz="2400" dirty="0">
              <a:latin typeface="+mn-lt"/>
            </a:endParaRPr>
          </a:p>
          <a:p>
            <a:pPr algn="ctr"/>
            <a:r>
              <a:rPr lang="en-US" sz="2400" dirty="0">
                <a:latin typeface="+mn-lt"/>
              </a:rPr>
              <a:t>434 hours FSKU pay-as-you-go </a:t>
            </a:r>
          </a:p>
          <a:p>
            <a:pPr algn="ctr"/>
            <a:r>
              <a:rPr lang="en-US" sz="2400" dirty="0">
                <a:latin typeface="+mn-lt"/>
              </a:rPr>
              <a:t>(18 days) </a:t>
            </a:r>
          </a:p>
        </p:txBody>
      </p:sp>
      <p:sp>
        <p:nvSpPr>
          <p:cNvPr id="16" name="Title 3">
            <a:extLst>
              <a:ext uri="{FF2B5EF4-FFF2-40B4-BE49-F238E27FC236}">
                <a16:creationId xmlns:a16="http://schemas.microsoft.com/office/drawing/2014/main" id="{F1FEFA03-FD91-90AC-4CCE-5C9F528129F5}"/>
              </a:ext>
            </a:extLst>
          </p:cNvPr>
          <p:cNvSpPr txBox="1">
            <a:spLocks/>
          </p:cNvSpPr>
          <p:nvPr/>
        </p:nvSpPr>
        <p:spPr>
          <a:xfrm>
            <a:off x="457200" y="1823085"/>
            <a:ext cx="5852160" cy="576617"/>
          </a:xfrm>
          <a:prstGeom prst="rect">
            <a:avLst/>
          </a:prstGeom>
        </p:spPr>
        <p:txBody>
          <a:bodyPr vert="horz" lIns="0" tIns="45720" rIns="91440" bIns="45720" rtlCol="0" anchor="t">
            <a:normAutofit/>
          </a:bodyPr>
          <a:lstStyle>
            <a:defPPr>
              <a:defRPr lang="en-US"/>
            </a:defPPr>
            <a:lvl1pPr algn="ctr">
              <a:lnSpc>
                <a:spcPct val="90000"/>
              </a:lnSpc>
              <a:spcBef>
                <a:spcPct val="0"/>
              </a:spcBef>
              <a:buNone/>
              <a:defRPr sz="2000">
                <a:ea typeface="+mj-ea"/>
                <a:cs typeface="+mj-cs"/>
              </a:defRPr>
            </a:lvl1pPr>
          </a:lstStyle>
          <a:p>
            <a:r>
              <a:rPr lang="en-US" sz="2400" b="1" dirty="0"/>
              <a:t>Reserved versus pay-as-you-go</a:t>
            </a:r>
          </a:p>
        </p:txBody>
      </p:sp>
      <p:sp>
        <p:nvSpPr>
          <p:cNvPr id="17" name="Title 3">
            <a:extLst>
              <a:ext uri="{FF2B5EF4-FFF2-40B4-BE49-F238E27FC236}">
                <a16:creationId xmlns:a16="http://schemas.microsoft.com/office/drawing/2014/main" id="{57B458E0-C20F-F50F-B147-FE2F0FAF2921}"/>
              </a:ext>
            </a:extLst>
          </p:cNvPr>
          <p:cNvSpPr txBox="1">
            <a:spLocks/>
          </p:cNvSpPr>
          <p:nvPr/>
        </p:nvSpPr>
        <p:spPr>
          <a:xfrm>
            <a:off x="6629400" y="2908935"/>
            <a:ext cx="4536430" cy="3072199"/>
          </a:xfrm>
          <a:prstGeom prst="rect">
            <a:avLst/>
          </a:prstGeom>
        </p:spPr>
        <p:txBody>
          <a:bodyPr vert="horz" lIns="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Space Grotesk" pitchFamily="2" charset="77"/>
                <a:ea typeface="+mj-ea"/>
                <a:cs typeface="+mj-cs"/>
              </a:defRPr>
            </a:lvl1pPr>
          </a:lstStyle>
          <a:p>
            <a:pPr algn="ctr"/>
            <a:r>
              <a:rPr lang="en-US" sz="2400" dirty="0">
                <a:latin typeface="+mn-lt"/>
              </a:rPr>
              <a:t>F64 </a:t>
            </a:r>
          </a:p>
          <a:p>
            <a:pPr algn="ctr"/>
            <a:r>
              <a:rPr lang="en-US" sz="2400" dirty="0">
                <a:latin typeface="+mn-lt"/>
              </a:rPr>
              <a:t>= </a:t>
            </a:r>
          </a:p>
          <a:p>
            <a:pPr algn="ctr"/>
            <a:r>
              <a:rPr lang="en-US" sz="2400" dirty="0">
                <a:latin typeface="+mn-lt"/>
              </a:rPr>
              <a:t>358 pro licenses </a:t>
            </a:r>
          </a:p>
          <a:p>
            <a:pPr algn="ctr"/>
            <a:r>
              <a:rPr lang="en-US" sz="2400" dirty="0">
                <a:latin typeface="+mn-lt"/>
              </a:rPr>
              <a:t>= </a:t>
            </a:r>
          </a:p>
          <a:p>
            <a:pPr algn="ctr"/>
            <a:r>
              <a:rPr lang="en-US" sz="2400" dirty="0">
                <a:latin typeface="+mn-lt"/>
              </a:rPr>
              <a:t>209 </a:t>
            </a:r>
            <a:r>
              <a:rPr lang="en-US" sz="2400" dirty="0" err="1">
                <a:latin typeface="+mn-lt"/>
              </a:rPr>
              <a:t>ppu</a:t>
            </a:r>
            <a:r>
              <a:rPr lang="en-US" sz="2400" dirty="0">
                <a:latin typeface="+mn-lt"/>
              </a:rPr>
              <a:t> licenses</a:t>
            </a:r>
          </a:p>
          <a:p>
            <a:pPr algn="ctr"/>
            <a:endParaRPr lang="en-US" sz="2400" dirty="0">
              <a:latin typeface="+mn-lt"/>
            </a:endParaRPr>
          </a:p>
        </p:txBody>
      </p:sp>
    </p:spTree>
    <p:extLst>
      <p:ext uri="{BB962C8B-B14F-4D97-AF65-F5344CB8AC3E}">
        <p14:creationId xmlns:p14="http://schemas.microsoft.com/office/powerpoint/2010/main" val="940224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0530B-E93B-0DA8-5C6E-451DD43E84C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4906C6-7C08-0011-0021-96A3E8EB853D}"/>
              </a:ext>
            </a:extLst>
          </p:cNvPr>
          <p:cNvSpPr>
            <a:spLocks noGrp="1"/>
          </p:cNvSpPr>
          <p:nvPr>
            <p:ph type="ctrTitle"/>
          </p:nvPr>
        </p:nvSpPr>
        <p:spPr>
          <a:xfrm>
            <a:off x="858433" y="2239343"/>
            <a:ext cx="9703550" cy="2387600"/>
          </a:xfrm>
        </p:spPr>
        <p:txBody>
          <a:bodyPr/>
          <a:lstStyle/>
          <a:p>
            <a:r>
              <a:rPr lang="en-US" sz="5400" dirty="0"/>
              <a:t>Fabric Walkthrough</a:t>
            </a:r>
          </a:p>
        </p:txBody>
      </p:sp>
    </p:spTree>
    <p:extLst>
      <p:ext uri="{BB962C8B-B14F-4D97-AF65-F5344CB8AC3E}">
        <p14:creationId xmlns:p14="http://schemas.microsoft.com/office/powerpoint/2010/main" val="640321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54FFE-67A0-4E18-D0E5-CA3186A49B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8B658-F3E6-B51A-94DC-0CA951222F48}"/>
              </a:ext>
            </a:extLst>
          </p:cNvPr>
          <p:cNvSpPr>
            <a:spLocks noGrp="1"/>
          </p:cNvSpPr>
          <p:nvPr>
            <p:ph type="title"/>
          </p:nvPr>
        </p:nvSpPr>
        <p:spPr>
          <a:xfrm>
            <a:off x="113122" y="365125"/>
            <a:ext cx="11802358" cy="1325563"/>
          </a:xfrm>
        </p:spPr>
        <p:txBody>
          <a:bodyPr vert="horz" lIns="91440" tIns="45720" rIns="91440" bIns="45720" rtlCol="0" anchor="ctr">
            <a:normAutofit/>
          </a:bodyPr>
          <a:lstStyle/>
          <a:p>
            <a:pPr algn="ctr"/>
            <a:r>
              <a:rPr lang="en-US" sz="4800" dirty="0"/>
              <a:t>Demo Time!</a:t>
            </a:r>
            <a:endParaRPr lang="en-US" sz="48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FA5BCD26-0965-4E8D-A4AF-EFBB98B057FA}"/>
              </a:ext>
            </a:extLst>
          </p:cNvPr>
          <p:cNvPicPr>
            <a:picLocks noChangeAspect="1"/>
          </p:cNvPicPr>
          <p:nvPr/>
        </p:nvPicPr>
        <p:blipFill>
          <a:blip r:embed="rId3"/>
          <a:stretch>
            <a:fillRect/>
          </a:stretch>
        </p:blipFill>
        <p:spPr>
          <a:xfrm>
            <a:off x="4170156" y="1699881"/>
            <a:ext cx="3927970" cy="5045551"/>
          </a:xfrm>
          <a:prstGeom prst="rect">
            <a:avLst/>
          </a:prstGeom>
        </p:spPr>
      </p:pic>
    </p:spTree>
    <p:extLst>
      <p:ext uri="{BB962C8B-B14F-4D97-AF65-F5344CB8AC3E}">
        <p14:creationId xmlns:p14="http://schemas.microsoft.com/office/powerpoint/2010/main" val="657121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9C578-1F08-216A-5403-706BD3D85303}"/>
              </a:ext>
            </a:extLst>
          </p:cNvPr>
          <p:cNvSpPr>
            <a:spLocks noGrp="1"/>
          </p:cNvSpPr>
          <p:nvPr>
            <p:ph type="title"/>
          </p:nvPr>
        </p:nvSpPr>
        <p:spPr>
          <a:xfrm>
            <a:off x="1246739" y="330974"/>
            <a:ext cx="10197494" cy="1099457"/>
          </a:xfrm>
        </p:spPr>
        <p:txBody>
          <a:bodyPr>
            <a:noAutofit/>
          </a:bodyPr>
          <a:lstStyle/>
          <a:p>
            <a:r>
              <a:rPr lang="en-US" sz="3600" dirty="0"/>
              <a:t>Don’t forget to connect, thanks for listening!</a:t>
            </a:r>
          </a:p>
        </p:txBody>
      </p:sp>
      <p:graphicFrame>
        <p:nvGraphicFramePr>
          <p:cNvPr id="53" name="Content Placeholder 2">
            <a:extLst>
              <a:ext uri="{FF2B5EF4-FFF2-40B4-BE49-F238E27FC236}">
                <a16:creationId xmlns:a16="http://schemas.microsoft.com/office/drawing/2014/main" id="{3C5312A1-6D86-AB24-BBF8-296AC20E4D4A}"/>
              </a:ext>
            </a:extLst>
          </p:cNvPr>
          <p:cNvGraphicFramePr>
            <a:graphicFrameLocks noGrp="1"/>
          </p:cNvGraphicFramePr>
          <p:nvPr>
            <p:ph idx="1"/>
            <p:extLst>
              <p:ext uri="{D42A27DB-BD31-4B8C-83A1-F6EECF244321}">
                <p14:modId xmlns:p14="http://schemas.microsoft.com/office/powerpoint/2010/main" val="3068202410"/>
              </p:ext>
            </p:extLst>
          </p:nvPr>
        </p:nvGraphicFramePr>
        <p:xfrm>
          <a:off x="4466024" y="1430431"/>
          <a:ext cx="7601596" cy="5208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5E3BFC27-6733-8963-13C2-165A3C03425F}"/>
              </a:ext>
            </a:extLst>
          </p:cNvPr>
          <p:cNvSpPr txBox="1">
            <a:spLocks/>
          </p:cNvSpPr>
          <p:nvPr/>
        </p:nvSpPr>
        <p:spPr>
          <a:xfrm>
            <a:off x="808001" y="2165955"/>
            <a:ext cx="2493297" cy="623180"/>
          </a:xfrm>
          <a:prstGeom prst="rect">
            <a:avLst/>
          </a:prstGeom>
        </p:spPr>
        <p:txBody>
          <a:bodyPr vert="horz" lIns="91440" tIns="45720" rIns="91440" bIns="45720" rtlCol="0" anchor="t">
            <a:normAutofit fontScale="92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dirty="0">
                <a:solidFill>
                  <a:schemeClr val="tx1"/>
                </a:solidFill>
              </a:rPr>
              <a:t>GitHub</a:t>
            </a:r>
          </a:p>
        </p:txBody>
      </p:sp>
      <p:pic>
        <p:nvPicPr>
          <p:cNvPr id="4" name="Picture 3">
            <a:extLst>
              <a:ext uri="{FF2B5EF4-FFF2-40B4-BE49-F238E27FC236}">
                <a16:creationId xmlns:a16="http://schemas.microsoft.com/office/drawing/2014/main" id="{F9368141-E5EF-4BB5-7A12-57480E4EC457}"/>
              </a:ext>
            </a:extLst>
          </p:cNvPr>
          <p:cNvPicPr>
            <a:picLocks noChangeAspect="1"/>
          </p:cNvPicPr>
          <p:nvPr/>
        </p:nvPicPr>
        <p:blipFill>
          <a:blip r:embed="rId8"/>
          <a:stretch>
            <a:fillRect/>
          </a:stretch>
        </p:blipFill>
        <p:spPr>
          <a:xfrm>
            <a:off x="451700" y="2789135"/>
            <a:ext cx="3205900" cy="3205900"/>
          </a:xfrm>
          <a:prstGeom prst="rect">
            <a:avLst/>
          </a:prstGeom>
        </p:spPr>
      </p:pic>
    </p:spTree>
    <p:extLst>
      <p:ext uri="{BB962C8B-B14F-4D97-AF65-F5344CB8AC3E}">
        <p14:creationId xmlns:p14="http://schemas.microsoft.com/office/powerpoint/2010/main" val="2435802848"/>
      </p:ext>
    </p:extLst>
  </p:cSld>
  <p:clrMapOvr>
    <a:masterClrMapping/>
  </p:clrMapOvr>
</p:sld>
</file>

<file path=ppt/theme/theme1.xml><?xml version="1.0" encoding="utf-8"?>
<a:theme xmlns:a="http://schemas.openxmlformats.org/drawingml/2006/main" name="Accessible Theme">
  <a:themeElements>
    <a:clrScheme name="Custom 1">
      <a:dk1>
        <a:sysClr val="windowText" lastClr="000000"/>
      </a:dk1>
      <a:lt1>
        <a:sysClr val="window" lastClr="FFFFFF"/>
      </a:lt1>
      <a:dk2>
        <a:srgbClr val="4D671B"/>
      </a:dk2>
      <a:lt2>
        <a:srgbClr val="EBEBEB"/>
      </a:lt2>
      <a:accent1>
        <a:srgbClr val="2A5010"/>
      </a:accent1>
      <a:accent2>
        <a:srgbClr val="2A5010"/>
      </a:accent2>
      <a:accent3>
        <a:srgbClr val="E6B91E"/>
      </a:accent3>
      <a:accent4>
        <a:srgbClr val="E76618"/>
      </a:accent4>
      <a:accent5>
        <a:srgbClr val="C42F1A"/>
      </a:accent5>
      <a:accent6>
        <a:srgbClr val="918655"/>
      </a:accent6>
      <a:hlink>
        <a:srgbClr val="99CA3C"/>
      </a:hlink>
      <a:folHlink>
        <a:srgbClr val="B9D181"/>
      </a:folHlink>
    </a:clrScheme>
    <a:fontScheme name="Dyslexic Readable">
      <a:majorFont>
        <a:latin typeface="Atkinson Hyperlegible"/>
        <a:ea typeface=""/>
        <a:cs typeface=""/>
      </a:majorFont>
      <a:minorFont>
        <a:latin typeface="Atkinson Hyperlegib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 Theme" id="{10875AD4-5CAD-4872-B4F2-FE61D414DF08}" vid="{29D82CBB-C483-4E97-ACEB-BAAA2D7D27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7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B28B1FF-B783-4735-8B92-54E899FCF9CC}">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497A3D7617504B977B8187B9BC83AE" ma:contentTypeVersion="21" ma:contentTypeDescription="Create a new document." ma:contentTypeScope="" ma:versionID="150874b74f4caff4db47f7a2c40fbc04">
  <xsd:schema xmlns:xsd="http://www.w3.org/2001/XMLSchema" xmlns:xs="http://www.w3.org/2001/XMLSchema" xmlns:p="http://schemas.microsoft.com/office/2006/metadata/properties" xmlns:ns2="2de999e9-4172-4c67-9dfb-7a2bdf2ec9fe" xmlns:ns3="597c0f75-850a-4631-bfec-0dfc22554463" targetNamespace="http://schemas.microsoft.com/office/2006/metadata/properties" ma:root="true" ma:fieldsID="73f62a5a3b6dcadfd6ecee10f71c01f1" ns2:_="" ns3:_="">
    <xsd:import namespace="2de999e9-4172-4c67-9dfb-7a2bdf2ec9fe"/>
    <xsd:import namespace="597c0f75-850a-4631-bfec-0dfc2255446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CR" minOccurs="0"/>
                <xsd:element ref="ns3:MediaServiceGenerationTime" minOccurs="0"/>
                <xsd:element ref="ns3:MediaServiceEventHashCode" minOccurs="0"/>
                <xsd:element ref="ns3:lcf76f155ced4ddcb4097134ff3c332f" minOccurs="0"/>
                <xsd:element ref="ns2:TaxCatchAll" minOccurs="0"/>
                <xsd:element ref="ns3:MediaServiceSearchProperties" minOccurs="0"/>
                <xsd:element ref="ns3:MediaServiceObjectDetectorVersions" minOccurs="0"/>
                <xsd:element ref="ns3:_Flow_SignoffStatus" minOccurs="0"/>
                <xsd:element ref="ns3:MediaServiceDateTaken" minOccurs="0"/>
                <xsd:element ref="ns3:MediaLengthInSeconds" minOccurs="0"/>
                <xsd:element ref="ns3:MediaServiceLocation" minOccurs="0"/>
                <xsd:element ref="ns3:AreaofExpertise" minOccurs="0"/>
                <xsd:element ref="ns3:Owner" minOccurs="0"/>
                <xsd:element ref="ns3:ModuleID" minOccurs="0"/>
                <xsd:element ref="ns3:Archiv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e999e9-4172-4c67-9dfb-7a2bdf2ec9f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TaxCatchAll" ma:index="17" nillable="true" ma:displayName="Taxonomy Catch All Column" ma:hidden="true" ma:list="{3ee17c9e-5d82-41ff-9f8e-3f5a1f7119a8}" ma:internalName="TaxCatchAll" ma:showField="CatchAllData" ma:web="2de999e9-4172-4c67-9dfb-7a2bdf2ec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97c0f75-850a-4631-bfec-0dfc2255446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13beb978-957d-46a2-9a24-771190ada31c"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description="" ma:indexed="true" ma:internalName="MediaServiceLocation" ma:readOnly="true">
      <xsd:simpleType>
        <xsd:restriction base="dms:Text"/>
      </xsd:simpleType>
    </xsd:element>
    <xsd:element name="AreaofExpertise" ma:index="24" nillable="true" ma:displayName="Area of Expertise" ma:description="Specify the Area of Expertise relevant to this content." ma:format="Dropdown" ma:internalName="AreaofExpertise">
      <xsd:complexType>
        <xsd:complexContent>
          <xsd:extension base="dms:MultiChoice">
            <xsd:sequence>
              <xsd:element name="Value" maxOccurs="unbounded" minOccurs="0" nillable="true">
                <xsd:simpleType>
                  <xsd:restriction base="dms:Choice">
                    <xsd:enumeration value="Analytics &amp; BI"/>
                    <xsd:enumeration value="Process Improvement &amp; Automation"/>
                    <xsd:enumeration value="Data Platforms &amp; Architecture"/>
                    <xsd:enumeration value="Consulting Excellence"/>
                    <xsd:enumeration value="Customer Relationships"/>
                    <xsd:enumeration value="Developing Others"/>
                    <xsd:enumeration value="P3 Know How"/>
                  </xsd:restriction>
                </xsd:simpleType>
              </xsd:element>
            </xsd:sequence>
          </xsd:extension>
        </xsd:complexContent>
      </xsd:complexType>
    </xsd:element>
    <xsd:element name="Owner" ma:index="25" nillable="true" ma:displayName="Owner" ma:description="Typically the person who created it"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oduleID" ma:index="26" nillable="true" ma:displayName="Module ID" ma:default="N/S" ma:description="e.g. 2Q24-001&#10;Use to group content - e.g. if a module includes a video and and article, they can both have the same module number to be grouped together." ma:format="Dropdown" ma:internalName="ModuleID">
      <xsd:simpleType>
        <xsd:restriction base="dms:Text">
          <xsd:maxLength value="255"/>
        </xsd:restriction>
      </xsd:simpleType>
    </xsd:element>
    <xsd:element name="Archive" ma:index="27" nillable="true" ma:displayName="Archive" ma:default="0" ma:format="Dropdown" ma:internalName="Archiv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de999e9-4172-4c67-9dfb-7a2bdf2ec9fe" xsi:nil="true"/>
    <lcf76f155ced4ddcb4097134ff3c332f xmlns="597c0f75-850a-4631-bfec-0dfc22554463">
      <Terms xmlns="http://schemas.microsoft.com/office/infopath/2007/PartnerControls"/>
    </lcf76f155ced4ddcb4097134ff3c332f>
    <Owner xmlns="597c0f75-850a-4631-bfec-0dfc22554463">
      <UserInfo>
        <DisplayName/>
        <AccountId xsi:nil="true"/>
        <AccountType/>
      </UserInfo>
    </Owner>
    <AreaofExpertise xmlns="597c0f75-850a-4631-bfec-0dfc22554463" xsi:nil="true"/>
    <ModuleID xmlns="597c0f75-850a-4631-bfec-0dfc22554463">N/S</ModuleID>
    <_Flow_SignoffStatus xmlns="597c0f75-850a-4631-bfec-0dfc22554463" xsi:nil="true"/>
    <Archive xmlns="597c0f75-850a-4631-bfec-0dfc22554463">false</Archive>
  </documentManagement>
</p:properties>
</file>

<file path=customXml/itemProps1.xml><?xml version="1.0" encoding="utf-8"?>
<ds:datastoreItem xmlns:ds="http://schemas.openxmlformats.org/officeDocument/2006/customXml" ds:itemID="{8B9ED252-A91E-4C11-82AF-AC9C14ABA594}">
  <ds:schemaRefs>
    <ds:schemaRef ds:uri="http://schemas.microsoft.com/sharepoint/v3/contenttype/forms"/>
  </ds:schemaRefs>
</ds:datastoreItem>
</file>

<file path=customXml/itemProps2.xml><?xml version="1.0" encoding="utf-8"?>
<ds:datastoreItem xmlns:ds="http://schemas.openxmlformats.org/officeDocument/2006/customXml" ds:itemID="{30AF728A-9689-42E9-946C-DC0C31BDD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e999e9-4172-4c67-9dfb-7a2bdf2ec9fe"/>
    <ds:schemaRef ds:uri="597c0f75-850a-4631-bfec-0dfc225544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4F7A3F-3798-4938-AB09-6FE2A4B878A4}">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2de999e9-4172-4c67-9dfb-7a2bdf2ec9fe"/>
    <ds:schemaRef ds:uri="http://schemas.openxmlformats.org/package/2006/metadata/core-properties"/>
    <ds:schemaRef ds:uri="http://purl.org/dc/elements/1.1/"/>
    <ds:schemaRef ds:uri="597c0f75-850a-4631-bfec-0dfc22554463"/>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3832</TotalTime>
  <Words>2027</Words>
  <Application>Microsoft Office PowerPoint</Application>
  <PresentationFormat>Widescreen</PresentationFormat>
  <Paragraphs>258</Paragraphs>
  <Slides>26</Slides>
  <Notes>20</Notes>
  <HiddenSlides>0</HiddenSlides>
  <MMClips>0</MMClips>
  <ScaleCrop>false</ScaleCrop>
  <HeadingPairs>
    <vt:vector size="8" baseType="variant">
      <vt:variant>
        <vt:lpstr>Fonts Used</vt:lpstr>
      </vt:variant>
      <vt:variant>
        <vt:i4>9</vt:i4>
      </vt:variant>
      <vt:variant>
        <vt:lpstr>Theme</vt:lpstr>
      </vt:variant>
      <vt:variant>
        <vt:i4>1</vt:i4>
      </vt:variant>
      <vt:variant>
        <vt:lpstr>Slide Titles</vt:lpstr>
      </vt:variant>
      <vt:variant>
        <vt:i4>26</vt:i4>
      </vt:variant>
      <vt:variant>
        <vt:lpstr>Custom Shows</vt:lpstr>
      </vt:variant>
      <vt:variant>
        <vt:i4>1</vt:i4>
      </vt:variant>
    </vt:vector>
  </HeadingPairs>
  <TitlesOfParts>
    <vt:vector size="37" baseType="lpstr">
      <vt:lpstr>Aptos</vt:lpstr>
      <vt:lpstr>Arial</vt:lpstr>
      <vt:lpstr>Atkinson Hyperlegible</vt:lpstr>
      <vt:lpstr>Calibri</vt:lpstr>
      <vt:lpstr>Cambria</vt:lpstr>
      <vt:lpstr>Inter UI</vt:lpstr>
      <vt:lpstr>Space Grotesk</vt:lpstr>
      <vt:lpstr>Space Grotesk Light</vt:lpstr>
      <vt:lpstr>Space Grotesk Medium</vt:lpstr>
      <vt:lpstr>Accessible Theme</vt:lpstr>
      <vt:lpstr>Fabric Admin 101  Settings, Tools, and Monitoring that Keep the Lights On and the Bills Down</vt:lpstr>
      <vt:lpstr>About Me ~ Kristyna Ferris</vt:lpstr>
      <vt:lpstr>Agenda</vt:lpstr>
      <vt:lpstr>Key Fabric Concepts</vt:lpstr>
      <vt:lpstr>PowerPoint Presentation</vt:lpstr>
      <vt:lpstr>PowerPoint Presentation</vt:lpstr>
      <vt:lpstr>Microsoft Fabric Key Concepts 1</vt:lpstr>
      <vt:lpstr>Microsoft Fabric Key Concepts 2</vt:lpstr>
      <vt:lpstr>Personas &amp; Skills</vt:lpstr>
      <vt:lpstr>Fabric Personas</vt:lpstr>
      <vt:lpstr>PowerPoint Presentation</vt:lpstr>
      <vt:lpstr>PowerPoint Presentation</vt:lpstr>
      <vt:lpstr>PowerPoint Presentation</vt:lpstr>
      <vt:lpstr>Capacity Administration</vt:lpstr>
      <vt:lpstr>PowerPoint Presentation</vt:lpstr>
      <vt:lpstr>PowerPoint Presentation</vt:lpstr>
      <vt:lpstr>PowerPoint Presentation</vt:lpstr>
      <vt:lpstr>PowerPoint Presentation</vt:lpstr>
      <vt:lpstr>PowerPoint Presentation</vt:lpstr>
      <vt:lpstr>Pricing</vt:lpstr>
      <vt:lpstr>Picking out a Fabric SKU</vt:lpstr>
      <vt:lpstr>How Do Reservations Work?</vt:lpstr>
      <vt:lpstr>Breakeven Points</vt:lpstr>
      <vt:lpstr>Fabric Walkthrough</vt:lpstr>
      <vt:lpstr>Demo Time!</vt:lpstr>
      <vt:lpstr>Don’t forget to connect, thanks for listening!</vt:lpstr>
      <vt:lpstr>Conf Specific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Bernard</dc:creator>
  <cp:lastModifiedBy>Kristyna Ferris</cp:lastModifiedBy>
  <cp:revision>185</cp:revision>
  <dcterms:created xsi:type="dcterms:W3CDTF">2024-07-02T16:04:35Z</dcterms:created>
  <dcterms:modified xsi:type="dcterms:W3CDTF">2026-09-15T14:32:49Z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0x010100AA497A3D7617504B977B8187B9BC83AE</vt:lpwstr>
  </property>
  <property fmtid="{D5CDD505-2E9C-101B-9397-08002B2CF9AE}" pid="3" name="MediaServiceImageTags">
    <vt:lpwstr/>
  </property>
</Properties>
</file>