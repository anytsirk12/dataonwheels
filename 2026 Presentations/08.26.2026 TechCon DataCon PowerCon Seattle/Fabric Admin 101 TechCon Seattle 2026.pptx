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2" r:id="rId4"/>
  </p:sldMasterIdLst>
  <p:notesMasterIdLst>
    <p:notesMasterId r:id="rId31"/>
  </p:notesMasterIdLst>
  <p:sldIdLst>
    <p:sldId id="2147482363" r:id="rId5"/>
    <p:sldId id="2147482364" r:id="rId6"/>
    <p:sldId id="301" r:id="rId7"/>
    <p:sldId id="2147482365" r:id="rId8"/>
    <p:sldId id="2147482366" r:id="rId9"/>
    <p:sldId id="2147482367" r:id="rId10"/>
    <p:sldId id="259" r:id="rId11"/>
    <p:sldId id="260" r:id="rId12"/>
    <p:sldId id="2147482374" r:id="rId13"/>
    <p:sldId id="2147482369" r:id="rId14"/>
    <p:sldId id="2147482371" r:id="rId15"/>
    <p:sldId id="261" r:id="rId16"/>
    <p:sldId id="2147482368" r:id="rId17"/>
    <p:sldId id="263" r:id="rId18"/>
    <p:sldId id="264" r:id="rId19"/>
    <p:sldId id="265" r:id="rId20"/>
    <p:sldId id="266" r:id="rId21"/>
    <p:sldId id="267" r:id="rId22"/>
    <p:sldId id="2147482372" r:id="rId23"/>
    <p:sldId id="268" r:id="rId24"/>
    <p:sldId id="269" r:id="rId25"/>
    <p:sldId id="270" r:id="rId26"/>
    <p:sldId id="2147482373" r:id="rId27"/>
    <p:sldId id="271" r:id="rId28"/>
    <p:sldId id="272" r:id="rId29"/>
    <p:sldId id="2147482361" r:id="rId30"/>
  </p:sldIdLst>
  <p:sldSz cx="12192000" cy="6858000"/>
  <p:notesSz cx="6858000" cy="9144000"/>
  <p:custShowLst>
    <p:custShow name="Conf Specific Slides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ference Specific Slides" id="{FDDF7CE9-7A3D-4CF3-BBE3-7ECBCDA00229}">
          <p14:sldIdLst/>
        </p14:section>
        <p14:section name="Presentation" id="{A3FBBF94-EA0E-44AA-8EF2-63E16E2B6518}">
          <p14:sldIdLst>
            <p14:sldId id="2147482363"/>
            <p14:sldId id="2147482364"/>
            <p14:sldId id="301"/>
            <p14:sldId id="2147482365"/>
            <p14:sldId id="2147482366"/>
            <p14:sldId id="2147482367"/>
            <p14:sldId id="259"/>
            <p14:sldId id="260"/>
            <p14:sldId id="2147482374"/>
            <p14:sldId id="2147482369"/>
            <p14:sldId id="2147482371"/>
            <p14:sldId id="261"/>
            <p14:sldId id="2147482368"/>
            <p14:sldId id="263"/>
            <p14:sldId id="264"/>
            <p14:sldId id="265"/>
            <p14:sldId id="266"/>
            <p14:sldId id="267"/>
            <p14:sldId id="2147482372"/>
            <p14:sldId id="268"/>
            <p14:sldId id="269"/>
            <p14:sldId id="270"/>
            <p14:sldId id="2147482373"/>
            <p14:sldId id="271"/>
            <p14:sldId id="272"/>
            <p14:sldId id="2147482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323FE0-A9D6-59E3-1D7B-3E39783FD7CA}" name="Kristyna Ferris" initials="KF" userId="S::kferris@p3adaptive.com::94226f18-af35-4770-afa7-870236380a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B619"/>
    <a:srgbClr val="B82687"/>
    <a:srgbClr val="C07200"/>
    <a:srgbClr val="407A18"/>
    <a:srgbClr val="F5CFE8"/>
    <a:srgbClr val="D1FFF6"/>
    <a:srgbClr val="FFD28F"/>
    <a:srgbClr val="80009F"/>
    <a:srgbClr val="D940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3" autoAdjust="0"/>
    <p:restoredTop sz="65445" autoAdjust="0"/>
  </p:normalViewPr>
  <p:slideViewPr>
    <p:cSldViewPr snapToGrid="0">
      <p:cViewPr varScale="1">
        <p:scale>
          <a:sx n="63" d="100"/>
          <a:sy n="63" d="100"/>
        </p:scale>
        <p:origin x="1553" y="3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yna Ferris" userId="86aeac9f-971e-413b-9f78-ace434bd0a60" providerId="ADAL" clId="{BB1FBCEE-720A-4BC8-B896-5F1AD7000908}"/>
    <pc:docChg chg="undo custSel addSld delSld modSld sldOrd delMainMaster modMainMaster addSection modSection modShowInfo">
      <pc:chgData name="Kristyna Ferris" userId="86aeac9f-971e-413b-9f78-ace434bd0a60" providerId="ADAL" clId="{BB1FBCEE-720A-4BC8-B896-5F1AD7000908}" dt="2026-08-26T17:26:12.079" v="8865" actId="207"/>
      <pc:docMkLst>
        <pc:docMk/>
      </pc:docMkLst>
      <pc:sldChg chg="addSp delSp modSp add del mod setBg modNotesTx">
        <pc:chgData name="Kristyna Ferris" userId="86aeac9f-971e-413b-9f78-ace434bd0a60" providerId="ADAL" clId="{BB1FBCEE-720A-4BC8-B896-5F1AD7000908}" dt="2026-08-26T17:21:10.757" v="8783" actId="113"/>
        <pc:sldMkLst>
          <pc:docMk/>
          <pc:sldMk cId="0" sldId="259"/>
        </pc:sldMkLst>
        <pc:spChg chg="mod">
          <ac:chgData name="Kristyna Ferris" userId="86aeac9f-971e-413b-9f78-ace434bd0a60" providerId="ADAL" clId="{BB1FBCEE-720A-4BC8-B896-5F1AD7000908}" dt="2026-08-23T00:21:01.798" v="3918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3T00:41:05.352" v="3973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3T00:42:21.398" v="3989" actId="120"/>
          <ac:spMkLst>
            <pc:docMk/>
            <pc:sldMk cId="0" sldId="259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1:10.757" v="8783" actId="113"/>
          <ac:spMkLst>
            <pc:docMk/>
            <pc:sldMk cId="0" sldId="259"/>
            <ac:spMk id="6" creationId="{00000000-0000-0000-0000-000000000000}"/>
          </ac:spMkLst>
        </pc:spChg>
        <pc:picChg chg="add mod">
          <ac:chgData name="Kristyna Ferris" userId="86aeac9f-971e-413b-9f78-ace434bd0a60" providerId="ADAL" clId="{BB1FBCEE-720A-4BC8-B896-5F1AD7000908}" dt="2026-08-23T00:40:59.122" v="3972" actId="1035"/>
          <ac:picMkLst>
            <pc:docMk/>
            <pc:sldMk cId="0" sldId="259"/>
            <ac:picMk id="17" creationId="{0ED40536-473C-AB32-DA32-1B8C84A0B6AD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1:26.799" v="8784" actId="403"/>
        <pc:sldMkLst>
          <pc:docMk/>
          <pc:sldMk cId="0" sldId="260"/>
        </pc:sldMkLst>
        <pc:spChg chg="add mod">
          <ac:chgData name="Kristyna Ferris" userId="86aeac9f-971e-413b-9f78-ace434bd0a60" providerId="ADAL" clId="{BB1FBCEE-720A-4BC8-B896-5F1AD7000908}" dt="2026-08-24T02:38:41.070" v="5312" actId="1076"/>
          <ac:spMkLst>
            <pc:docMk/>
            <pc:sldMk cId="0" sldId="260"/>
            <ac:spMk id="3" creationId="{BB758A38-05AE-0F01-33D0-C945AAB060CD}"/>
          </ac:spMkLst>
        </pc:spChg>
        <pc:spChg chg="mod">
          <ac:chgData name="Kristyna Ferris" userId="86aeac9f-971e-413b-9f78-ace434bd0a60" providerId="ADAL" clId="{BB1FBCEE-720A-4BC8-B896-5F1AD7000908}" dt="2026-08-24T02:38:36.279" v="5311" actId="14100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Kristyna Ferris" userId="86aeac9f-971e-413b-9f78-ace434bd0a60" providerId="ADAL" clId="{BB1FBCEE-720A-4BC8-B896-5F1AD7000908}" dt="2026-08-26T17:21:26.799" v="8784" actId="403"/>
          <ac:spMkLst>
            <pc:docMk/>
            <pc:sldMk cId="0" sldId="260"/>
            <ac:spMk id="19" creationId="{BD702CE7-EAB3-721E-DF7E-3878EFBC7867}"/>
          </ac:spMkLst>
        </pc:spChg>
        <pc:spChg chg="add">
          <ac:chgData name="Kristyna Ferris" userId="86aeac9f-971e-413b-9f78-ace434bd0a60" providerId="ADAL" clId="{BB1FBCEE-720A-4BC8-B896-5F1AD7000908}" dt="2026-08-23T00:41:24.184" v="3976" actId="22"/>
          <ac:spMkLst>
            <pc:docMk/>
            <pc:sldMk cId="0" sldId="260"/>
            <ac:spMk id="20" creationId="{525770EA-B2FF-4366-6AD0-DA3122779D8E}"/>
          </ac:spMkLst>
        </pc:spChg>
        <pc:spChg chg="add mod">
          <ac:chgData name="Kristyna Ferris" userId="86aeac9f-971e-413b-9f78-ace434bd0a60" providerId="ADAL" clId="{BB1FBCEE-720A-4BC8-B896-5F1AD7000908}" dt="2026-08-23T09:39:35.923" v="4115" actId="2711"/>
          <ac:spMkLst>
            <pc:docMk/>
            <pc:sldMk cId="0" sldId="260"/>
            <ac:spMk id="22" creationId="{9796933C-B418-F038-C409-7A2466BC3326}"/>
          </ac:spMkLst>
        </pc:spChg>
        <pc:picChg chg="add">
          <ac:chgData name="Kristyna Ferris" userId="86aeac9f-971e-413b-9f78-ace434bd0a60" providerId="ADAL" clId="{BB1FBCEE-720A-4BC8-B896-5F1AD7000908}" dt="2026-08-23T00:41:24.184" v="3976" actId="22"/>
          <ac:picMkLst>
            <pc:docMk/>
            <pc:sldMk cId="0" sldId="260"/>
            <ac:picMk id="24" creationId="{BDFA36B5-D952-3A6A-C93E-3F1E61F3E605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2:39.648" v="8802" actId="403"/>
        <pc:sldMkLst>
          <pc:docMk/>
          <pc:sldMk cId="0" sldId="261"/>
        </pc:sldMkLst>
        <pc:spChg chg="add mod">
          <ac:chgData name="Kristyna Ferris" userId="86aeac9f-971e-413b-9f78-ace434bd0a60" providerId="ADAL" clId="{BB1FBCEE-720A-4BC8-B896-5F1AD7000908}" dt="2026-08-26T17:22:39.648" v="8802" actId="403"/>
          <ac:spMkLst>
            <pc:docMk/>
            <pc:sldMk cId="0" sldId="261"/>
            <ac:spMk id="3" creationId="{EE390DC1-2CA8-BAB2-CAB1-F8BA1D75BD44}"/>
          </ac:spMkLst>
        </pc:spChg>
        <pc:spChg chg="mod">
          <ac:chgData name="Kristyna Ferris" userId="86aeac9f-971e-413b-9f78-ace434bd0a60" providerId="ADAL" clId="{BB1FBCEE-720A-4BC8-B896-5F1AD7000908}" dt="2026-08-24T03:19:38.784" v="7468" actId="20577"/>
          <ac:spMkLst>
            <pc:docMk/>
            <pc:sldMk cId="0" sldId="261"/>
            <ac:spMk id="5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3T00:41:25.549" v="3977" actId="22"/>
          <ac:spMkLst>
            <pc:docMk/>
            <pc:sldMk cId="0" sldId="261"/>
            <ac:spMk id="20" creationId="{D7F85BEE-7BEE-57B3-87E3-A9360D2D252A}"/>
          </ac:spMkLst>
        </pc:spChg>
        <pc:spChg chg="add mod">
          <ac:chgData name="Kristyna Ferris" userId="86aeac9f-971e-413b-9f78-ace434bd0a60" providerId="ADAL" clId="{BB1FBCEE-720A-4BC8-B896-5F1AD7000908}" dt="2026-08-24T03:08:22.397" v="7034" actId="2711"/>
          <ac:spMkLst>
            <pc:docMk/>
            <pc:sldMk cId="0" sldId="261"/>
            <ac:spMk id="22" creationId="{03EDC08D-1FDD-3FCB-C896-02DFA420998D}"/>
          </ac:spMkLst>
        </pc:spChg>
        <pc:picChg chg="add">
          <ac:chgData name="Kristyna Ferris" userId="86aeac9f-971e-413b-9f78-ace434bd0a60" providerId="ADAL" clId="{BB1FBCEE-720A-4BC8-B896-5F1AD7000908}" dt="2026-08-23T00:41:25.549" v="3977" actId="22"/>
          <ac:picMkLst>
            <pc:docMk/>
            <pc:sldMk cId="0" sldId="261"/>
            <ac:picMk id="24" creationId="{ED7C390F-9035-0EE4-F80D-A6518C693CA5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2:55.621" v="8804" actId="403"/>
        <pc:sldMkLst>
          <pc:docMk/>
          <pc:sldMk cId="0" sldId="263"/>
        </pc:sldMkLst>
        <pc:spChg chg="mod">
          <ac:chgData name="Kristyna Ferris" userId="86aeac9f-971e-413b-9f78-ace434bd0a60" providerId="ADAL" clId="{BB1FBCEE-720A-4BC8-B896-5F1AD7000908}" dt="2026-08-24T03:42:08.274" v="7692" actId="404"/>
          <ac:spMkLst>
            <pc:docMk/>
            <pc:sldMk cId="0" sldId="263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2:14.335" v="7693" actId="114"/>
          <ac:spMkLst>
            <pc:docMk/>
            <pc:sldMk cId="0" sldId="263"/>
            <ac:spMk id="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2:55.621" v="8804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24:43.187" v="7475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8:59:47.604" v="8050" actId="20577"/>
          <ac:spMkLst>
            <pc:docMk/>
            <pc:sldMk cId="0" sldId="263"/>
            <ac:spMk id="10" creationId="{00000000-0000-0000-0000-000000000000}"/>
          </ac:spMkLst>
        </pc:spChg>
        <pc:spChg chg="add mod">
          <ac:chgData name="Kristyna Ferris" userId="86aeac9f-971e-413b-9f78-ace434bd0a60" providerId="ADAL" clId="{BB1FBCEE-720A-4BC8-B896-5F1AD7000908}" dt="2026-08-24T19:00:25.366" v="8056" actId="14100"/>
          <ac:spMkLst>
            <pc:docMk/>
            <pc:sldMk cId="0" sldId="263"/>
            <ac:spMk id="12" creationId="{5A945614-D6A8-412B-6D23-D387DDFDB08A}"/>
          </ac:spMkLst>
        </pc:spChg>
        <pc:spChg chg="add mod">
          <ac:chgData name="Kristyna Ferris" userId="86aeac9f-971e-413b-9f78-ace434bd0a60" providerId="ADAL" clId="{BB1FBCEE-720A-4BC8-B896-5F1AD7000908}" dt="2026-08-24T19:00:20.786" v="8055" actId="14100"/>
          <ac:spMkLst>
            <pc:docMk/>
            <pc:sldMk cId="0" sldId="263"/>
            <ac:spMk id="14" creationId="{E3EE2B4C-3122-AAD8-0AE3-ACD8682009BE}"/>
          </ac:spMkLst>
        </pc:spChg>
        <pc:picChg chg="add mod">
          <ac:chgData name="Kristyna Ferris" userId="86aeac9f-971e-413b-9f78-ace434bd0a60" providerId="ADAL" clId="{BB1FBCEE-720A-4BC8-B896-5F1AD7000908}" dt="2026-08-24T03:26:39.098" v="7494" actId="14100"/>
          <ac:picMkLst>
            <pc:docMk/>
            <pc:sldMk cId="0" sldId="263"/>
            <ac:picMk id="3" creationId="{5CABE195-EA17-98DD-108C-C55B1BC8DBFA}"/>
          </ac:picMkLst>
        </pc:picChg>
        <pc:picChg chg="add">
          <ac:chgData name="Kristyna Ferris" userId="86aeac9f-971e-413b-9f78-ace434bd0a60" providerId="ADAL" clId="{BB1FBCEE-720A-4BC8-B896-5F1AD7000908}" dt="2026-08-23T09:34:27.849" v="4056" actId="22"/>
          <ac:picMkLst>
            <pc:docMk/>
            <pc:sldMk cId="0" sldId="263"/>
            <ac:picMk id="16" creationId="{C828CC22-CDE0-EF84-877A-FD62A0BF495A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3:15.331" v="8808" actId="1076"/>
        <pc:sldMkLst>
          <pc:docMk/>
          <pc:sldMk cId="0" sldId="264"/>
        </pc:sldMkLst>
        <pc:spChg chg="add mod">
          <ac:chgData name="Kristyna Ferris" userId="86aeac9f-971e-413b-9f78-ace434bd0a60" providerId="ADAL" clId="{BB1FBCEE-720A-4BC8-B896-5F1AD7000908}" dt="2026-08-24T03:41:53.747" v="7691" actId="114"/>
          <ac:spMkLst>
            <pc:docMk/>
            <pc:sldMk cId="0" sldId="264"/>
            <ac:spMk id="3" creationId="{43884537-3D9E-D300-C951-C7ECC6BE638D}"/>
          </ac:spMkLst>
        </pc:spChg>
        <pc:spChg chg="mod">
          <ac:chgData name="Kristyna Ferris" userId="86aeac9f-971e-413b-9f78-ace434bd0a60" providerId="ADAL" clId="{BB1FBCEE-720A-4BC8-B896-5F1AD7000908}" dt="2026-08-24T03:42:43.275" v="7710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1:49.067" v="7690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03.281" v="8805" actId="403"/>
          <ac:spMkLst>
            <pc:docMk/>
            <pc:sldMk cId="0" sldId="264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28:09.890" v="7526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08.015" v="8806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15.331" v="8808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15.331" v="8808" actId="1076"/>
          <ac:spMkLst>
            <pc:docMk/>
            <pc:sldMk cId="0" sldId="264"/>
            <ac:spMk id="13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4T19:00:36.825" v="8060" actId="22"/>
          <ac:spMkLst>
            <pc:docMk/>
            <pc:sldMk cId="0" sldId="264"/>
            <ac:spMk id="16" creationId="{F67496D9-4008-C208-8AA6-9E87E2032988}"/>
          </ac:spMkLst>
        </pc:spChg>
        <pc:spChg chg="add">
          <ac:chgData name="Kristyna Ferris" userId="86aeac9f-971e-413b-9f78-ace434bd0a60" providerId="ADAL" clId="{BB1FBCEE-720A-4BC8-B896-5F1AD7000908}" dt="2026-08-24T19:00:36.825" v="8060" actId="22"/>
          <ac:spMkLst>
            <pc:docMk/>
            <pc:sldMk cId="0" sldId="264"/>
            <ac:spMk id="20" creationId="{7B1F0C1E-7C9B-82D3-9755-E3F3C3D80122}"/>
          </ac:spMkLst>
        </pc:spChg>
        <pc:picChg chg="add">
          <ac:chgData name="Kristyna Ferris" userId="86aeac9f-971e-413b-9f78-ace434bd0a60" providerId="ADAL" clId="{BB1FBCEE-720A-4BC8-B896-5F1AD7000908}" dt="2026-08-24T19:00:36.825" v="8060" actId="22"/>
          <ac:picMkLst>
            <pc:docMk/>
            <pc:sldMk cId="0" sldId="264"/>
            <ac:picMk id="22" creationId="{33C1D3AB-1345-4F6E-6566-FC2B139F19F6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3:36.281" v="8813" actId="403"/>
        <pc:sldMkLst>
          <pc:docMk/>
          <pc:sldMk cId="0" sldId="265"/>
        </pc:sldMkLst>
        <pc:spChg chg="add">
          <ac:chgData name="Kristyna Ferris" userId="86aeac9f-971e-413b-9f78-ace434bd0a60" providerId="ADAL" clId="{BB1FBCEE-720A-4BC8-B896-5F1AD7000908}" dt="2026-08-24T19:00:40.205" v="8062" actId="22"/>
          <ac:spMkLst>
            <pc:docMk/>
            <pc:sldMk cId="0" sldId="265"/>
            <ac:spMk id="3" creationId="{65EBE5C2-46D4-8F16-A329-5D31A4523576}"/>
          </ac:spMkLst>
        </pc:spChg>
        <pc:spChg chg="mod">
          <ac:chgData name="Kristyna Ferris" userId="86aeac9f-971e-413b-9f78-ace434bd0a60" providerId="ADAL" clId="{BB1FBCEE-720A-4BC8-B896-5F1AD7000908}" dt="2026-08-24T03:44:03.559" v="7775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3:56.694" v="7758" actId="403"/>
          <ac:spMkLst>
            <pc:docMk/>
            <pc:sldMk cId="0" sldId="265"/>
            <ac:spMk id="6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4T19:00:40.205" v="8062" actId="22"/>
          <ac:spMkLst>
            <pc:docMk/>
            <pc:sldMk cId="0" sldId="265"/>
            <ac:spMk id="7" creationId="{75CE2FBD-B820-13E0-263E-4943FBFCC6BC}"/>
          </ac:spMkLst>
        </pc:spChg>
        <pc:spChg chg="mod">
          <ac:chgData name="Kristyna Ferris" userId="86aeac9f-971e-413b-9f78-ace434bd0a60" providerId="ADAL" clId="{BB1FBCEE-720A-4BC8-B896-5F1AD7000908}" dt="2026-08-24T03:44:22.206" v="7837" actId="1035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5:11.925" v="7852" actId="242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47.366" v="7841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22.206" v="7837" actId="103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5:11.925" v="7852" actId="242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47.366" v="7841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22.206" v="7837" actId="103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5:11.925" v="7852" actId="242"/>
          <ac:spMkLst>
            <pc:docMk/>
            <pc:sldMk cId="0" sldId="265"/>
            <ac:spMk id="1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47.366" v="7841" actId="403"/>
          <ac:spMkLst>
            <pc:docMk/>
            <pc:sldMk cId="0" sldId="265"/>
            <ac:spMk id="1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22.206" v="7837" actId="103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5:11.925" v="7852" actId="242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4:47.366" v="7841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30.498" v="8812" actId="403"/>
          <ac:spMkLst>
            <pc:docMk/>
            <pc:sldMk cId="0" sldId="265"/>
            <ac:spMk id="2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24.370" v="8809" actId="403"/>
          <ac:spMkLst>
            <pc:docMk/>
            <pc:sldMk cId="0" sldId="265"/>
            <ac:spMk id="2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36.281" v="8813" actId="403"/>
          <ac:spMkLst>
            <pc:docMk/>
            <pc:sldMk cId="0" sldId="265"/>
            <ac:spMk id="2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27.971" v="8811" actId="14100"/>
          <ac:spMkLst>
            <pc:docMk/>
            <pc:sldMk cId="0" sldId="265"/>
            <ac:spMk id="23" creationId="{00000000-0000-0000-0000-000000000000}"/>
          </ac:spMkLst>
        </pc:spChg>
        <pc:picChg chg="add">
          <ac:chgData name="Kristyna Ferris" userId="86aeac9f-971e-413b-9f78-ace434bd0a60" providerId="ADAL" clId="{BB1FBCEE-720A-4BC8-B896-5F1AD7000908}" dt="2026-08-24T19:00:40.205" v="8062" actId="22"/>
          <ac:picMkLst>
            <pc:docMk/>
            <pc:sldMk cId="0" sldId="265"/>
            <ac:picMk id="26" creationId="{582FA9F6-A99D-9444-E29C-6D7BB5F41B9D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4:00.113" v="8820" actId="403"/>
        <pc:sldMkLst>
          <pc:docMk/>
          <pc:sldMk cId="0" sldId="266"/>
        </pc:sldMkLst>
        <pc:spChg chg="add">
          <ac:chgData name="Kristyna Ferris" userId="86aeac9f-971e-413b-9f78-ace434bd0a60" providerId="ADAL" clId="{BB1FBCEE-720A-4BC8-B896-5F1AD7000908}" dt="2026-08-24T19:00:46.143" v="8064" actId="22"/>
          <ac:spMkLst>
            <pc:docMk/>
            <pc:sldMk cId="0" sldId="266"/>
            <ac:spMk id="3" creationId="{F569B9AF-FBE4-450B-EC88-AA369855EF37}"/>
          </ac:spMkLst>
        </pc:spChg>
        <pc:spChg chg="mod">
          <ac:chgData name="Kristyna Ferris" userId="86aeac9f-971e-413b-9f78-ace434bd0a60" providerId="ADAL" clId="{BB1FBCEE-720A-4BC8-B896-5F1AD7000908}" dt="2026-08-24T03:47:54.932" v="7947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49:09.384" v="7980" actId="403"/>
          <ac:spMkLst>
            <pc:docMk/>
            <pc:sldMk cId="0" sldId="266"/>
            <ac:spMk id="6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4T19:00:46.143" v="8064" actId="22"/>
          <ac:spMkLst>
            <pc:docMk/>
            <pc:sldMk cId="0" sldId="266"/>
            <ac:spMk id="7" creationId="{DAA4BEE9-B118-B957-5C94-38BC25C7866E}"/>
          </ac:spMkLst>
        </pc:spChg>
        <pc:spChg chg="mod">
          <ac:chgData name="Kristyna Ferris" userId="86aeac9f-971e-413b-9f78-ace434bd0a60" providerId="ADAL" clId="{BB1FBCEE-720A-4BC8-B896-5F1AD7000908}" dt="2026-08-26T17:23:56.231" v="8818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42.161" v="8814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58.073" v="8819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45.086" v="8815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00.113" v="8820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3:53.280" v="8817" actId="1076"/>
          <ac:spMkLst>
            <pc:docMk/>
            <pc:sldMk cId="0" sldId="266"/>
            <ac:spMk id="13" creationId="{00000000-0000-0000-0000-000000000000}"/>
          </ac:spMkLst>
        </pc:spChg>
        <pc:picChg chg="add">
          <ac:chgData name="Kristyna Ferris" userId="86aeac9f-971e-413b-9f78-ace434bd0a60" providerId="ADAL" clId="{BB1FBCEE-720A-4BC8-B896-5F1AD7000908}" dt="2026-08-24T19:00:46.143" v="8064" actId="22"/>
          <ac:picMkLst>
            <pc:docMk/>
            <pc:sldMk cId="0" sldId="266"/>
            <ac:picMk id="16" creationId="{462FB958-85FF-8094-DE23-17EE3640093F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4:24.881" v="8826" actId="403"/>
        <pc:sldMkLst>
          <pc:docMk/>
          <pc:sldMk cId="0" sldId="267"/>
        </pc:sldMkLst>
        <pc:spChg chg="add">
          <ac:chgData name="Kristyna Ferris" userId="86aeac9f-971e-413b-9f78-ace434bd0a60" providerId="ADAL" clId="{BB1FBCEE-720A-4BC8-B896-5F1AD7000908}" dt="2026-08-24T19:00:51.392" v="8066" actId="22"/>
          <ac:spMkLst>
            <pc:docMk/>
            <pc:sldMk cId="0" sldId="267"/>
            <ac:spMk id="3" creationId="{F8A3EB1E-2EF8-88FE-CD11-9AD54EA4C41A}"/>
          </ac:spMkLst>
        </pc:spChg>
        <pc:spChg chg="mod">
          <ac:chgData name="Kristyna Ferris" userId="86aeac9f-971e-413b-9f78-ace434bd0a60" providerId="ADAL" clId="{BB1FBCEE-720A-4BC8-B896-5F1AD7000908}" dt="2026-08-24T03:52:19.249" v="8046" actId="20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8.614" v="8823" actId="403"/>
          <ac:spMkLst>
            <pc:docMk/>
            <pc:sldMk cId="0" sldId="267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1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1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20.497" v="8824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1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1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22.664" v="8825" actId="403"/>
          <ac:spMkLst>
            <pc:docMk/>
            <pc:sldMk cId="0" sldId="267"/>
            <ac:spMk id="1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14.397" v="8822" actId="403"/>
          <ac:spMkLst>
            <pc:docMk/>
            <pc:sldMk cId="0" sldId="267"/>
            <ac:spMk id="1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03:52:15.208" v="8045" actId="20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24.881" v="8826" actId="403"/>
          <ac:spMkLst>
            <pc:docMk/>
            <pc:sldMk cId="0" sldId="267"/>
            <ac:spMk id="21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4T19:00:51.392" v="8066" actId="22"/>
          <ac:spMkLst>
            <pc:docMk/>
            <pc:sldMk cId="0" sldId="267"/>
            <ac:spMk id="22" creationId="{998882DD-538F-4333-2285-D93E19E1896E}"/>
          </ac:spMkLst>
        </pc:spChg>
        <pc:picChg chg="mod">
          <ac:chgData name="Kristyna Ferris" userId="86aeac9f-971e-413b-9f78-ace434bd0a60" providerId="ADAL" clId="{BB1FBCEE-720A-4BC8-B896-5F1AD7000908}" dt="2026-08-24T03:51:49.027" v="8028" actId="1038"/>
          <ac:picMkLst>
            <pc:docMk/>
            <pc:sldMk cId="0" sldId="267"/>
            <ac:picMk id="7" creationId="{00000000-0000-0000-0000-000000000000}"/>
          </ac:picMkLst>
        </pc:picChg>
        <pc:picChg chg="mod">
          <ac:chgData name="Kristyna Ferris" userId="86aeac9f-971e-413b-9f78-ace434bd0a60" providerId="ADAL" clId="{BB1FBCEE-720A-4BC8-B896-5F1AD7000908}" dt="2026-08-24T03:51:54.663" v="8044" actId="1038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Kristyna Ferris" userId="86aeac9f-971e-413b-9f78-ace434bd0a60" providerId="ADAL" clId="{BB1FBCEE-720A-4BC8-B896-5F1AD7000908}" dt="2026-08-24T03:51:49.027" v="8028" actId="1038"/>
          <ac:picMkLst>
            <pc:docMk/>
            <pc:sldMk cId="0" sldId="267"/>
            <ac:picMk id="15" creationId="{00000000-0000-0000-0000-000000000000}"/>
          </ac:picMkLst>
        </pc:picChg>
        <pc:picChg chg="mod">
          <ac:chgData name="Kristyna Ferris" userId="86aeac9f-971e-413b-9f78-ace434bd0a60" providerId="ADAL" clId="{BB1FBCEE-720A-4BC8-B896-5F1AD7000908}" dt="2026-08-24T03:51:54.663" v="8044" actId="1038"/>
          <ac:picMkLst>
            <pc:docMk/>
            <pc:sldMk cId="0" sldId="267"/>
            <ac:picMk id="19" creationId="{00000000-0000-0000-0000-000000000000}"/>
          </ac:picMkLst>
        </pc:picChg>
        <pc:picChg chg="add">
          <ac:chgData name="Kristyna Ferris" userId="86aeac9f-971e-413b-9f78-ace434bd0a60" providerId="ADAL" clId="{BB1FBCEE-720A-4BC8-B896-5F1AD7000908}" dt="2026-08-24T19:00:51.392" v="8066" actId="22"/>
          <ac:picMkLst>
            <pc:docMk/>
            <pc:sldMk cId="0" sldId="267"/>
            <ac:picMk id="26" creationId="{54FBF713-E89C-D402-EBD1-0D628361329D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5:03.865" v="8853" actId="1036"/>
        <pc:sldMkLst>
          <pc:docMk/>
          <pc:sldMk cId="0" sldId="268"/>
        </pc:sldMkLst>
        <pc:spChg chg="mod">
          <ac:chgData name="Kristyna Ferris" userId="86aeac9f-971e-413b-9f78-ace434bd0a60" providerId="ADAL" clId="{BB1FBCEE-720A-4BC8-B896-5F1AD7000908}" dt="2026-08-24T19:05:50.891" v="8219" actId="2711"/>
          <ac:spMkLst>
            <pc:docMk/>
            <pc:sldMk cId="0" sldId="268"/>
            <ac:spMk id="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05:50.891" v="8219" actId="2711"/>
          <ac:spMkLst>
            <pc:docMk/>
            <pc:sldMk cId="0" sldId="268"/>
            <ac:spMk id="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42.463" v="8828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42.463" v="8828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42.463" v="8828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42.463" v="8828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42.463" v="8828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4:57.711" v="8832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03.865" v="8853" actId="10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03.865" v="8853" actId="10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03.865" v="8853" actId="10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03.865" v="8853" actId="1036"/>
          <ac:spMkLst>
            <pc:docMk/>
            <pc:sldMk cId="0" sldId="268"/>
            <ac:spMk id="15" creationId="{00000000-0000-0000-0000-000000000000}"/>
          </ac:spMkLst>
        </pc:spChg>
        <pc:picChg chg="add mod">
          <ac:chgData name="Kristyna Ferris" userId="86aeac9f-971e-413b-9f78-ace434bd0a60" providerId="ADAL" clId="{BB1FBCEE-720A-4BC8-B896-5F1AD7000908}" dt="2026-08-24T19:05:39.066" v="8218" actId="1036"/>
          <ac:picMkLst>
            <pc:docMk/>
            <pc:sldMk cId="0" sldId="268"/>
            <ac:picMk id="23" creationId="{7A3CAFBF-F83B-F5EF-7F29-F85D30530897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5:23.563" v="8854" actId="403"/>
        <pc:sldMkLst>
          <pc:docMk/>
          <pc:sldMk cId="0" sldId="269"/>
        </pc:sldMkLst>
        <pc:spChg chg="add">
          <ac:chgData name="Kristyna Ferris" userId="86aeac9f-971e-413b-9f78-ace434bd0a60" providerId="ADAL" clId="{BB1FBCEE-720A-4BC8-B896-5F1AD7000908}" dt="2026-08-24T19:12:18.860" v="8309" actId="22"/>
          <ac:spMkLst>
            <pc:docMk/>
            <pc:sldMk cId="0" sldId="269"/>
            <ac:spMk id="3" creationId="{C44B6476-512B-E77E-A7AB-B90126ABBA3F}"/>
          </ac:spMkLst>
        </pc:spChg>
        <pc:spChg chg="mod">
          <ac:chgData name="Kristyna Ferris" userId="86aeac9f-971e-413b-9f78-ace434bd0a60" providerId="ADAL" clId="{BB1FBCEE-720A-4BC8-B896-5F1AD7000908}" dt="2026-08-24T19:08:24.465" v="8261" actId="14100"/>
          <ac:spMkLst>
            <pc:docMk/>
            <pc:sldMk cId="0" sldId="269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19.199" v="8328" actId="207"/>
          <ac:spMkLst>
            <pc:docMk/>
            <pc:sldMk cId="0" sldId="269"/>
            <ac:spMk id="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08.424" v="8325" actId="207"/>
          <ac:spMkLst>
            <pc:docMk/>
            <pc:sldMk cId="0" sldId="269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08.424" v="8325" actId="20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08.424" v="8325" actId="20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10.205" v="8326" actId="20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1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08:36.188" v="8262" actId="255"/>
          <ac:spMkLst>
            <pc:docMk/>
            <pc:sldMk cId="0" sldId="269"/>
            <ac:spMk id="2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08.424" v="8325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10.205" v="8326" actId="20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2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24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08.424" v="8325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08.424" v="8325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3:10.205" v="8326" actId="207"/>
          <ac:spMkLst>
            <pc:docMk/>
            <pc:sldMk cId="0" sldId="269"/>
            <ac:spMk id="28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2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23.563" v="8854" actId="403"/>
          <ac:spMkLst>
            <pc:docMk/>
            <pc:sldMk cId="0" sldId="269"/>
            <ac:spMk id="30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4T19:12:18.860" v="8309" actId="22"/>
          <ac:spMkLst>
            <pc:docMk/>
            <pc:sldMk cId="0" sldId="269"/>
            <ac:spMk id="31" creationId="{1A31AF8F-E9A3-ACA2-59AF-FFB990281B3F}"/>
          </ac:spMkLst>
        </pc:spChg>
        <pc:picChg chg="add">
          <ac:chgData name="Kristyna Ferris" userId="86aeac9f-971e-413b-9f78-ace434bd0a60" providerId="ADAL" clId="{BB1FBCEE-720A-4BC8-B896-5F1AD7000908}" dt="2026-08-24T19:12:18.860" v="8309" actId="22"/>
          <ac:picMkLst>
            <pc:docMk/>
            <pc:sldMk cId="0" sldId="269"/>
            <ac:picMk id="35" creationId="{17E10460-B4A1-9321-B833-38AC101234F0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5:31.780" v="8856" actId="14100"/>
        <pc:sldMkLst>
          <pc:docMk/>
          <pc:sldMk cId="0" sldId="270"/>
        </pc:sldMkLst>
        <pc:spChg chg="add">
          <ac:chgData name="Kristyna Ferris" userId="86aeac9f-971e-413b-9f78-ace434bd0a60" providerId="ADAL" clId="{BB1FBCEE-720A-4BC8-B896-5F1AD7000908}" dt="2026-08-24T19:12:25.254" v="8311" actId="22"/>
          <ac:spMkLst>
            <pc:docMk/>
            <pc:sldMk cId="0" sldId="270"/>
            <ac:spMk id="3" creationId="{33447D57-B7EE-0D64-2FC6-23B4760E1CD8}"/>
          </ac:spMkLst>
        </pc:spChg>
        <pc:spChg chg="mod">
          <ac:chgData name="Kristyna Ferris" userId="86aeac9f-971e-413b-9f78-ace434bd0a60" providerId="ADAL" clId="{BB1FBCEE-720A-4BC8-B896-5F1AD7000908}" dt="2026-08-24T19:14:30.893" v="8393" actId="242"/>
          <ac:spMkLst>
            <pc:docMk/>
            <pc:sldMk cId="0" sldId="270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31.780" v="8856" actId="14100"/>
          <ac:spMkLst>
            <pc:docMk/>
            <pc:sldMk cId="0" sldId="270"/>
            <ac:spMk id="7" creationId="{00000000-0000-0000-0000-000000000000}"/>
          </ac:spMkLst>
        </pc:spChg>
        <pc:spChg chg="add">
          <ac:chgData name="Kristyna Ferris" userId="86aeac9f-971e-413b-9f78-ace434bd0a60" providerId="ADAL" clId="{BB1FBCEE-720A-4BC8-B896-5F1AD7000908}" dt="2026-08-24T19:12:25.254" v="8311" actId="22"/>
          <ac:spMkLst>
            <pc:docMk/>
            <pc:sldMk cId="0" sldId="270"/>
            <ac:spMk id="9" creationId="{44A8B877-C703-86FB-29C0-5A35D6447F02}"/>
          </ac:spMkLst>
        </pc:spChg>
        <pc:picChg chg="add">
          <ac:chgData name="Kristyna Ferris" userId="86aeac9f-971e-413b-9f78-ace434bd0a60" providerId="ADAL" clId="{BB1FBCEE-720A-4BC8-B896-5F1AD7000908}" dt="2026-08-24T19:12:25.254" v="8311" actId="22"/>
          <ac:picMkLst>
            <pc:docMk/>
            <pc:sldMk cId="0" sldId="270"/>
            <ac:picMk id="13" creationId="{662964C3-58E8-24BE-D154-E5DAC7A58DDC}"/>
          </ac:picMkLst>
        </pc:picChg>
      </pc:sldChg>
      <pc:sldChg chg="addSp delSp modSp add mod setBg">
        <pc:chgData name="Kristyna Ferris" userId="86aeac9f-971e-413b-9f78-ace434bd0a60" providerId="ADAL" clId="{BB1FBCEE-720A-4BC8-B896-5F1AD7000908}" dt="2026-08-26T17:25:44.830" v="8860" actId="403"/>
        <pc:sldMkLst>
          <pc:docMk/>
          <pc:sldMk cId="0" sldId="271"/>
        </pc:sldMkLst>
        <pc:spChg chg="mod">
          <ac:chgData name="Kristyna Ferris" userId="86aeac9f-971e-413b-9f78-ace434bd0a60" providerId="ADAL" clId="{BB1FBCEE-720A-4BC8-B896-5F1AD7000908}" dt="2026-08-24T19:17:05.282" v="8478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4:51.312" v="8395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6:00.135" v="8429" actId="14100"/>
          <ac:spMkLst>
            <pc:docMk/>
            <pc:sldMk cId="0" sldId="271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41.130" v="8858" actId="403"/>
          <ac:spMkLst>
            <pc:docMk/>
            <pc:sldMk cId="0" sldId="271"/>
            <ac:spMk id="6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4:51.312" v="8395" actId="2711"/>
          <ac:spMkLst>
            <pc:docMk/>
            <pc:sldMk cId="0" sldId="271"/>
            <ac:spMk id="7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6:19.563" v="8436" actId="14100"/>
          <ac:spMkLst>
            <pc:docMk/>
            <pc:sldMk cId="0" sldId="271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42.963" v="8859" actId="403"/>
          <ac:spMkLst>
            <pc:docMk/>
            <pc:sldMk cId="0" sldId="271"/>
            <ac:spMk id="10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5:08.786" v="8402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4T19:16:15.314" v="8435" actId="121"/>
          <ac:spMkLst>
            <pc:docMk/>
            <pc:sldMk cId="0" sldId="271"/>
            <ac:spMk id="1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5:44.830" v="8860" actId="403"/>
          <ac:spMkLst>
            <pc:docMk/>
            <pc:sldMk cId="0" sldId="271"/>
            <ac:spMk id="14" creationId="{00000000-0000-0000-0000-000000000000}"/>
          </ac:spMkLst>
        </pc:spChg>
        <pc:picChg chg="add mod">
          <ac:chgData name="Kristyna Ferris" userId="86aeac9f-971e-413b-9f78-ace434bd0a60" providerId="ADAL" clId="{BB1FBCEE-720A-4BC8-B896-5F1AD7000908}" dt="2026-08-24T19:15:44.718" v="8424" actId="1076"/>
          <ac:picMkLst>
            <pc:docMk/>
            <pc:sldMk cId="0" sldId="271"/>
            <ac:picMk id="16" creationId="{C200111C-1FCC-A8C6-CDE1-3BD818503D40}"/>
          </ac:picMkLst>
        </pc:picChg>
        <pc:picChg chg="add mod">
          <ac:chgData name="Kristyna Ferris" userId="86aeac9f-971e-413b-9f78-ace434bd0a60" providerId="ADAL" clId="{BB1FBCEE-720A-4BC8-B896-5F1AD7000908}" dt="2026-08-24T19:15:47.443" v="8425" actId="1076"/>
          <ac:picMkLst>
            <pc:docMk/>
            <pc:sldMk cId="0" sldId="271"/>
            <ac:picMk id="18" creationId="{72747AE0-3820-F10E-BC78-0262C453EBB7}"/>
          </ac:picMkLst>
        </pc:picChg>
        <pc:picChg chg="add mod">
          <ac:chgData name="Kristyna Ferris" userId="86aeac9f-971e-413b-9f78-ace434bd0a60" providerId="ADAL" clId="{BB1FBCEE-720A-4BC8-B896-5F1AD7000908}" dt="2026-08-24T19:15:49.447" v="8426" actId="1076"/>
          <ac:picMkLst>
            <pc:docMk/>
            <pc:sldMk cId="0" sldId="271"/>
            <ac:picMk id="20" creationId="{9D866AF7-BA00-8EC8-C7F9-9FD4BB8D3B58}"/>
          </ac:picMkLst>
        </pc:picChg>
      </pc:sldChg>
      <pc:sldChg chg="addSp delSp modSp add mod setBg modNotesTx">
        <pc:chgData name="Kristyna Ferris" userId="86aeac9f-971e-413b-9f78-ace434bd0a60" providerId="ADAL" clId="{BB1FBCEE-720A-4BC8-B896-5F1AD7000908}" dt="2026-08-26T17:26:12.079" v="8865" actId="207"/>
        <pc:sldMkLst>
          <pc:docMk/>
          <pc:sldMk cId="0" sldId="272"/>
        </pc:sldMkLst>
        <pc:spChg chg="mod">
          <ac:chgData name="Kristyna Ferris" userId="86aeac9f-971e-413b-9f78-ace434bd0a60" providerId="ADAL" clId="{BB1FBCEE-720A-4BC8-B896-5F1AD7000908}" dt="2026-08-26T17:26:12.079" v="8865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6:01.529" v="8862" actId="403"/>
          <ac:spMkLst>
            <pc:docMk/>
            <pc:sldMk cId="0" sldId="272"/>
            <ac:spMk id="5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6:01.529" v="8862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6:01.529" v="8862" actId="403"/>
          <ac:spMkLst>
            <pc:docMk/>
            <pc:sldMk cId="0" sldId="272"/>
            <ac:spMk id="13" creationId="{00000000-0000-0000-0000-000000000000}"/>
          </ac:spMkLst>
        </pc:spChg>
        <pc:spChg chg="mod">
          <ac:chgData name="Kristyna Ferris" userId="86aeac9f-971e-413b-9f78-ace434bd0a60" providerId="ADAL" clId="{BB1FBCEE-720A-4BC8-B896-5F1AD7000908}" dt="2026-08-26T17:26:01.529" v="8862" actId="403"/>
          <ac:spMkLst>
            <pc:docMk/>
            <pc:sldMk cId="0" sldId="272"/>
            <ac:spMk id="17" creationId="{00000000-0000-0000-0000-000000000000}"/>
          </ac:spMkLst>
        </pc:spChg>
        <pc:picChg chg="add mod">
          <ac:chgData name="Kristyna Ferris" userId="86aeac9f-971e-413b-9f78-ace434bd0a60" providerId="ADAL" clId="{BB1FBCEE-720A-4BC8-B896-5F1AD7000908}" dt="2026-08-23T09:36:50.421" v="4105" actId="1076"/>
          <ac:picMkLst>
            <pc:docMk/>
            <pc:sldMk cId="0" sldId="272"/>
            <ac:picMk id="20" creationId="{CF4DA6F0-72F4-8B87-B517-CA5EB4C71214}"/>
          </ac:picMkLst>
        </pc:picChg>
        <pc:picChg chg="add mod">
          <ac:chgData name="Kristyna Ferris" userId="86aeac9f-971e-413b-9f78-ace434bd0a60" providerId="ADAL" clId="{BB1FBCEE-720A-4BC8-B896-5F1AD7000908}" dt="2026-08-23T09:36:44.164" v="4104" actId="1076"/>
          <ac:picMkLst>
            <pc:docMk/>
            <pc:sldMk cId="0" sldId="272"/>
            <ac:picMk id="22" creationId="{A94DE896-15B5-AC16-D13D-E0BD24DDF1AF}"/>
          </ac:picMkLst>
        </pc:picChg>
        <pc:picChg chg="add mod">
          <ac:chgData name="Kristyna Ferris" userId="86aeac9f-971e-413b-9f78-ace434bd0a60" providerId="ADAL" clId="{BB1FBCEE-720A-4BC8-B896-5F1AD7000908}" dt="2026-08-23T09:36:39.166" v="4103" actId="1076"/>
          <ac:picMkLst>
            <pc:docMk/>
            <pc:sldMk cId="0" sldId="272"/>
            <ac:picMk id="24" creationId="{CB3F546A-4264-4F3E-C550-199A3CDDA2C0}"/>
          </ac:picMkLst>
        </pc:picChg>
      </pc:sldChg>
      <pc:sldChg chg="modSp mod modNotesTx">
        <pc:chgData name="Kristyna Ferris" userId="86aeac9f-971e-413b-9f78-ace434bd0a60" providerId="ADAL" clId="{BB1FBCEE-720A-4BC8-B896-5F1AD7000908}" dt="2026-08-24T03:20:10.165" v="7473" actId="20577"/>
        <pc:sldMkLst>
          <pc:docMk/>
          <pc:sldMk cId="3191924136" sldId="301"/>
        </pc:sldMkLst>
        <pc:spChg chg="mod">
          <ac:chgData name="Kristyna Ferris" userId="86aeac9f-971e-413b-9f78-ace434bd0a60" providerId="ADAL" clId="{BB1FBCEE-720A-4BC8-B896-5F1AD7000908}" dt="2026-08-24T03:20:10.165" v="7473" actId="20577"/>
          <ac:spMkLst>
            <pc:docMk/>
            <pc:sldMk cId="3191924136" sldId="301"/>
            <ac:spMk id="2" creationId="{1ACC833C-F9DE-4F86-BD1A-8E5E46965699}"/>
          </ac:spMkLst>
        </pc:spChg>
        <pc:spChg chg="mod">
          <ac:chgData name="Kristyna Ferris" userId="86aeac9f-971e-413b-9f78-ace434bd0a60" providerId="ADAL" clId="{BB1FBCEE-720A-4BC8-B896-5F1AD7000908}" dt="2026-08-23T00:06:21.925" v="3464" actId="403"/>
          <ac:spMkLst>
            <pc:docMk/>
            <pc:sldMk cId="3191924136" sldId="301"/>
            <ac:spMk id="4" creationId="{850B625E-CD8B-8CEC-12A3-D905E0980873}"/>
          </ac:spMkLst>
        </pc:spChg>
      </pc:sldChg>
      <pc:sldChg chg="modSp mod">
        <pc:chgData name="Kristyna Ferris" userId="86aeac9f-971e-413b-9f78-ace434bd0a60" providerId="ADAL" clId="{BB1FBCEE-720A-4BC8-B896-5F1AD7000908}" dt="2026-08-24T19:18:59.754" v="8667" actId="403"/>
        <pc:sldMkLst>
          <pc:docMk/>
          <pc:sldMk cId="2435802848" sldId="2147482361"/>
        </pc:sldMkLst>
        <pc:spChg chg="mod">
          <ac:chgData name="Kristyna Ferris" userId="86aeac9f-971e-413b-9f78-ace434bd0a60" providerId="ADAL" clId="{BB1FBCEE-720A-4BC8-B896-5F1AD7000908}" dt="2026-08-24T19:18:42.464" v="8661" actId="403"/>
          <ac:spMkLst>
            <pc:docMk/>
            <pc:sldMk cId="2435802848" sldId="2147482361"/>
            <ac:spMk id="2" creationId="{DF79C578-1F08-216A-5403-706BD3D85303}"/>
          </ac:spMkLst>
        </pc:spChg>
        <pc:spChg chg="mod">
          <ac:chgData name="Kristyna Ferris" userId="86aeac9f-971e-413b-9f78-ace434bd0a60" providerId="ADAL" clId="{BB1FBCEE-720A-4BC8-B896-5F1AD7000908}" dt="2026-08-24T19:18:44.853" v="8663" actId="27636"/>
          <ac:spMkLst>
            <pc:docMk/>
            <pc:sldMk cId="2435802848" sldId="2147482361"/>
            <ac:spMk id="8" creationId="{5E3BFC27-6733-8963-13C2-165A3C03425F}"/>
          </ac:spMkLst>
        </pc:spChg>
        <pc:graphicFrameChg chg="mod modGraphic">
          <ac:chgData name="Kristyna Ferris" userId="86aeac9f-971e-413b-9f78-ace434bd0a60" providerId="ADAL" clId="{BB1FBCEE-720A-4BC8-B896-5F1AD7000908}" dt="2026-08-24T19:18:59.754" v="8667" actId="403"/>
          <ac:graphicFrameMkLst>
            <pc:docMk/>
            <pc:sldMk cId="2435802848" sldId="2147482361"/>
            <ac:graphicFrameMk id="53" creationId="{3C5312A1-6D86-AB24-BBF8-296AC20E4D4A}"/>
          </ac:graphicFrameMkLst>
        </pc:graphicFrameChg>
      </pc:sldChg>
      <pc:sldChg chg="modSp mod modAnim modNotesTx">
        <pc:chgData name="Kristyna Ferris" userId="86aeac9f-971e-413b-9f78-ace434bd0a60" providerId="ADAL" clId="{BB1FBCEE-720A-4BC8-B896-5F1AD7000908}" dt="2026-08-22T23:52:01.066" v="2709" actId="20577"/>
        <pc:sldMkLst>
          <pc:docMk/>
          <pc:sldMk cId="701826219" sldId="2147482363"/>
        </pc:sldMkLst>
        <pc:spChg chg="mod">
          <ac:chgData name="Kristyna Ferris" userId="86aeac9f-971e-413b-9f78-ace434bd0a60" providerId="ADAL" clId="{BB1FBCEE-720A-4BC8-B896-5F1AD7000908}" dt="2026-08-22T23:52:01.066" v="2709" actId="20577"/>
          <ac:spMkLst>
            <pc:docMk/>
            <pc:sldMk cId="701826219" sldId="2147482363"/>
            <ac:spMk id="2" creationId="{4B984CC0-0BC0-32AF-31FE-4FAA52F6BCC1}"/>
          </ac:spMkLst>
        </pc:spChg>
        <pc:spChg chg="mod">
          <ac:chgData name="Kristyna Ferris" userId="86aeac9f-971e-413b-9f78-ace434bd0a60" providerId="ADAL" clId="{BB1FBCEE-720A-4BC8-B896-5F1AD7000908}" dt="2026-08-22T23:19:35.826" v="2504" actId="1076"/>
          <ac:spMkLst>
            <pc:docMk/>
            <pc:sldMk cId="701826219" sldId="2147482363"/>
            <ac:spMk id="3" creationId="{6201F2B7-624E-CB63-0A92-F5F5042130F9}"/>
          </ac:spMkLst>
        </pc:spChg>
        <pc:spChg chg="mod">
          <ac:chgData name="Kristyna Ferris" userId="86aeac9f-971e-413b-9f78-ace434bd0a60" providerId="ADAL" clId="{BB1FBCEE-720A-4BC8-B896-5F1AD7000908}" dt="2026-08-22T23:18:54.262" v="2387" actId="122"/>
          <ac:spMkLst>
            <pc:docMk/>
            <pc:sldMk cId="701826219" sldId="2147482363"/>
            <ac:spMk id="4" creationId="{FB793C5E-E286-7E86-B510-811E947CA9C5}"/>
          </ac:spMkLst>
        </pc:spChg>
      </pc:sldChg>
      <pc:sldChg chg="modSp mod">
        <pc:chgData name="Kristyna Ferris" userId="86aeac9f-971e-413b-9f78-ace434bd0a60" providerId="ADAL" clId="{BB1FBCEE-720A-4BC8-B896-5F1AD7000908}" dt="2026-08-22T23:52:16.707" v="2710" actId="14100"/>
        <pc:sldMkLst>
          <pc:docMk/>
          <pc:sldMk cId="3133497683" sldId="2147482364"/>
        </pc:sldMkLst>
        <pc:spChg chg="mod">
          <ac:chgData name="Kristyna Ferris" userId="86aeac9f-971e-413b-9f78-ace434bd0a60" providerId="ADAL" clId="{BB1FBCEE-720A-4BC8-B896-5F1AD7000908}" dt="2026-08-22T23:52:16.707" v="2710" actId="14100"/>
          <ac:spMkLst>
            <pc:docMk/>
            <pc:sldMk cId="3133497683" sldId="2147482364"/>
            <ac:spMk id="2" creationId="{2020CC65-2D84-3E12-28E3-8CF5E276244D}"/>
          </ac:spMkLst>
        </pc:spChg>
        <pc:spChg chg="mod">
          <ac:chgData name="Kristyna Ferris" userId="86aeac9f-971e-413b-9f78-ace434bd0a60" providerId="ADAL" clId="{BB1FBCEE-720A-4BC8-B896-5F1AD7000908}" dt="2026-08-22T23:47:05.710" v="2576" actId="27636"/>
          <ac:spMkLst>
            <pc:docMk/>
            <pc:sldMk cId="3133497683" sldId="2147482364"/>
            <ac:spMk id="3" creationId="{DAF38228-38FE-B0FF-35BD-580808EBDC9A}"/>
          </ac:spMkLst>
        </pc:spChg>
      </pc:sldChg>
      <pc:sldChg chg="addSp delSp modSp add mod">
        <pc:chgData name="Kristyna Ferris" userId="86aeac9f-971e-413b-9f78-ace434bd0a60" providerId="ADAL" clId="{BB1FBCEE-720A-4BC8-B896-5F1AD7000908}" dt="2026-08-23T00:07:38.011" v="3553" actId="20577"/>
        <pc:sldMkLst>
          <pc:docMk/>
          <pc:sldMk cId="995637459" sldId="2147482365"/>
        </pc:sldMkLst>
        <pc:spChg chg="mod">
          <ac:chgData name="Kristyna Ferris" userId="86aeac9f-971e-413b-9f78-ace434bd0a60" providerId="ADAL" clId="{BB1FBCEE-720A-4BC8-B896-5F1AD7000908}" dt="2026-08-23T00:07:38.011" v="3553" actId="20577"/>
          <ac:spMkLst>
            <pc:docMk/>
            <pc:sldMk cId="995637459" sldId="2147482365"/>
            <ac:spMk id="4" creationId="{3C93F383-0153-E2DE-9B9E-61A157558235}"/>
          </ac:spMkLst>
        </pc:spChg>
        <pc:picChg chg="add mod">
          <ac:chgData name="Kristyna Ferris" userId="86aeac9f-971e-413b-9f78-ace434bd0a60" providerId="ADAL" clId="{BB1FBCEE-720A-4BC8-B896-5F1AD7000908}" dt="2026-08-23T00:04:05.692" v="3412" actId="1076"/>
          <ac:picMkLst>
            <pc:docMk/>
            <pc:sldMk cId="995637459" sldId="2147482365"/>
            <ac:picMk id="6" creationId="{890C13F4-A271-D420-7C9D-99CE12CBCAFA}"/>
          </ac:picMkLst>
        </pc:picChg>
      </pc:sldChg>
      <pc:sldChg chg="modSp add mod">
        <pc:chgData name="Kristyna Ferris" userId="86aeac9f-971e-413b-9f78-ace434bd0a60" providerId="ADAL" clId="{BB1FBCEE-720A-4BC8-B896-5F1AD7000908}" dt="2026-08-23T00:07:43.089" v="3559" actId="20577"/>
        <pc:sldMkLst>
          <pc:docMk/>
          <pc:sldMk cId="2618744748" sldId="2147482366"/>
        </pc:sldMkLst>
        <pc:spChg chg="mod">
          <ac:chgData name="Kristyna Ferris" userId="86aeac9f-971e-413b-9f78-ace434bd0a60" providerId="ADAL" clId="{BB1FBCEE-720A-4BC8-B896-5F1AD7000908}" dt="2026-08-23T00:07:43.089" v="3559" actId="20577"/>
          <ac:spMkLst>
            <pc:docMk/>
            <pc:sldMk cId="2618744748" sldId="2147482366"/>
            <ac:spMk id="4" creationId="{B99A1E32-A4FA-1D61-9216-8F20FA08862F}"/>
          </ac:spMkLst>
        </pc:spChg>
        <pc:picChg chg="mod">
          <ac:chgData name="Kristyna Ferris" userId="86aeac9f-971e-413b-9f78-ace434bd0a60" providerId="ADAL" clId="{BB1FBCEE-720A-4BC8-B896-5F1AD7000908}" dt="2026-08-23T00:03:34.026" v="3406" actId="1076"/>
          <ac:picMkLst>
            <pc:docMk/>
            <pc:sldMk cId="2618744748" sldId="2147482366"/>
            <ac:picMk id="5" creationId="{49088EA9-CDE6-45C8-E60C-4B746BFCBAF6}"/>
          </ac:picMkLst>
        </pc:picChg>
      </pc:sldChg>
      <pc:sldChg chg="addSp delSp modSp add mod ord">
        <pc:chgData name="Kristyna Ferris" userId="86aeac9f-971e-413b-9f78-ace434bd0a60" providerId="ADAL" clId="{BB1FBCEE-720A-4BC8-B896-5F1AD7000908}" dt="2026-08-24T03:13:14.343" v="7241" actId="20577"/>
        <pc:sldMkLst>
          <pc:docMk/>
          <pc:sldMk cId="3989308589" sldId="2147482367"/>
        </pc:sldMkLst>
        <pc:spChg chg="mod">
          <ac:chgData name="Kristyna Ferris" userId="86aeac9f-971e-413b-9f78-ace434bd0a60" providerId="ADAL" clId="{BB1FBCEE-720A-4BC8-B896-5F1AD7000908}" dt="2026-08-23T00:06:55.358" v="3510" actId="20577"/>
          <ac:spMkLst>
            <pc:docMk/>
            <pc:sldMk cId="3989308589" sldId="2147482367"/>
            <ac:spMk id="4" creationId="{A631D900-AAA5-9EA4-1BFB-3621DFD247FB}"/>
          </ac:spMkLst>
        </pc:spChg>
        <pc:spChg chg="mod">
          <ac:chgData name="Kristyna Ferris" userId="86aeac9f-971e-413b-9f78-ace434bd0a60" providerId="ADAL" clId="{BB1FBCEE-720A-4BC8-B896-5F1AD7000908}" dt="2026-08-23T00:15:10.278" v="3741" actId="14100"/>
          <ac:spMkLst>
            <pc:docMk/>
            <pc:sldMk cId="3989308589" sldId="2147482367"/>
            <ac:spMk id="5" creationId="{81A837FA-ED37-F96B-BEEA-5F9FC20F747F}"/>
          </ac:spMkLst>
        </pc:spChg>
        <pc:spChg chg="add mod">
          <ac:chgData name="Kristyna Ferris" userId="86aeac9f-971e-413b-9f78-ace434bd0a60" providerId="ADAL" clId="{BB1FBCEE-720A-4BC8-B896-5F1AD7000908}" dt="2026-08-23T00:14:20.579" v="3701" actId="1037"/>
          <ac:spMkLst>
            <pc:docMk/>
            <pc:sldMk cId="3989308589" sldId="2147482367"/>
            <ac:spMk id="9" creationId="{746F530F-5A2E-C550-0EA2-B4EF67EE45C0}"/>
          </ac:spMkLst>
        </pc:spChg>
        <pc:spChg chg="mod">
          <ac:chgData name="Kristyna Ferris" userId="86aeac9f-971e-413b-9f78-ace434bd0a60" providerId="ADAL" clId="{BB1FBCEE-720A-4BC8-B896-5F1AD7000908}" dt="2026-08-23T00:17:09.582" v="3913" actId="1076"/>
          <ac:spMkLst>
            <pc:docMk/>
            <pc:sldMk cId="3989308589" sldId="2147482367"/>
            <ac:spMk id="11" creationId="{7C835FA8-9E92-CDE2-CBC6-F36C793CD4D7}"/>
          </ac:spMkLst>
        </pc:spChg>
        <pc:spChg chg="add mod">
          <ac:chgData name="Kristyna Ferris" userId="86aeac9f-971e-413b-9f78-ace434bd0a60" providerId="ADAL" clId="{BB1FBCEE-720A-4BC8-B896-5F1AD7000908}" dt="2026-08-24T03:13:14.343" v="7241" actId="20577"/>
          <ac:spMkLst>
            <pc:docMk/>
            <pc:sldMk cId="3989308589" sldId="2147482367"/>
            <ac:spMk id="13" creationId="{121C2F04-43E4-CED2-6DCD-D89B485598FD}"/>
          </ac:spMkLst>
        </pc:spChg>
        <pc:spChg chg="add mod">
          <ac:chgData name="Kristyna Ferris" userId="86aeac9f-971e-413b-9f78-ace434bd0a60" providerId="ADAL" clId="{BB1FBCEE-720A-4BC8-B896-5F1AD7000908}" dt="2026-08-23T00:16:45.193" v="3908" actId="1076"/>
          <ac:spMkLst>
            <pc:docMk/>
            <pc:sldMk cId="3989308589" sldId="2147482367"/>
            <ac:spMk id="15" creationId="{F7366202-3F2A-B59A-FC35-895CD62A6F2D}"/>
          </ac:spMkLst>
        </pc:spChg>
        <pc:spChg chg="add mod">
          <ac:chgData name="Kristyna Ferris" userId="86aeac9f-971e-413b-9f78-ace434bd0a60" providerId="ADAL" clId="{BB1FBCEE-720A-4BC8-B896-5F1AD7000908}" dt="2026-08-23T00:15:30.897" v="3757" actId="12788"/>
          <ac:spMkLst>
            <pc:docMk/>
            <pc:sldMk cId="3989308589" sldId="2147482367"/>
            <ac:spMk id="19" creationId="{79D9B9CD-591B-6F93-FE93-98701B5E424F}"/>
          </ac:spMkLst>
        </pc:spChg>
        <pc:spChg chg="add mod">
          <ac:chgData name="Kristyna Ferris" userId="86aeac9f-971e-413b-9f78-ace434bd0a60" providerId="ADAL" clId="{BB1FBCEE-720A-4BC8-B896-5F1AD7000908}" dt="2026-08-23T00:17:13.876" v="3914" actId="1076"/>
          <ac:spMkLst>
            <pc:docMk/>
            <pc:sldMk cId="3989308589" sldId="2147482367"/>
            <ac:spMk id="21" creationId="{7FE16150-2070-02BD-9AAE-02AA5ABE399F}"/>
          </ac:spMkLst>
        </pc:spChg>
        <pc:spChg chg="add mod">
          <ac:chgData name="Kristyna Ferris" userId="86aeac9f-971e-413b-9f78-ace434bd0a60" providerId="ADAL" clId="{BB1FBCEE-720A-4BC8-B896-5F1AD7000908}" dt="2026-08-23T00:16:50.561" v="3909" actId="1076"/>
          <ac:spMkLst>
            <pc:docMk/>
            <pc:sldMk cId="3989308589" sldId="2147482367"/>
            <ac:spMk id="23" creationId="{A07677A1-314A-160B-A3AE-42DC168950FB}"/>
          </ac:spMkLst>
        </pc:spChg>
        <pc:spChg chg="add mod">
          <ac:chgData name="Kristyna Ferris" userId="86aeac9f-971e-413b-9f78-ace434bd0a60" providerId="ADAL" clId="{BB1FBCEE-720A-4BC8-B896-5F1AD7000908}" dt="2026-08-23T00:15:44.556" v="3780" actId="1037"/>
          <ac:spMkLst>
            <pc:docMk/>
            <pc:sldMk cId="3989308589" sldId="2147482367"/>
            <ac:spMk id="25" creationId="{76DD3EF0-FBE9-A4C7-87E4-9C347BD06B2B}"/>
          </ac:spMkLst>
        </pc:spChg>
        <pc:spChg chg="add mod">
          <ac:chgData name="Kristyna Ferris" userId="86aeac9f-971e-413b-9f78-ace434bd0a60" providerId="ADAL" clId="{BB1FBCEE-720A-4BC8-B896-5F1AD7000908}" dt="2026-08-23T00:15:44.556" v="3780" actId="1037"/>
          <ac:spMkLst>
            <pc:docMk/>
            <pc:sldMk cId="3989308589" sldId="2147482367"/>
            <ac:spMk id="29" creationId="{16981D8B-31BC-EC4F-DAEC-0FAEBC5C14E2}"/>
          </ac:spMkLst>
        </pc:spChg>
        <pc:spChg chg="add mod">
          <ac:chgData name="Kristyna Ferris" userId="86aeac9f-971e-413b-9f78-ace434bd0a60" providerId="ADAL" clId="{BB1FBCEE-720A-4BC8-B896-5F1AD7000908}" dt="2026-08-23T00:17:27.044" v="3917" actId="1076"/>
          <ac:spMkLst>
            <pc:docMk/>
            <pc:sldMk cId="3989308589" sldId="2147482367"/>
            <ac:spMk id="31" creationId="{CE77F3EC-2D8D-E10D-71F9-834314E4D357}"/>
          </ac:spMkLst>
        </pc:spChg>
        <pc:spChg chg="add mod">
          <ac:chgData name="Kristyna Ferris" userId="86aeac9f-971e-413b-9f78-ace434bd0a60" providerId="ADAL" clId="{BB1FBCEE-720A-4BC8-B896-5F1AD7000908}" dt="2026-08-23T00:16:24.021" v="3863" actId="1036"/>
          <ac:spMkLst>
            <pc:docMk/>
            <pc:sldMk cId="3989308589" sldId="2147482367"/>
            <ac:spMk id="33" creationId="{7833A00B-2981-E013-1587-FB010F64E3F1}"/>
          </ac:spMkLst>
        </pc:spChg>
        <pc:picChg chg="add mod modCrop">
          <ac:chgData name="Kristyna Ferris" userId="86aeac9f-971e-413b-9f78-ace434bd0a60" providerId="ADAL" clId="{BB1FBCEE-720A-4BC8-B896-5F1AD7000908}" dt="2026-08-23T00:30:39.625" v="3933" actId="1076"/>
          <ac:picMkLst>
            <pc:docMk/>
            <pc:sldMk cId="3989308589" sldId="2147482367"/>
            <ac:picMk id="34" creationId="{8A7A1022-72FD-B18E-CE04-36CD78ABE72D}"/>
          </ac:picMkLst>
        </pc:picChg>
        <pc:picChg chg="add mod modCrop">
          <ac:chgData name="Kristyna Ferris" userId="86aeac9f-971e-413b-9f78-ace434bd0a60" providerId="ADAL" clId="{BB1FBCEE-720A-4BC8-B896-5F1AD7000908}" dt="2026-08-23T00:35:32.435" v="3942" actId="1076"/>
          <ac:picMkLst>
            <pc:docMk/>
            <pc:sldMk cId="3989308589" sldId="2147482367"/>
            <ac:picMk id="35" creationId="{57BFABBD-8361-23C2-DDD8-BEC475C65BA4}"/>
          </ac:picMkLst>
        </pc:picChg>
        <pc:picChg chg="add mod modCrop">
          <ac:chgData name="Kristyna Ferris" userId="86aeac9f-971e-413b-9f78-ace434bd0a60" providerId="ADAL" clId="{BB1FBCEE-720A-4BC8-B896-5F1AD7000908}" dt="2026-08-23T00:38:51.297" v="3952" actId="688"/>
          <ac:picMkLst>
            <pc:docMk/>
            <pc:sldMk cId="3989308589" sldId="2147482367"/>
            <ac:picMk id="36" creationId="{07B75501-A7BC-4BEC-C6CA-0F61FE6CD84B}"/>
          </ac:picMkLst>
        </pc:picChg>
      </pc:sldChg>
      <pc:sldChg chg="addSp delSp modSp add mod">
        <pc:chgData name="Kristyna Ferris" userId="86aeac9f-971e-413b-9f78-ace434bd0a60" providerId="ADAL" clId="{BB1FBCEE-720A-4BC8-B896-5F1AD7000908}" dt="2026-08-26T17:22:45.098" v="8803" actId="403"/>
        <pc:sldMkLst>
          <pc:docMk/>
          <pc:sldMk cId="2403534285" sldId="2147482368"/>
        </pc:sldMkLst>
        <pc:spChg chg="mod">
          <ac:chgData name="Kristyna Ferris" userId="86aeac9f-971e-413b-9f78-ace434bd0a60" providerId="ADAL" clId="{BB1FBCEE-720A-4BC8-B896-5F1AD7000908}" dt="2026-08-23T10:16:32.188" v="5276" actId="207"/>
          <ac:spMkLst>
            <pc:docMk/>
            <pc:sldMk cId="2403534285" sldId="2147482368"/>
            <ac:spMk id="5" creationId="{6512E4AD-D69B-B868-E36E-5926D0F50A98}"/>
          </ac:spMkLst>
        </pc:spChg>
        <pc:spChg chg="add mod">
          <ac:chgData name="Kristyna Ferris" userId="86aeac9f-971e-413b-9f78-ace434bd0a60" providerId="ADAL" clId="{BB1FBCEE-720A-4BC8-B896-5F1AD7000908}" dt="2026-08-26T17:22:45.098" v="8803" actId="403"/>
          <ac:spMkLst>
            <pc:docMk/>
            <pc:sldMk cId="2403534285" sldId="2147482368"/>
            <ac:spMk id="26" creationId="{56344BDB-97AB-6A8E-A381-7D28BC110CB5}"/>
          </ac:spMkLst>
        </pc:spChg>
        <pc:picChg chg="add mod">
          <ac:chgData name="Kristyna Ferris" userId="86aeac9f-971e-413b-9f78-ace434bd0a60" providerId="ADAL" clId="{BB1FBCEE-720A-4BC8-B896-5F1AD7000908}" dt="2026-08-24T03:07:57.403" v="7031" actId="14100"/>
          <ac:picMkLst>
            <pc:docMk/>
            <pc:sldMk cId="2403534285" sldId="2147482368"/>
            <ac:picMk id="2" creationId="{43529E33-E79D-629D-A5A6-A35703F298C8}"/>
          </ac:picMkLst>
        </pc:picChg>
      </pc:sldChg>
      <pc:sldChg chg="modSp add mod">
        <pc:chgData name="Kristyna Ferris" userId="86aeac9f-971e-413b-9f78-ace434bd0a60" providerId="ADAL" clId="{BB1FBCEE-720A-4BC8-B896-5F1AD7000908}" dt="2026-08-26T17:22:02.722" v="8798" actId="6549"/>
        <pc:sldMkLst>
          <pc:docMk/>
          <pc:sldMk cId="1566046097" sldId="2147482369"/>
        </pc:sldMkLst>
        <pc:spChg chg="mod">
          <ac:chgData name="Kristyna Ferris" userId="86aeac9f-971e-413b-9f78-ace434bd0a60" providerId="ADAL" clId="{BB1FBCEE-720A-4BC8-B896-5F1AD7000908}" dt="2026-08-26T17:21:49.966" v="8792" actId="20577"/>
          <ac:spMkLst>
            <pc:docMk/>
            <pc:sldMk cId="1566046097" sldId="2147482369"/>
            <ac:spMk id="5" creationId="{97623DF4-F42A-93D4-AA3B-8003C41876C3}"/>
          </ac:spMkLst>
        </pc:spChg>
        <pc:spChg chg="mod">
          <ac:chgData name="Kristyna Ferris" userId="86aeac9f-971e-413b-9f78-ace434bd0a60" providerId="ADAL" clId="{BB1FBCEE-720A-4BC8-B896-5F1AD7000908}" dt="2026-08-26T17:22:02.722" v="8798" actId="6549"/>
          <ac:spMkLst>
            <pc:docMk/>
            <pc:sldMk cId="1566046097" sldId="2147482369"/>
            <ac:spMk id="19" creationId="{CE31CF5F-5894-43FD-4EAA-41858BD560A9}"/>
          </ac:spMkLst>
        </pc:spChg>
      </pc:sldChg>
      <pc:sldChg chg="modSp add mod">
        <pc:chgData name="Kristyna Ferris" userId="86aeac9f-971e-413b-9f78-ace434bd0a60" providerId="ADAL" clId="{BB1FBCEE-720A-4BC8-B896-5F1AD7000908}" dt="2026-08-26T17:22:33.715" v="8801" actId="14100"/>
        <pc:sldMkLst>
          <pc:docMk/>
          <pc:sldMk cId="2076804710" sldId="2147482371"/>
        </pc:sldMkLst>
        <pc:spChg chg="mod">
          <ac:chgData name="Kristyna Ferris" userId="86aeac9f-971e-413b-9f78-ace434bd0a60" providerId="ADAL" clId="{BB1FBCEE-720A-4BC8-B896-5F1AD7000908}" dt="2026-08-24T02:42:51.286" v="5381" actId="13822"/>
          <ac:spMkLst>
            <pc:docMk/>
            <pc:sldMk cId="2076804710" sldId="2147482371"/>
            <ac:spMk id="3" creationId="{6AF76F90-DC51-D4E9-78F1-F26643990261}"/>
          </ac:spMkLst>
        </pc:spChg>
        <pc:spChg chg="mod">
          <ac:chgData name="Kristyna Ferris" userId="86aeac9f-971e-413b-9f78-ace434bd0a60" providerId="ADAL" clId="{BB1FBCEE-720A-4BC8-B896-5F1AD7000908}" dt="2026-08-24T02:44:36.809" v="5396" actId="20577"/>
          <ac:spMkLst>
            <pc:docMk/>
            <pc:sldMk cId="2076804710" sldId="2147482371"/>
            <ac:spMk id="5" creationId="{F7134339-3E47-0A5F-2AE6-F1ED4973F51C}"/>
          </ac:spMkLst>
        </pc:spChg>
        <pc:spChg chg="mod">
          <ac:chgData name="Kristyna Ferris" userId="86aeac9f-971e-413b-9f78-ace434bd0a60" providerId="ADAL" clId="{BB1FBCEE-720A-4BC8-B896-5F1AD7000908}" dt="2026-08-26T17:22:33.715" v="8801" actId="14100"/>
          <ac:spMkLst>
            <pc:docMk/>
            <pc:sldMk cId="2076804710" sldId="2147482371"/>
            <ac:spMk id="19" creationId="{404B8116-6238-CA9F-0A99-0CCEB4E6A055}"/>
          </ac:spMkLst>
        </pc:spChg>
      </pc:sldChg>
      <pc:sldChg chg="addSp delSp modSp add mod ord">
        <pc:chgData name="Kristyna Ferris" userId="86aeac9f-971e-413b-9f78-ace434bd0a60" providerId="ADAL" clId="{BB1FBCEE-720A-4BC8-B896-5F1AD7000908}" dt="2026-08-26T17:24:31.329" v="8827" actId="403"/>
        <pc:sldMkLst>
          <pc:docMk/>
          <pc:sldMk cId="2743238414" sldId="2147482372"/>
        </pc:sldMkLst>
        <pc:spChg chg="add">
          <ac:chgData name="Kristyna Ferris" userId="86aeac9f-971e-413b-9f78-ace434bd0a60" providerId="ADAL" clId="{BB1FBCEE-720A-4BC8-B896-5F1AD7000908}" dt="2026-08-24T19:03:29.391" v="8203" actId="22"/>
          <ac:spMkLst>
            <pc:docMk/>
            <pc:sldMk cId="2743238414" sldId="2147482372"/>
            <ac:spMk id="4" creationId="{D6DBC936-9FDF-7FEF-69E2-AA7505786D52}"/>
          </ac:spMkLst>
        </pc:spChg>
        <pc:spChg chg="add">
          <ac:chgData name="Kristyna Ferris" userId="86aeac9f-971e-413b-9f78-ace434bd0a60" providerId="ADAL" clId="{BB1FBCEE-720A-4BC8-B896-5F1AD7000908}" dt="2026-08-24T19:03:29.391" v="8203" actId="22"/>
          <ac:spMkLst>
            <pc:docMk/>
            <pc:sldMk cId="2743238414" sldId="2147482372"/>
            <ac:spMk id="7" creationId="{D3E42C5F-92BE-85D9-65D3-B382FFEBF104}"/>
          </ac:spMkLst>
        </pc:spChg>
        <pc:spChg chg="mod">
          <ac:chgData name="Kristyna Ferris" userId="86aeac9f-971e-413b-9f78-ace434bd0a60" providerId="ADAL" clId="{BB1FBCEE-720A-4BC8-B896-5F1AD7000908}" dt="2026-08-26T17:24:31.329" v="8827" actId="403"/>
          <ac:spMkLst>
            <pc:docMk/>
            <pc:sldMk cId="2743238414" sldId="2147482372"/>
            <ac:spMk id="26" creationId="{7767F0E7-C88A-6D9C-6518-3F05EA1D8C8B}"/>
          </ac:spMkLst>
        </pc:spChg>
        <pc:picChg chg="add">
          <ac:chgData name="Kristyna Ferris" userId="86aeac9f-971e-413b-9f78-ace434bd0a60" providerId="ADAL" clId="{BB1FBCEE-720A-4BC8-B896-5F1AD7000908}" dt="2026-08-24T19:03:29.391" v="8203" actId="22"/>
          <ac:picMkLst>
            <pc:docMk/>
            <pc:sldMk cId="2743238414" sldId="2147482372"/>
            <ac:picMk id="9" creationId="{D4496790-0845-E6E7-28A6-6BF775851DFF}"/>
          </ac:picMkLst>
        </pc:picChg>
        <pc:picChg chg="add mod">
          <ac:chgData name="Kristyna Ferris" userId="86aeac9f-971e-413b-9f78-ace434bd0a60" providerId="ADAL" clId="{BB1FBCEE-720A-4BC8-B896-5F1AD7000908}" dt="2026-08-24T19:04:27.578" v="8208" actId="14100"/>
          <ac:picMkLst>
            <pc:docMk/>
            <pc:sldMk cId="2743238414" sldId="2147482372"/>
            <ac:picMk id="10" creationId="{F9F293F3-CA3F-E773-B48F-07053EC13827}"/>
          </ac:picMkLst>
        </pc:picChg>
      </pc:sldChg>
      <pc:sldChg chg="addSp delSp modSp add mod ord">
        <pc:chgData name="Kristyna Ferris" userId="86aeac9f-971e-413b-9f78-ace434bd0a60" providerId="ADAL" clId="{BB1FBCEE-720A-4BC8-B896-5F1AD7000908}" dt="2026-08-26T17:25:36.197" v="8857" actId="403"/>
        <pc:sldMkLst>
          <pc:docMk/>
          <pc:sldMk cId="3004127191" sldId="2147482373"/>
        </pc:sldMkLst>
        <pc:spChg chg="add">
          <ac:chgData name="Kristyna Ferris" userId="86aeac9f-971e-413b-9f78-ace434bd0a60" providerId="ADAL" clId="{BB1FBCEE-720A-4BC8-B896-5F1AD7000908}" dt="2026-08-24T19:17:17.356" v="8483" actId="22"/>
          <ac:spMkLst>
            <pc:docMk/>
            <pc:sldMk cId="3004127191" sldId="2147482373"/>
            <ac:spMk id="3" creationId="{6A93D950-0AD7-5922-73A3-41EDCD519AB3}"/>
          </ac:spMkLst>
        </pc:spChg>
        <pc:spChg chg="add">
          <ac:chgData name="Kristyna Ferris" userId="86aeac9f-971e-413b-9f78-ace434bd0a60" providerId="ADAL" clId="{BB1FBCEE-720A-4BC8-B896-5F1AD7000908}" dt="2026-08-24T19:17:17.356" v="8483" actId="22"/>
          <ac:spMkLst>
            <pc:docMk/>
            <pc:sldMk cId="3004127191" sldId="2147482373"/>
            <ac:spMk id="8" creationId="{D3629B3D-4254-D8AB-4E3E-9845AC195065}"/>
          </ac:spMkLst>
        </pc:spChg>
        <pc:spChg chg="mod">
          <ac:chgData name="Kristyna Ferris" userId="86aeac9f-971e-413b-9f78-ace434bd0a60" providerId="ADAL" clId="{BB1FBCEE-720A-4BC8-B896-5F1AD7000908}" dt="2026-08-26T17:25:36.197" v="8857" actId="403"/>
          <ac:spMkLst>
            <pc:docMk/>
            <pc:sldMk cId="3004127191" sldId="2147482373"/>
            <ac:spMk id="26" creationId="{2F40AEAA-30D7-7D09-5B90-CF461BE39351}"/>
          </ac:spMkLst>
        </pc:spChg>
        <pc:picChg chg="add">
          <ac:chgData name="Kristyna Ferris" userId="86aeac9f-971e-413b-9f78-ace434bd0a60" providerId="ADAL" clId="{BB1FBCEE-720A-4BC8-B896-5F1AD7000908}" dt="2026-08-24T19:17:17.356" v="8483" actId="22"/>
          <ac:picMkLst>
            <pc:docMk/>
            <pc:sldMk cId="3004127191" sldId="2147482373"/>
            <ac:picMk id="12" creationId="{33655376-B5E0-0AA5-6072-4834DBA42221}"/>
          </ac:picMkLst>
        </pc:picChg>
        <pc:picChg chg="add mod">
          <ac:chgData name="Kristyna Ferris" userId="86aeac9f-971e-413b-9f78-ace434bd0a60" providerId="ADAL" clId="{BB1FBCEE-720A-4BC8-B896-5F1AD7000908}" dt="2026-08-24T19:18:29.701" v="8659" actId="1076"/>
          <ac:picMkLst>
            <pc:docMk/>
            <pc:sldMk cId="3004127191" sldId="2147482373"/>
            <ac:picMk id="13" creationId="{16D20DE1-2674-1507-A55A-8E9829C7C0DC}"/>
          </ac:picMkLst>
        </pc:picChg>
      </pc:sldChg>
      <pc:sldChg chg="modSp add mod ord">
        <pc:chgData name="Kristyna Ferris" userId="86aeac9f-971e-413b-9f78-ace434bd0a60" providerId="ADAL" clId="{BB1FBCEE-720A-4BC8-B896-5F1AD7000908}" dt="2026-08-26T17:22:11.098" v="8799" actId="14100"/>
        <pc:sldMkLst>
          <pc:docMk/>
          <pc:sldMk cId="8552596" sldId="2147482374"/>
        </pc:sldMkLst>
        <pc:spChg chg="mod">
          <ac:chgData name="Kristyna Ferris" userId="86aeac9f-971e-413b-9f78-ace434bd0a60" providerId="ADAL" clId="{BB1FBCEE-720A-4BC8-B896-5F1AD7000908}" dt="2026-08-26T17:21:41.080" v="8788" actId="20577"/>
          <ac:spMkLst>
            <pc:docMk/>
            <pc:sldMk cId="8552596" sldId="2147482374"/>
            <ac:spMk id="5" creationId="{48342ED7-AD8D-DE1D-3F3F-C104B0B2946E}"/>
          </ac:spMkLst>
        </pc:spChg>
        <pc:spChg chg="mod">
          <ac:chgData name="Kristyna Ferris" userId="86aeac9f-971e-413b-9f78-ace434bd0a60" providerId="ADAL" clId="{BB1FBCEE-720A-4BC8-B896-5F1AD7000908}" dt="2026-08-26T17:22:11.098" v="8799" actId="14100"/>
          <ac:spMkLst>
            <pc:docMk/>
            <pc:sldMk cId="8552596" sldId="2147482374"/>
            <ac:spMk id="19" creationId="{98019952-4C5A-932E-502F-19B56BFD84E3}"/>
          </ac:spMkLst>
        </pc:spChg>
      </pc:sldChg>
      <pc:sldMasterChg chg="modTransition delSldLayout modSldLayout">
        <pc:chgData name="Kristyna Ferris" userId="86aeac9f-971e-413b-9f78-ace434bd0a60" providerId="ADAL" clId="{BB1FBCEE-720A-4BC8-B896-5F1AD7000908}" dt="2026-08-22T23:20:50.403" v="2508" actId="47"/>
        <pc:sldMasterMkLst>
          <pc:docMk/>
          <pc:sldMasterMk cId="3793594815" sldId="2147483702"/>
        </pc:sldMasterMkLst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hyperlink" Target="https://dataonwheels.wordpress.com/" TargetMode="External"/><Relationship Id="rId5" Type="http://schemas.openxmlformats.org/officeDocument/2006/relationships/image" Target="../media/image26.svg"/><Relationship Id="rId4" Type="http://schemas.microsoft.com/office/2007/relationships/hdphoto" Target="../media/hdphoto1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ataonwheels.wordpress.com/" TargetMode="External"/><Relationship Id="rId1" Type="http://schemas.openxmlformats.org/officeDocument/2006/relationships/image" Target="../media/image24.svg"/><Relationship Id="rId5" Type="http://schemas.openxmlformats.org/officeDocument/2006/relationships/image" Target="../media/image26.svg"/><Relationship Id="rId4" Type="http://schemas.microsoft.com/office/2007/relationships/hdphoto" Target="../media/hdphoto1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C9186-53B8-48DE-BF73-99C92B55F469}" type="doc">
      <dgm:prSet loTypeId="urn:microsoft.com/office/officeart/2005/8/layout/vList3" loCatId="list" qsTypeId="urn:microsoft.com/office/officeart/2005/8/quickstyle/simple4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1A741F06-3CEC-4081-A5C1-4646B2999E0E}">
      <dgm:prSet custT="1"/>
      <dgm:spPr/>
      <dgm:t>
        <a:bodyPr anchor="ctr"/>
        <a:lstStyle/>
        <a:p>
          <a:pPr algn="r"/>
          <a:r>
            <a:rPr lang="en-US" sz="2800" dirty="0"/>
            <a:t>     </a:t>
          </a:r>
          <a:r>
            <a:rPr lang="en-US" sz="24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800" dirty="0"/>
        </a:p>
      </dgm:t>
    </dgm:pt>
    <dgm:pt modelId="{CA9E987D-4CED-408C-8214-EB14792CAD7A}" type="parTrans" cxnId="{F1615DFE-2AC1-40E3-95A7-719EEB961071}">
      <dgm:prSet/>
      <dgm:spPr/>
      <dgm:t>
        <a:bodyPr/>
        <a:lstStyle/>
        <a:p>
          <a:endParaRPr lang="en-US"/>
        </a:p>
      </dgm:t>
    </dgm:pt>
    <dgm:pt modelId="{3F65FFCB-2E14-484E-8FC4-3EF9E02677A5}" type="sibTrans" cxnId="{F1615DFE-2AC1-40E3-95A7-719EEB961071}">
      <dgm:prSet/>
      <dgm:spPr/>
      <dgm:t>
        <a:bodyPr/>
        <a:lstStyle/>
        <a:p>
          <a:endParaRPr lang="en-US"/>
        </a:p>
      </dgm:t>
    </dgm:pt>
    <dgm:pt modelId="{11D0A9B0-4F99-450C-A393-AAD54CC7D57B}">
      <dgm:prSet custT="1"/>
      <dgm:spPr/>
      <dgm:t>
        <a:bodyPr anchor="ctr"/>
        <a:lstStyle/>
        <a:p>
          <a:pPr algn="r"/>
          <a:r>
            <a:rPr lang="en-US" sz="3200" dirty="0"/>
            <a:t>   kristyna@dataonwheels.com</a:t>
          </a:r>
        </a:p>
      </dgm:t>
    </dgm:pt>
    <dgm:pt modelId="{D41CEB21-EBD6-47BB-93D7-B72EFBAB65B5}" type="parTrans" cxnId="{3F5EFE0B-4E51-45B0-B616-45D1E0AAD1A6}">
      <dgm:prSet/>
      <dgm:spPr/>
      <dgm:t>
        <a:bodyPr/>
        <a:lstStyle/>
        <a:p>
          <a:endParaRPr lang="en-US"/>
        </a:p>
      </dgm:t>
    </dgm:pt>
    <dgm:pt modelId="{E26448A3-5BA9-4D94-ACDC-6F845B6978B8}" type="sibTrans" cxnId="{3F5EFE0B-4E51-45B0-B616-45D1E0AAD1A6}">
      <dgm:prSet/>
      <dgm:spPr/>
      <dgm:t>
        <a:bodyPr/>
        <a:lstStyle/>
        <a:p>
          <a:endParaRPr lang="en-US"/>
        </a:p>
      </dgm:t>
    </dgm:pt>
    <dgm:pt modelId="{361231F2-7620-401E-B7B2-504A39FE9428}">
      <dgm:prSet custT="1"/>
      <dgm:spPr/>
      <dgm:t>
        <a:bodyPr/>
        <a:lstStyle/>
        <a:p>
          <a:r>
            <a:rPr lang="en-US" sz="3200" dirty="0"/>
            <a:t>@data_dragoness</a:t>
          </a:r>
        </a:p>
      </dgm:t>
    </dgm:pt>
    <dgm:pt modelId="{B6BE5CFA-0405-4CA0-A317-68124E78F770}" type="parTrans" cxnId="{FA4AFA78-33A1-4D5C-A316-CC74E84CAF36}">
      <dgm:prSet/>
      <dgm:spPr/>
      <dgm:t>
        <a:bodyPr/>
        <a:lstStyle/>
        <a:p>
          <a:endParaRPr lang="en-US"/>
        </a:p>
      </dgm:t>
    </dgm:pt>
    <dgm:pt modelId="{A2F560F2-8FB5-4EF1-93CC-39928A0172E4}" type="sibTrans" cxnId="{FA4AFA78-33A1-4D5C-A316-CC74E84CAF36}">
      <dgm:prSet/>
      <dgm:spPr/>
      <dgm:t>
        <a:bodyPr/>
        <a:lstStyle/>
        <a:p>
          <a:endParaRPr lang="en-US"/>
        </a:p>
      </dgm:t>
    </dgm:pt>
    <dgm:pt modelId="{C08BFA66-9B75-4031-B345-700AC29B8191}" type="pres">
      <dgm:prSet presAssocID="{831C9186-53B8-48DE-BF73-99C92B55F469}" presName="linearFlow" presStyleCnt="0">
        <dgm:presLayoutVars>
          <dgm:dir/>
          <dgm:resizeHandles val="exact"/>
        </dgm:presLayoutVars>
      </dgm:prSet>
      <dgm:spPr/>
    </dgm:pt>
    <dgm:pt modelId="{BC29B2E5-8B22-4FD5-95F5-9B2717FBFF02}" type="pres">
      <dgm:prSet presAssocID="{361231F2-7620-401E-B7B2-504A39FE9428}" presName="composite" presStyleCnt="0"/>
      <dgm:spPr/>
    </dgm:pt>
    <dgm:pt modelId="{90975B01-8C93-40D1-9B05-BEEC17814EE0}" type="pres">
      <dgm:prSet presAssocID="{361231F2-7620-401E-B7B2-504A39FE9428}" presName="imgShp" presStyleLbl="fgImgPlace1" presStyleIdx="0" presStyleCnt="3" custLinFactX="-13850" custLinFactNeighborX="-100000" custLinFactNeighborY="298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row outline"/>
        </a:ext>
      </dgm:extLst>
    </dgm:pt>
    <dgm:pt modelId="{98D19BCF-6FD4-4E0D-A5EB-2EFCE077C912}" type="pres">
      <dgm:prSet presAssocID="{361231F2-7620-401E-B7B2-504A39FE9428}" presName="txShp" presStyleLbl="node1" presStyleIdx="0" presStyleCnt="3" custScaleX="150376" custLinFactNeighborX="359" custLinFactNeighborY="10665">
        <dgm:presLayoutVars>
          <dgm:bulletEnabled val="1"/>
        </dgm:presLayoutVars>
      </dgm:prSet>
      <dgm:spPr/>
    </dgm:pt>
    <dgm:pt modelId="{7F645754-F307-424E-975B-0EE5BEB2BB9A}" type="pres">
      <dgm:prSet presAssocID="{A2F560F2-8FB5-4EF1-93CC-39928A0172E4}" presName="spacing" presStyleCnt="0"/>
      <dgm:spPr/>
    </dgm:pt>
    <dgm:pt modelId="{8C18EA9B-8166-4E2E-96A8-0F5658B698BD}" type="pres">
      <dgm:prSet presAssocID="{1A741F06-3CEC-4081-A5C1-4646B2999E0E}" presName="composite" presStyleCnt="0"/>
      <dgm:spPr/>
    </dgm:pt>
    <dgm:pt modelId="{9C365CB5-B72D-40DB-8732-528E8FDA5750}" type="pres">
      <dgm:prSet presAssocID="{1A741F06-3CEC-4081-A5C1-4646B2999E0E}" presName="imgShp" presStyleLbl="fgImgPlace1" presStyleIdx="1" presStyleCnt="3" custScaleX="80563" custScaleY="71874" custLinFactNeighborX="-19334" custLinFactNeighborY="-524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</dgm:spPr>
    </dgm:pt>
    <dgm:pt modelId="{51BD5739-4267-4BED-BB3F-56D801D622EA}" type="pres">
      <dgm:prSet presAssocID="{1A741F06-3CEC-4081-A5C1-4646B2999E0E}" presName="txShp" presStyleLbl="node1" presStyleIdx="1" presStyleCnt="3" custScaleX="150376" custLinFactNeighborX="11144" custLinFactNeighborY="-524">
        <dgm:presLayoutVars>
          <dgm:bulletEnabled val="1"/>
        </dgm:presLayoutVars>
      </dgm:prSet>
      <dgm:spPr/>
    </dgm:pt>
    <dgm:pt modelId="{8F5CB601-C35E-4D1F-9CD2-CB07F342EFA5}" type="pres">
      <dgm:prSet presAssocID="{3F65FFCB-2E14-484E-8FC4-3EF9E02677A5}" presName="spacing" presStyleCnt="0"/>
      <dgm:spPr/>
    </dgm:pt>
    <dgm:pt modelId="{2A621669-F974-486F-B0CC-D5279C1A8993}" type="pres">
      <dgm:prSet presAssocID="{11D0A9B0-4F99-450C-A393-AAD54CC7D57B}" presName="composite" presStyleCnt="0"/>
      <dgm:spPr/>
    </dgm:pt>
    <dgm:pt modelId="{7495D3D5-9185-4FC6-99EF-F6D4AFA7B3DC}" type="pres">
      <dgm:prSet presAssocID="{11D0A9B0-4F99-450C-A393-AAD54CC7D57B}" presName="imgShp" presStyleLbl="fgImgPlace1" presStyleIdx="2" presStyleCnt="3" custLinFactX="-9219" custLinFactNeighborX="-100000" custLinFactNeighborY="3010"/>
      <dgm:spPr>
        <a:xfrm>
          <a:off x="0" y="3731483"/>
          <a:ext cx="1434053" cy="14340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 outline"/>
        </a:ext>
      </dgm:extLst>
    </dgm:pt>
    <dgm:pt modelId="{36DCB59B-7B0E-4CC8-B732-4523363D854A}" type="pres">
      <dgm:prSet presAssocID="{11D0A9B0-4F99-450C-A393-AAD54CC7D57B}" presName="txShp" presStyleLbl="node1" presStyleIdx="2" presStyleCnt="3" custScaleX="148443">
        <dgm:presLayoutVars>
          <dgm:bulletEnabled val="1"/>
        </dgm:presLayoutVars>
      </dgm:prSet>
      <dgm:spPr/>
    </dgm:pt>
  </dgm:ptLst>
  <dgm:cxnLst>
    <dgm:cxn modelId="{3F5EFE0B-4E51-45B0-B616-45D1E0AAD1A6}" srcId="{831C9186-53B8-48DE-BF73-99C92B55F469}" destId="{11D0A9B0-4F99-450C-A393-AAD54CC7D57B}" srcOrd="2" destOrd="0" parTransId="{D41CEB21-EBD6-47BB-93D7-B72EFBAB65B5}" sibTransId="{E26448A3-5BA9-4D94-ACDC-6F845B6978B8}"/>
    <dgm:cxn modelId="{FF10A413-67B3-40E9-A658-956F4DAFBCDF}" type="presOf" srcId="{11D0A9B0-4F99-450C-A393-AAD54CC7D57B}" destId="{36DCB59B-7B0E-4CC8-B732-4523363D854A}" srcOrd="0" destOrd="0" presId="urn:microsoft.com/office/officeart/2005/8/layout/vList3"/>
    <dgm:cxn modelId="{634AA32A-33B7-46B2-B40E-BEB039B75FE0}" type="presOf" srcId="{1A741F06-3CEC-4081-A5C1-4646B2999E0E}" destId="{51BD5739-4267-4BED-BB3F-56D801D622EA}" srcOrd="0" destOrd="0" presId="urn:microsoft.com/office/officeart/2005/8/layout/vList3"/>
    <dgm:cxn modelId="{FA4AFA78-33A1-4D5C-A316-CC74E84CAF36}" srcId="{831C9186-53B8-48DE-BF73-99C92B55F469}" destId="{361231F2-7620-401E-B7B2-504A39FE9428}" srcOrd="0" destOrd="0" parTransId="{B6BE5CFA-0405-4CA0-A317-68124E78F770}" sibTransId="{A2F560F2-8FB5-4EF1-93CC-39928A0172E4}"/>
    <dgm:cxn modelId="{57BD8F7C-EA18-4EB9-BF59-3A9D43780502}" type="presOf" srcId="{361231F2-7620-401E-B7B2-504A39FE9428}" destId="{98D19BCF-6FD4-4E0D-A5EB-2EFCE077C912}" srcOrd="0" destOrd="0" presId="urn:microsoft.com/office/officeart/2005/8/layout/vList3"/>
    <dgm:cxn modelId="{1373BEF1-7F24-4A09-B6DF-9256A58FA283}" type="presOf" srcId="{831C9186-53B8-48DE-BF73-99C92B55F469}" destId="{C08BFA66-9B75-4031-B345-700AC29B8191}" srcOrd="0" destOrd="0" presId="urn:microsoft.com/office/officeart/2005/8/layout/vList3"/>
    <dgm:cxn modelId="{F1615DFE-2AC1-40E3-95A7-719EEB961071}" srcId="{831C9186-53B8-48DE-BF73-99C92B55F469}" destId="{1A741F06-3CEC-4081-A5C1-4646B2999E0E}" srcOrd="1" destOrd="0" parTransId="{CA9E987D-4CED-408C-8214-EB14792CAD7A}" sibTransId="{3F65FFCB-2E14-484E-8FC4-3EF9E02677A5}"/>
    <dgm:cxn modelId="{C1C5AD4A-1AC0-4C0D-9B20-58E02EFD4A00}" type="presParOf" srcId="{C08BFA66-9B75-4031-B345-700AC29B8191}" destId="{BC29B2E5-8B22-4FD5-95F5-9B2717FBFF02}" srcOrd="0" destOrd="0" presId="urn:microsoft.com/office/officeart/2005/8/layout/vList3"/>
    <dgm:cxn modelId="{E859314D-23E5-4580-853C-1676F1D7398D}" type="presParOf" srcId="{BC29B2E5-8B22-4FD5-95F5-9B2717FBFF02}" destId="{90975B01-8C93-40D1-9B05-BEEC17814EE0}" srcOrd="0" destOrd="0" presId="urn:microsoft.com/office/officeart/2005/8/layout/vList3"/>
    <dgm:cxn modelId="{884B07B0-7303-4493-A181-6BC8F2D207F7}" type="presParOf" srcId="{BC29B2E5-8B22-4FD5-95F5-9B2717FBFF02}" destId="{98D19BCF-6FD4-4E0D-A5EB-2EFCE077C912}" srcOrd="1" destOrd="0" presId="urn:microsoft.com/office/officeart/2005/8/layout/vList3"/>
    <dgm:cxn modelId="{D4DF6AF7-1AB0-4C55-9046-2A6D1790F9C7}" type="presParOf" srcId="{C08BFA66-9B75-4031-B345-700AC29B8191}" destId="{7F645754-F307-424E-975B-0EE5BEB2BB9A}" srcOrd="1" destOrd="0" presId="urn:microsoft.com/office/officeart/2005/8/layout/vList3"/>
    <dgm:cxn modelId="{4E203AE4-7FF1-4D9C-BD94-D32CD9E355C3}" type="presParOf" srcId="{C08BFA66-9B75-4031-B345-700AC29B8191}" destId="{8C18EA9B-8166-4E2E-96A8-0F5658B698BD}" srcOrd="2" destOrd="0" presId="urn:microsoft.com/office/officeart/2005/8/layout/vList3"/>
    <dgm:cxn modelId="{5AB81220-F5F6-4140-A3A3-C8713A41951D}" type="presParOf" srcId="{8C18EA9B-8166-4E2E-96A8-0F5658B698BD}" destId="{9C365CB5-B72D-40DB-8732-528E8FDA5750}" srcOrd="0" destOrd="0" presId="urn:microsoft.com/office/officeart/2005/8/layout/vList3"/>
    <dgm:cxn modelId="{79C43560-9ACA-4A2A-96ED-75A871BFA21B}" type="presParOf" srcId="{8C18EA9B-8166-4E2E-96A8-0F5658B698BD}" destId="{51BD5739-4267-4BED-BB3F-56D801D622EA}" srcOrd="1" destOrd="0" presId="urn:microsoft.com/office/officeart/2005/8/layout/vList3"/>
    <dgm:cxn modelId="{7CE7B8C4-3237-4058-B9D3-DA45CC7BEB7A}" type="presParOf" srcId="{C08BFA66-9B75-4031-B345-700AC29B8191}" destId="{8F5CB601-C35E-4D1F-9CD2-CB07F342EFA5}" srcOrd="3" destOrd="0" presId="urn:microsoft.com/office/officeart/2005/8/layout/vList3"/>
    <dgm:cxn modelId="{D7896E66-067E-4D69-B63D-C76089134A54}" type="presParOf" srcId="{C08BFA66-9B75-4031-B345-700AC29B8191}" destId="{2A621669-F974-486F-B0CC-D5279C1A8993}" srcOrd="4" destOrd="0" presId="urn:microsoft.com/office/officeart/2005/8/layout/vList3"/>
    <dgm:cxn modelId="{5A6CCE06-C29A-4244-9178-F1107D263CFB}" type="presParOf" srcId="{2A621669-F974-486F-B0CC-D5279C1A8993}" destId="{7495D3D5-9185-4FC6-99EF-F6D4AFA7B3DC}" srcOrd="0" destOrd="0" presId="urn:microsoft.com/office/officeart/2005/8/layout/vList3"/>
    <dgm:cxn modelId="{103D00E4-EE2D-41E7-A78E-1E4EABB71AC6}" type="presParOf" srcId="{2A621669-F974-486F-B0CC-D5279C1A8993}" destId="{36DCB59B-7B0E-4CC8-B732-4523363D854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9BCF-6FD4-4E0D-A5EB-2EFCE077C912}">
      <dsp:nvSpPr>
        <dsp:cNvPr id="0" name=""/>
        <dsp:cNvSpPr/>
      </dsp:nvSpPr>
      <dsp:spPr>
        <a:xfrm rot="10800000">
          <a:off x="-1" y="155392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@data_dragoness</a:t>
          </a:r>
        </a:p>
      </dsp:txBody>
      <dsp:txXfrm rot="10800000">
        <a:off x="361835" y="155392"/>
        <a:ext cx="7239763" cy="1447346"/>
      </dsp:txXfrm>
    </dsp:sp>
    <dsp:sp modelId="{90975B01-8C93-40D1-9B05-BEEC17814EE0}">
      <dsp:nvSpPr>
        <dsp:cNvPr id="0" name=""/>
        <dsp:cNvSpPr/>
      </dsp:nvSpPr>
      <dsp:spPr>
        <a:xfrm>
          <a:off x="0" y="44265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1BD5739-4267-4BED-BB3F-56D801D622EA}">
      <dsp:nvSpPr>
        <dsp:cNvPr id="0" name=""/>
        <dsp:cNvSpPr/>
      </dsp:nvSpPr>
      <dsp:spPr>
        <a:xfrm rot="10800000">
          <a:off x="-1" y="1872839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  </a:t>
          </a:r>
          <a:r>
            <a:rPr lang="en-US" sz="2400" kern="120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800" kern="1200" dirty="0"/>
        </a:p>
      </dsp:txBody>
      <dsp:txXfrm rot="10800000">
        <a:off x="361835" y="1872839"/>
        <a:ext cx="7239763" cy="1447346"/>
      </dsp:txXfrm>
    </dsp:sp>
    <dsp:sp modelId="{9C365CB5-B72D-40DB-8732-528E8FDA5750}">
      <dsp:nvSpPr>
        <dsp:cNvPr id="0" name=""/>
        <dsp:cNvSpPr/>
      </dsp:nvSpPr>
      <dsp:spPr>
        <a:xfrm>
          <a:off x="410424" y="2076380"/>
          <a:ext cx="1166026" cy="104026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DCB59B-7B0E-4CC8-B732-4523363D854A}">
      <dsp:nvSpPr>
        <dsp:cNvPr id="0" name=""/>
        <dsp:cNvSpPr/>
      </dsp:nvSpPr>
      <dsp:spPr>
        <a:xfrm rot="10800000">
          <a:off x="48855" y="3759814"/>
          <a:ext cx="7503884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21920" rIns="227584" bIns="121920" numCol="1" spcCol="1270" anchor="ctr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   kristyna@dataonwheels.com</a:t>
          </a:r>
        </a:p>
      </dsp:txBody>
      <dsp:txXfrm rot="10800000">
        <a:off x="410691" y="3759814"/>
        <a:ext cx="7142048" cy="1447346"/>
      </dsp:txXfrm>
    </dsp:sp>
    <dsp:sp modelId="{7495D3D5-9185-4FC6-99EF-F6D4AFA7B3DC}">
      <dsp:nvSpPr>
        <dsp:cNvPr id="0" name=""/>
        <dsp:cNvSpPr/>
      </dsp:nvSpPr>
      <dsp:spPr>
        <a:xfrm>
          <a:off x="0" y="3760848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A4F6D-F7EB-0F4A-A981-95137ADA69A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A35C1-8278-9748-8225-80C021D66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9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ypographysmith.com/font-recommendations/top-10-dyslexia-friendly-fo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fonts.google.com/specimen/Atkinson+Hyperlegible?preview.script=Latn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admin/tenant-settings-index?source=recommendation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admin/tenant-settings-index?source=recommendation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admin/tenant-settings-index?source=recommendations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admin/tenant-settings-index?source=recommendation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admin/tenant-settings-index?source=recommendations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toolbox/blob/main/monitoring/fabric-unified-admin-monitoring/how-to/How_to_deploy_FUAM.md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toolbox/tree/main/monitoring/fabric-unified-admin-monitoring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toolbox/tree/main/monitoring/fabric-unified-admin-monitoring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017B-1703-FAE0-963B-A872FF36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8C013-C586-6F75-4484-4B999B7AD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5F174-BA68-F0FC-EED2-0A1069E67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Top 10 Dyslexia-Friendly Fonts for 2026 | </a:t>
            </a:r>
            <a:r>
              <a:rPr lang="en-US" dirty="0" err="1">
                <a:hlinkClick r:id="rId3"/>
              </a:rPr>
              <a:t>TypeSmith</a:t>
            </a:r>
            <a:r>
              <a:rPr lang="en-US" dirty="0">
                <a:hlinkClick r:id="rId3"/>
              </a:rPr>
              <a:t> | </a:t>
            </a:r>
            <a:r>
              <a:rPr lang="en-US" dirty="0" err="1">
                <a:hlinkClick r:id="rId3"/>
              </a:rPr>
              <a:t>TypeSmith</a:t>
            </a:r>
            <a:endParaRPr lang="en-US" dirty="0"/>
          </a:p>
          <a:p>
            <a:r>
              <a:rPr lang="en-US" dirty="0"/>
              <a:t>Download the font from </a:t>
            </a:r>
            <a:r>
              <a:rPr lang="en-US" dirty="0">
                <a:hlinkClick r:id="rId4"/>
              </a:rPr>
              <a:t>Atkinson Hyperlegible - Google Fonts</a:t>
            </a:r>
            <a:r>
              <a:rPr lang="en-US" dirty="0"/>
              <a:t> </a:t>
            </a:r>
          </a:p>
          <a:p>
            <a:r>
              <a:rPr lang="en-US" dirty="0"/>
              <a:t>Extract the files</a:t>
            </a:r>
          </a:p>
          <a:p>
            <a:r>
              <a:rPr lang="en-US" dirty="0"/>
              <a:t>Go to computer settings &gt; personalization &gt; fonts and drop in the files</a:t>
            </a:r>
          </a:p>
          <a:p>
            <a:r>
              <a:rPr lang="en-US" dirty="0"/>
              <a:t>Navigate to Power Point Master Slide</a:t>
            </a:r>
          </a:p>
          <a:p>
            <a:r>
              <a:rPr lang="en-US" dirty="0"/>
              <a:t>Change the font to use Open Dyslexic for the headers and body</a:t>
            </a:r>
          </a:p>
          <a:p>
            <a:r>
              <a:rPr lang="en-US" dirty="0"/>
              <a:t>Done!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2C316-4A8D-9F4A-46AD-B3172B689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63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A35C1-8278-9748-8225-80C021D66B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02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9172-EE2D-AEA3-752B-F48DA318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9C769-D55F-3BCD-4AD6-A577CECD4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F2AFA-3BC4-204C-C581-AB451872F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02B66-4C3E-6F56-B73E-33976397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A35C1-8278-9748-8225-80C021D66B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20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58B5-0861-F937-2AA5-E0891B85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D6FA2-7C3D-EA78-6E08-78E5BF255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0DF98-31EB-7D04-1B3C-2397D26BB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58640-C906-9EC9-6D10-4BE287D05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A35C1-8278-9748-8225-80C021D66B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2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6285-7DF7-FC6A-2012-7189CBAB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F6A3A-BCA0-D359-B875-83889A316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8E0FF-63F6-75D3-C6F0-E38013026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2FDE9-111C-276D-82D2-EACA02EFA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A35C1-8278-9748-8225-80C021D66B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53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Tenant Setting Index: </a:t>
            </a:r>
            <a:r>
              <a:rPr lang="en-US" dirty="0">
                <a:hlinkClick r:id="rId3"/>
              </a:rPr>
              <a:t>Tenant settings index - Microsoft Fabric | Microsoft Learn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Easier to grab via the markdown file (click the three dots next to the title on the page then hit copy markdown)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Setting Index: </a:t>
            </a:r>
            <a:r>
              <a:rPr lang="en-US" dirty="0">
                <a:hlinkClick r:id="rId3"/>
              </a:rPr>
              <a:t>Tenant settings index - Microsoft Fabric | Microsoft Learn</a:t>
            </a:r>
            <a:endParaRPr lang="en-US" dirty="0"/>
          </a:p>
          <a:p>
            <a:r>
              <a:rPr lang="en-US" dirty="0"/>
              <a:t>Easier to grab via the markdown file (click the three dots next to the title on the page then hit copy markdown)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6E3F-E88E-3E13-18C6-47E629C5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D9C30-ACA5-7200-2702-987794821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A277B-07A8-D36E-4A02-C26C9F71C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Setting Index: </a:t>
            </a:r>
            <a:r>
              <a:rPr lang="en-US" dirty="0">
                <a:hlinkClick r:id="rId3"/>
              </a:rPr>
              <a:t>Tenant settings index - Microsoft Fabric | Microsoft Learn</a:t>
            </a:r>
            <a:endParaRPr lang="en-US" dirty="0"/>
          </a:p>
          <a:p>
            <a:r>
              <a:rPr lang="en-US" dirty="0"/>
              <a:t>Easier to grab via the markdown file (click the three dots next to the title on the page then hit copy markdown)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A7501-BDF1-8496-105E-E85176F68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64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F774-4537-861C-0A50-A6337937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E0EFC-F7B7-CA00-8952-1922718C5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9E619-A88D-858A-9904-40E148CA8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Setting Index: </a:t>
            </a:r>
            <a:r>
              <a:rPr lang="en-US" dirty="0">
                <a:hlinkClick r:id="rId3"/>
              </a:rPr>
              <a:t>Tenant settings index - Microsoft Fabric | Microsoft Learn</a:t>
            </a:r>
            <a:endParaRPr lang="en-US" dirty="0"/>
          </a:p>
          <a:p>
            <a:r>
              <a:rPr lang="en-US" dirty="0"/>
              <a:t>Easier to grab via the markdown file (click the three dots next to the title on the page then hit copy markdown)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26EC6-10AC-3B12-DCB3-C79FC61A5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01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FFBA0-D703-D4B1-3684-AB3029A3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0571B-F40B-6092-C35F-9B3BCBC6C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0C5C2-1DD5-B8E8-111B-9C2AD4BEC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Setting Index: </a:t>
            </a:r>
            <a:r>
              <a:rPr lang="en-US" dirty="0">
                <a:hlinkClick r:id="rId3"/>
              </a:rPr>
              <a:t>Tenant settings index - Microsoft Fabric | Microsoft Learn</a:t>
            </a:r>
            <a:endParaRPr lang="en-US" dirty="0"/>
          </a:p>
          <a:p>
            <a:r>
              <a:rPr lang="en-US" dirty="0"/>
              <a:t>Easier to grab via the markdown file (click the three dots next to the title on the page then hit copy markdown)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A767-7AAF-E408-E42A-069A12EFD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9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8FB24-BA08-163E-B1AD-16F12484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199AD-4B3E-AAFC-2582-638ABF832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30960-117C-9753-C557-CB891EB5E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9A052-AC6D-ACC2-5201-EE364620A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6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Capacity Metrics App is your primary weapon as a Sworn Defender. </a:t>
            </a:r>
          </a:p>
          <a:p>
            <a:r>
              <a:rPr lang="en-US" dirty="0"/>
              <a:t>It's free, it's from Microsoft, and it gives you the detailed consumption data you need. </a:t>
            </a:r>
          </a:p>
          <a:p>
            <a:r>
              <a:rPr lang="en-US" dirty="0"/>
              <a:t>You can see which semantic models, which dataflows, which operations are consuming the most. </a:t>
            </a:r>
          </a:p>
          <a:p>
            <a:r>
              <a:rPr lang="en-US" dirty="0"/>
              <a:t>If you haven't installed it yet, that's your number one action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FUAM is the Fabric Unified Admin Monitoring solution from Microsoft's fabric-toolbox repo. </a:t>
            </a:r>
          </a:p>
          <a:p>
            <a:r>
              <a:rPr lang="en-US" dirty="0"/>
              <a:t>It's community-supported, not an official product, but it's powerful. </a:t>
            </a:r>
          </a:p>
          <a:p>
            <a:r>
              <a:rPr lang="en-US" dirty="0"/>
              <a:t>It pulls together tenant settings, activity logs, workspaces, capacities, and CU utilization into a single lakehouse with DirectLake reports on top. </a:t>
            </a:r>
          </a:p>
          <a:p>
            <a:r>
              <a:rPr lang="en-US" dirty="0"/>
              <a:t>The big value: it gives you long-term CU tracking that the Capacity Metrics App alone doesn't provide. </a:t>
            </a:r>
          </a:p>
          <a:p>
            <a:r>
              <a:rPr lang="en-US" dirty="0"/>
              <a:t>The risk: it depends on Capacity Metrics App internals that can change, and some features are still listed as coming soon. </a:t>
            </a:r>
          </a:p>
          <a:p>
            <a:r>
              <a:rPr lang="en-US" dirty="0"/>
              <a:t>Worth the investment if you want a unified admin view.</a:t>
            </a:r>
          </a:p>
          <a:p>
            <a:endParaRPr lang="en-US" dirty="0"/>
          </a:p>
          <a:p>
            <a:r>
              <a:rPr lang="en-US" dirty="0"/>
              <a:t>NOTE takes </a:t>
            </a:r>
            <a:r>
              <a:rPr lang="en-US"/>
              <a:t>about 90 </a:t>
            </a:r>
            <a:r>
              <a:rPr lang="en-US" dirty="0"/>
              <a:t>minutes to set up and you need a lot </a:t>
            </a:r>
            <a:r>
              <a:rPr lang="en-US"/>
              <a:t>of credentials to do so. </a:t>
            </a:r>
            <a:endParaRPr lang="en-US" dirty="0"/>
          </a:p>
          <a:p>
            <a:r>
              <a:rPr lang="en-US" dirty="0">
                <a:hlinkClick r:id="rId3"/>
              </a:rPr>
              <a:t>fabric-toolbox/monitoring/fabric-unified-admin-monitoring/how-to/How_to_deploy_FUAM.md at main · </a:t>
            </a:r>
            <a:r>
              <a:rPr lang="en-US" dirty="0" err="1">
                <a:hlinkClick r:id="rId3"/>
              </a:rPr>
              <a:t>microsoft</a:t>
            </a:r>
            <a:r>
              <a:rPr lang="en-US" dirty="0">
                <a:hlinkClick r:id="rId3"/>
              </a:rPr>
              <a:t>/fabric-toolbox · 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Fabric Platform Monitoring is the most comprehensive of the three - it pulls from four different data sources into a single Eventhouse using KQL. </a:t>
            </a:r>
          </a:p>
          <a:p>
            <a:r>
              <a:rPr lang="en-US" dirty="0"/>
              <a:t>You get near-real-time capacity monitoring via Eventstreams, activity logs with retention beyond 30 days, on-prem gateway monitoring, and tenant inventory. </a:t>
            </a:r>
          </a:p>
          <a:p>
            <a:r>
              <a:rPr lang="en-US" dirty="0"/>
              <a:t>The catch: it needs F8 capacity minimum, F16 recommended, which is the highest cost floor. </a:t>
            </a:r>
          </a:p>
          <a:p>
            <a:r>
              <a:rPr lang="en-US" dirty="0"/>
              <a:t>Setup involves a Service Principal, Key Vault, and tenant admin configuration. </a:t>
            </a:r>
          </a:p>
          <a:p>
            <a:r>
              <a:rPr lang="en-US" dirty="0"/>
              <a:t>And the capacity events feature it depends on is still in public preview. </a:t>
            </a:r>
          </a:p>
          <a:p>
            <a:r>
              <a:rPr lang="en-US" dirty="0"/>
              <a:t>This is the heavy artillery! Powerful, but make sure you're ready for the setup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Fabric Cost Analysis follows the money. </a:t>
            </a:r>
          </a:p>
          <a:p>
            <a:r>
              <a:rPr lang="en-US" dirty="0"/>
              <a:t>It pulls from Azure Cost Management using the FOCUS billing standard and visualizes your Fabric spending (reservation efficiency, capacity utilization, cost trends). </a:t>
            </a:r>
          </a:p>
          <a:p>
            <a:r>
              <a:rPr lang="en-US" dirty="0"/>
              <a:t>It even includes a FinOps maturity score and a natural-language Data Agent for ad-hoc cost questions. </a:t>
            </a:r>
          </a:p>
          <a:p>
            <a:r>
              <a:rPr lang="en-US" dirty="0"/>
              <a:t>The lightweight footprint is a real selling point. Only consumes roughly 2% of an F4 capacity. </a:t>
            </a:r>
          </a:p>
          <a:p>
            <a:r>
              <a:rPr lang="en-US" dirty="0"/>
              <a:t>The limitation: it only covers Fabric costs, not broader Azure, so it's a complement to your Azure cost management, not a replacement. </a:t>
            </a:r>
          </a:p>
          <a:p>
            <a:r>
              <a:rPr lang="en-US" dirty="0"/>
              <a:t>Great for the admin who needs to have budget conversations with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Having the tools is one thing using them strategically is what makes you a Sworn Defender. </a:t>
            </a:r>
          </a:p>
          <a:p>
            <a:r>
              <a:rPr lang="en-US" dirty="0"/>
              <a:t>Track consumption trends over weeks. Know when your tenant is busiest. </a:t>
            </a:r>
          </a:p>
          <a:p>
            <a:r>
              <a:rPr lang="en-US" dirty="0"/>
              <a:t>Have an honest conversation about SKU sizing versus workload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2AE8-780F-8FED-D062-9B9510DA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50D47-CD11-9424-66F1-9C44FE56E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FDFB1-6733-FB0D-9DD5-7F51B03A7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fabric-toolbox/monitoring/fabric-unified-admin-monitoring at main · </a:t>
            </a:r>
            <a:r>
              <a:rPr lang="en-US" dirty="0" err="1">
                <a:hlinkClick r:id="rId3"/>
              </a:rPr>
              <a:t>microsoft</a:t>
            </a:r>
            <a:r>
              <a:rPr lang="en-US" dirty="0">
                <a:hlinkClick r:id="rId3"/>
              </a:rPr>
              <a:t>/fabric-toolbox · GitHub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B9744-AD8D-030D-26D7-B3074043C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38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highest tier. </a:t>
            </a:r>
          </a:p>
          <a:p>
            <a:r>
              <a:rPr lang="en-US" dirty="0"/>
              <a:t>The Realm Protector doesn't wait for problems. </a:t>
            </a:r>
          </a:p>
          <a:p>
            <a:r>
              <a:rPr lang="en-US" dirty="0"/>
              <a:t>They build the defenses before the attack. </a:t>
            </a:r>
          </a:p>
          <a:p>
            <a:r>
              <a:rPr lang="en-US" dirty="0"/>
              <a:t>Two powerful plays: notebook guardrails that automatically cancel runaway refreshes, and notebooks that capture capacity data over time for cost trend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notebook queries running operations through the REST APIs, compares them against your thresholds, and cancels operations that breach limits. </a:t>
            </a:r>
          </a:p>
          <a:p>
            <a:r>
              <a:rPr lang="en-US" dirty="0"/>
              <a:t>Schedule it every 60 minutes and you've got an automated guardrail. The dragon gets stopped at the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Capacity Metrics App shows what's happening now but doesn't give you long-term trend data out of the box. </a:t>
            </a:r>
          </a:p>
          <a:p>
            <a:r>
              <a:rPr lang="en-US" dirty="0"/>
              <a:t>By capturing that data regularly via notebooks, you build a historical record. </a:t>
            </a:r>
          </a:p>
          <a:p>
            <a:r>
              <a:rPr lang="en-US" dirty="0"/>
              <a:t>Cost trends over months, workloads slowly consuming more, proactive budget conversations before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26E17-5AE4-99D4-33BA-CCF65EF4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AEC7A-8923-5379-58A6-DFA37EBCB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B8C07-79FF-50F5-3F1F-542FA525B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fabric-toolbox/monitoring/fabric-unified-admin-monitoring at main · </a:t>
            </a:r>
            <a:r>
              <a:rPr lang="en-US" dirty="0" err="1">
                <a:hlinkClick r:id="rId3"/>
              </a:rPr>
              <a:t>microsoft</a:t>
            </a:r>
            <a:r>
              <a:rPr lang="en-US" dirty="0">
                <a:hlinkClick r:id="rId3"/>
              </a:rPr>
              <a:t>/fabric-toolbox · GitHub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BD965-CA4D-DC7F-51A3-839664AC8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15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yourself on this path and start there. Even one step forward makes your tenant healthier.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936B-A28C-1A96-2381-A23072DF1D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8032-CBC2-17AF-8475-0D33CAB70B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EBB5-F1E4-119A-DD99-CE9E784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F3E4-6AED-C2C1-22CD-6DDF37FF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7511-ADC3-08D3-1C96-595B954D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5168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8FE2-1D11-C9BB-4769-50F159D3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0C1D-8C1D-E41D-896E-AFEDECCA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D424-5FE7-A9C9-0449-0A770C3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0E69-3B14-7DDA-99FF-908BA5F6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A6B6-7DB8-CBA4-FA58-5B136CED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46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A54C-E0BB-9B2A-671F-D82E225B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87F9-6B3C-D7A8-E1DC-115DE531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942B-25D8-59D9-AB2A-662BD452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6278-764A-0F92-7100-CBDA0E72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3A11-2135-7C94-3D70-D4463174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6124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60A3-3D76-B6EB-ED61-B6A187F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76AA-8BFE-18BF-422A-C954F62FF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A4C6-D0DE-F4E8-9F3F-710B6FDF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27C0-DD26-DFA5-E0C9-559B12F0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E5FC7-F4B0-AED8-BE74-4688FD70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00CAD-E7B9-6EEA-F476-FAF9D19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7718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497B-CD00-1E21-D503-C48003C5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A4DA8-C321-24CF-2130-972E5AF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5477-42D0-8931-1243-28CEDE8C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A838D-5752-53BB-C302-81B5A57B4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D6A8A-FD6A-FAF8-3349-721185380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40C4D-1EEC-4B8B-60D2-CE53F489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6F80-8361-624D-BE87-0E4C703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5192-C85F-66B8-F7F5-946B1181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35672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3F1-0C8A-BB78-70BE-BEF5C51A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65667-B36F-ABE7-D0C2-FED12A44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C30D-B797-0348-2377-952FA3C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C6FAB-F92A-9A45-3823-03213ED9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18405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6E47C-A774-A701-1858-FDDDFEE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9C858-D4F6-0CF3-682C-3AC192F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9881C-16D8-60B0-A68D-3908D2AE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28708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326-0548-4D72-9AD7-829ED81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A056-63B4-541B-2EAA-3918E38B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13B2-8F9F-76CB-24A6-B8E68CF8F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FFE3D-B9AD-70A9-CAC2-4780DFF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5816-0555-80E6-A6C3-DF4B7B2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9928-5761-43BB-1133-6AAC630F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70501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D3C7-1E53-0AA0-2FFF-D31088CF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0A5E-EFB3-B7A4-0C90-89522A1DD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92035-1084-4AC5-BA26-CE4F8F86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00CD-18DD-749A-86D4-152CA9C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7A577-5634-E4A1-F9BE-AB24F83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39290-53C2-44F4-7123-42262B3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4415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B169-1BEB-4423-E532-5842DE8C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F9D34-67D8-4706-993C-2BC74A00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5E2C-C6C4-F9E5-72CC-58544437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BECA-9F8E-C9F3-088C-BF7C26A5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3473-F376-ABA2-DF25-4732CA36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8389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6FF99-3A97-0EDC-F194-43D6D0A8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26A4F-DA34-5362-3A56-A7BBAB76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44A2-C13B-43C4-D44B-340EB55F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3F04-3778-D19D-1A5A-314AB038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8A62-3E12-37BA-8280-A1E4C4DE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5241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 Lis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7188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4F4E837-B477-25CB-E59D-D51511D0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47242" cy="41148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1120EEF-FE29-542E-B62F-FBA1DF0DA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46D13B-7DBD-2DFF-345B-C42514F67D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0CB4B4-607F-7FA7-219F-61A5EACD21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71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Partnership/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A5785-D0A1-3155-049E-3E6B065C8B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D4AF3-2440-4267-15A6-29BC874FF2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8433" y="2239343"/>
            <a:ext cx="9209905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9EA8E350-8FE0-C635-CEA4-E67702C20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07" t="-4663" r="8607" b="86478"/>
          <a:stretch/>
        </p:blipFill>
        <p:spPr>
          <a:xfrm>
            <a:off x="0" y="5735637"/>
            <a:ext cx="12192000" cy="1122363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064F56-7EE7-8C33-462D-DCEF0BE3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34" y="1839641"/>
            <a:ext cx="2813330" cy="365125"/>
          </a:xfrm>
          <a:prstGeom prst="rect">
            <a:avLst/>
          </a:prstGeom>
        </p:spPr>
        <p:txBody>
          <a:bodyPr lIns="0"/>
          <a:lstStyle>
            <a:lvl1pPr>
              <a:defRPr b="0" i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7893F2CA-7CEB-500D-6636-67665110625B}"/>
              </a:ext>
            </a:extLst>
          </p:cNvPr>
          <p:cNvSpPr txBox="1">
            <a:spLocks/>
          </p:cNvSpPr>
          <p:nvPr/>
        </p:nvSpPr>
        <p:spPr>
          <a:xfrm>
            <a:off x="2875125" y="5093068"/>
            <a:ext cx="218804" cy="365125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accent1"/>
                </a:solidFill>
                <a:latin typeface="Space Grotesk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60AD1-628C-5C14-AEBC-34313B6408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D2997697-FA8E-6E74-E918-1AE48E69A8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607" t="-4663" r="8607" b="86478"/>
          <a:stretch/>
        </p:blipFill>
        <p:spPr>
          <a:xfrm>
            <a:off x="0" y="5735637"/>
            <a:ext cx="12192000" cy="1122363"/>
          </a:xfrm>
          <a:prstGeom prst="rect">
            <a:avLst/>
          </a:prstGeom>
        </p:spPr>
      </p:pic>
      <p:sp>
        <p:nvSpPr>
          <p:cNvPr id="6" name="Date Placeholder 9">
            <a:extLst>
              <a:ext uri="{FF2B5EF4-FFF2-40B4-BE49-F238E27FC236}">
                <a16:creationId xmlns:a16="http://schemas.microsoft.com/office/drawing/2014/main" id="{45189008-83F1-431D-ABAA-DBB98190BF00}"/>
              </a:ext>
            </a:extLst>
          </p:cNvPr>
          <p:cNvSpPr txBox="1">
            <a:spLocks/>
          </p:cNvSpPr>
          <p:nvPr userDrawn="1"/>
        </p:nvSpPr>
        <p:spPr>
          <a:xfrm>
            <a:off x="2875125" y="5093068"/>
            <a:ext cx="218804" cy="365125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accent1"/>
                </a:solidFill>
                <a:latin typeface="Space Grotesk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89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cons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 b="0" i="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5300034-1C70-8F94-8152-2D872C0B4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1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97387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97387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28C2E57-6B66-2EDE-A231-33EE4C6664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38659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CF29EB2-553C-147C-7F22-A927426166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38659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4A9869-93B2-2F80-EC16-5348A9B0CE24}"/>
              </a:ext>
            </a:extLst>
          </p:cNvPr>
          <p:cNvCxnSpPr>
            <a:cxnSpLocks/>
          </p:cNvCxnSpPr>
          <p:nvPr/>
        </p:nvCxnSpPr>
        <p:spPr>
          <a:xfrm flipH="1">
            <a:off x="8137071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84633D0-2796-3674-9847-05217F066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799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42C60FC7-5D5B-4280-5EA2-E07CBDDC52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7071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6158F5-66D2-DEB3-E0EA-C7DF86234B56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9F80B1-4101-AF52-20B8-321AC595ED0A}"/>
              </a:ext>
            </a:extLst>
          </p:cNvPr>
          <p:cNvCxnSpPr>
            <a:cxnSpLocks/>
          </p:cNvCxnSpPr>
          <p:nvPr userDrawn="1"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877B07-CE2A-D05A-5E2A-936E29FBD7AB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7071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82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Icons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5300034-1C70-8F94-8152-2D872C0B4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1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97387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97387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28C2E57-6B66-2EDE-A231-33EE4C6664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38659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CF29EB2-553C-147C-7F22-A927426166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38659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84633D0-2796-3674-9847-05217F066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799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42C60FC7-5D5B-4280-5EA2-E07CBDDC52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7071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27A0ACAE-1B01-F61E-9BBE-4F974D6B82F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  <a:prstGeom prst="rect">
            <a:avLst/>
          </a:prstGeo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49201C-BE26-0FE5-82A9-CA5F7D003F5F}"/>
              </a:ext>
            </a:extLst>
          </p:cNvPr>
          <p:cNvCxnSpPr>
            <a:cxnSpLocks/>
          </p:cNvCxnSpPr>
          <p:nvPr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A535BD-1E42-29C4-9A38-42ACFD0663D1}"/>
              </a:ext>
            </a:extLst>
          </p:cNvPr>
          <p:cNvCxnSpPr>
            <a:cxnSpLocks/>
          </p:cNvCxnSpPr>
          <p:nvPr/>
        </p:nvCxnSpPr>
        <p:spPr>
          <a:xfrm flipH="1">
            <a:off x="8137071" y="3529486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21A491-0B03-FC23-CFE8-50F38CED1E84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028398-9A95-6D82-C575-FEA4E7430A6F}"/>
              </a:ext>
            </a:extLst>
          </p:cNvPr>
          <p:cNvCxnSpPr>
            <a:cxnSpLocks/>
          </p:cNvCxnSpPr>
          <p:nvPr userDrawn="1"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449B84-02FE-E435-E567-A1E94E6DA70A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7071" y="3529486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927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27A0ACAE-1B01-F61E-9BBE-4F974D6B82F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  <a:prstGeom prst="rect">
            <a:avLst/>
          </a:prstGeo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29">
            <a:extLst>
              <a:ext uri="{FF2B5EF4-FFF2-40B4-BE49-F238E27FC236}">
                <a16:creationId xmlns:a16="http://schemas.microsoft.com/office/drawing/2014/main" id="{5A507428-CA05-067B-1CD3-11F25B1682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D067527-C4F7-8075-1C76-31F6461A819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00491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06BE312-02AC-3AB8-BE70-EB304F73793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00491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55305C-E303-08CD-27B2-2923661E6819}"/>
              </a:ext>
            </a:extLst>
          </p:cNvPr>
          <p:cNvCxnSpPr>
            <a:cxnSpLocks/>
          </p:cNvCxnSpPr>
          <p:nvPr/>
        </p:nvCxnSpPr>
        <p:spPr>
          <a:xfrm flipH="1" flipV="1">
            <a:off x="30033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73B36A-D817-F94F-9277-49776BDA05D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13851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98B28E0-58F9-E14C-B4E4-9CB8DB376A69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13851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CC8B13-6CE4-13D7-DCF1-50A0FD93EB9D}"/>
              </a:ext>
            </a:extLst>
          </p:cNvPr>
          <p:cNvCxnSpPr>
            <a:cxnSpLocks/>
          </p:cNvCxnSpPr>
          <p:nvPr/>
        </p:nvCxnSpPr>
        <p:spPr>
          <a:xfrm flipH="1" flipV="1">
            <a:off x="51369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B0BF586-CBE6-ABDD-67A1-3A6AEF97281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28262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FB0F3C7D-7321-AFED-48C5-24F69A1669C7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728262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562D21-4C31-797F-92D7-700DED4A645E}"/>
              </a:ext>
            </a:extLst>
          </p:cNvPr>
          <p:cNvCxnSpPr>
            <a:cxnSpLocks/>
          </p:cNvCxnSpPr>
          <p:nvPr/>
        </p:nvCxnSpPr>
        <p:spPr>
          <a:xfrm flipH="1" flipV="1">
            <a:off x="728104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8012A17-E353-8938-22FA-3EA49D3114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447760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0ABEDEB6-178F-F4F5-CFFE-2C6199857F68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447760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CF2F9D-53F4-AA57-73A2-63866B50D116}"/>
              </a:ext>
            </a:extLst>
          </p:cNvPr>
          <p:cNvCxnSpPr>
            <a:cxnSpLocks/>
          </p:cNvCxnSpPr>
          <p:nvPr/>
        </p:nvCxnSpPr>
        <p:spPr>
          <a:xfrm flipH="1" flipV="1">
            <a:off x="9446172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6C1EA1-DBE2-50D9-A5D1-0E82413F5D5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38200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9EDFE-CE66-F6EA-5248-D8F753818E1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033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11B5F7-89F3-B48D-F5FE-B67279FF17C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1369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15D91C-2228-3000-E437-17DEF941251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8104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1E7BE5-9E9F-1AFD-A0C8-C5C8C745D24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446172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33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8600"/>
            <a:ext cx="5257800" cy="1828799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45062FF-2E9A-87D2-17A5-9C6FDFBB5D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238" y="1143000"/>
            <a:ext cx="5465762" cy="4559969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05F4A7-3BAB-95AF-02B9-0F2D8213B7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57858" y="2596994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57859" y="2979647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3CB6BF-1C08-8CB4-CD16-5D148A5C112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-158620" y="2793290"/>
            <a:ext cx="1171744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15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F992088-131E-8890-C67F-7B7266CA399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57858" y="3788121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943D6F3-F48B-C789-556E-E841DEA64E8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1257859" y="4170774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5FDA803-361A-5347-6DCB-47EB903F458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-176381" y="3984417"/>
            <a:ext cx="1325911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30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671B1A-B0C7-B253-736F-ABD6DBF267C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257858" y="4979247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0CD164-D678-A78B-B985-B79D61B8FBB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257859" y="5361900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B88C2F-DEB0-551C-F214-DE099A3A078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-158620" y="5175543"/>
            <a:ext cx="1308149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30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31B5BFF-91E9-CFA8-0A41-2D761022FDE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9">
            <a:extLst>
              <a:ext uri="{FF2B5EF4-FFF2-40B4-BE49-F238E27FC236}">
                <a16:creationId xmlns:a16="http://schemas.microsoft.com/office/drawing/2014/main" id="{9F5E5A31-F52A-BB8E-23CB-7AA74BBA448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50B-F664-A8EA-3D76-9CB48A743F91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6FE7AA-7008-6F89-978E-8277D6F93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55A75E3-7472-4D36-146F-07DE97BC90F6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177334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90" y="620872"/>
            <a:ext cx="8449491" cy="1027445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05F4A7-3BAB-95AF-02B9-0F2D8213B7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74515" y="1946215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3CB6BF-1C08-8CB4-CD16-5D148A5C112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554891" y="2047591"/>
            <a:ext cx="654170" cy="309632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31B5BFF-91E9-CFA8-0A41-2D761022FDE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9">
            <a:extLst>
              <a:ext uri="{FF2B5EF4-FFF2-40B4-BE49-F238E27FC236}">
                <a16:creationId xmlns:a16="http://schemas.microsoft.com/office/drawing/2014/main" id="{9F5E5A31-F52A-BB8E-23CB-7AA74BBA448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50B-F664-A8EA-3D76-9CB48A743F91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AC3937B-8387-C36E-4336-B1B4D1F1C3C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2374515" y="2511687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EA35BCB-921E-7BB6-8FE5-8D026D00D4BB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54891" y="259752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91ABE57-3685-636E-69CD-71CA2EB96A7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374515" y="3063199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E247DE7-2E4E-A3B7-F301-2AA18D40CA04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554891" y="315521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DB9AE65-FAF1-7118-2F64-7A99C0DA509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374515" y="3614711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8AF796-A7D2-63C0-3125-C63F3DAA7AF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554890" y="371290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C96A97B-0ECD-C592-95EE-BE10DD46F05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374515" y="4166223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4170A4-007E-6618-EF68-18924E4A712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554890" y="4258852"/>
            <a:ext cx="654171" cy="31979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67351FB-D92D-4C43-D63C-956448F067F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2374515" y="4697564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C6A0E7E-D03C-3A0D-0C4C-75D94CCF507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554890" y="4790193"/>
            <a:ext cx="654171" cy="31979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FB3FFC-AAA9-37B4-6626-17D178DAE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FBDF3-58E7-FF35-57F1-7CABC4BC34E6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56097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3AD636-376F-F676-6A8D-3EDE4E869F90}"/>
              </a:ext>
            </a:extLst>
          </p:cNvPr>
          <p:cNvSpPr/>
          <p:nvPr/>
        </p:nvSpPr>
        <p:spPr>
          <a:xfrm>
            <a:off x="8839200" y="0"/>
            <a:ext cx="335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8600"/>
            <a:ext cx="5257800" cy="1828799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45062FF-2E9A-87D2-17A5-9C6FDFBB5D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238" y="1480930"/>
            <a:ext cx="5101327" cy="4065105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849" y="2550693"/>
            <a:ext cx="5233151" cy="3152275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lvl="0"/>
            <a:endParaRPr lang="en-US" dirty="0"/>
          </a:p>
        </p:txBody>
      </p:sp>
      <p:sp>
        <p:nvSpPr>
          <p:cNvPr id="4" name="Slide Number Placeholder 28">
            <a:extLst>
              <a:ext uri="{FF2B5EF4-FFF2-40B4-BE49-F238E27FC236}">
                <a16:creationId xmlns:a16="http://schemas.microsoft.com/office/drawing/2014/main" id="{65BD9209-71AA-E282-C46F-2F9E068C9E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376BCAA8-8730-C56E-D398-058D215EBF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0B889-0497-9F47-1692-ECB5AE589ECA}"/>
              </a:ext>
            </a:extLst>
          </p:cNvPr>
          <p:cNvSpPr/>
          <p:nvPr userDrawn="1"/>
        </p:nvSpPr>
        <p:spPr>
          <a:xfrm>
            <a:off x="8839200" y="0"/>
            <a:ext cx="335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4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 Sc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3AD636-376F-F676-6A8D-3EDE4E869F90}"/>
              </a:ext>
            </a:extLst>
          </p:cNvPr>
          <p:cNvSpPr/>
          <p:nvPr/>
        </p:nvSpPr>
        <p:spPr>
          <a:xfrm>
            <a:off x="6140010" y="0"/>
            <a:ext cx="605199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850" y="2924375"/>
            <a:ext cx="4573578" cy="2416071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4" name="Slide Number Placeholder 28">
            <a:extLst>
              <a:ext uri="{FF2B5EF4-FFF2-40B4-BE49-F238E27FC236}">
                <a16:creationId xmlns:a16="http://schemas.microsoft.com/office/drawing/2014/main" id="{65BD9209-71AA-E282-C46F-2F9E068C9E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376BCAA8-8730-C56E-D398-058D215EBF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CF5F177-6AAB-74D9-C357-13D38F92C2DC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843520" y="2924375"/>
            <a:ext cx="4573578" cy="2416071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D6E5D8-C34F-5146-A88D-DA045D19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5212203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D327D0-CA7F-E525-7915-08EB934CB1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2650" y="2286001"/>
            <a:ext cx="4554538" cy="439589"/>
          </a:xfr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1D3655D-0E01-751A-C4AD-D72B543EF8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38607" y="2286001"/>
            <a:ext cx="4554538" cy="439589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C89C98-0A1C-79BC-4180-B396A1A2D617}"/>
              </a:ext>
            </a:extLst>
          </p:cNvPr>
          <p:cNvSpPr/>
          <p:nvPr userDrawn="1"/>
        </p:nvSpPr>
        <p:spPr>
          <a:xfrm>
            <a:off x="6140010" y="0"/>
            <a:ext cx="605199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430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 List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7188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4F4E837-B477-25CB-E59D-D51511D0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47242" cy="41148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1120EEF-FE29-542E-B62F-FBA1DF0DA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74EE49F3-7BD7-7BFF-32D1-B625565C5B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FEE7E-FB78-B03C-5313-1A7D5CBF0C5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6" name="Picture 5" descr="A purple circle with black background&#10;&#10;Description automatically generated">
            <a:extLst>
              <a:ext uri="{FF2B5EF4-FFF2-40B4-BE49-F238E27FC236}">
                <a16:creationId xmlns:a16="http://schemas.microsoft.com/office/drawing/2014/main" id="{252F1E04-5DF4-B8A4-988B-4D5B8DAA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53" r="50000" b="-4546"/>
          <a:stretch/>
        </p:blipFill>
        <p:spPr>
          <a:xfrm>
            <a:off x="10431745" y="0"/>
            <a:ext cx="1760256" cy="1988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88DDE-1BC8-65B0-4BB4-7AC76CF1D8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1F1CE-1777-F563-ECCD-02770FC08AC9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9" name="Picture 8" descr="A purple circle with black background&#10;&#10;Description automatically generated">
            <a:extLst>
              <a:ext uri="{FF2B5EF4-FFF2-40B4-BE49-F238E27FC236}">
                <a16:creationId xmlns:a16="http://schemas.microsoft.com/office/drawing/2014/main" id="{668408B4-22D1-50AE-6C5E-7AA71FF101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8053" r="50000" b="-4546"/>
          <a:stretch/>
        </p:blipFill>
        <p:spPr>
          <a:xfrm>
            <a:off x="10431745" y="0"/>
            <a:ext cx="1760256" cy="19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6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1634-63E5-256F-6266-31D044AE9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7927" y="1425646"/>
            <a:ext cx="8156144" cy="2819918"/>
          </a:xfrm>
        </p:spPr>
        <p:txBody>
          <a:bodyPr lIns="0" anchor="t">
            <a:noAutofit/>
          </a:bodyPr>
          <a:lstStyle>
            <a:lvl1pPr algn="ctr">
              <a:lnSpc>
                <a:spcPts val="4200"/>
              </a:lnSpc>
              <a:defRPr sz="2800" b="0" i="0">
                <a:latin typeface="Space Grotesk Light" pitchFamily="2" charset="77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</a:t>
            </a:r>
            <a:r>
              <a:rPr lang="en-US"/>
              <a:t> mod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</a:t>
            </a:r>
            <a:br>
              <a:rPr lang="en-US"/>
            </a:br>
            <a:r>
              <a:rPr lang="en-US"/>
              <a:t>lorem ipsum dolor sit.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AFB58B-9F77-814B-EDBA-7B461F3B1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24B00F1-4190-E031-9689-223964E5C2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114" y="4628929"/>
            <a:ext cx="4515771" cy="417271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 i="0"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 algn="ctr">
              <a:buNone/>
              <a:defRPr b="0" i="0">
                <a:latin typeface="Space Grotesk Medium" pitchFamily="2" charset="77"/>
              </a:defRPr>
            </a:lvl2pPr>
            <a:lvl3pPr marL="914400" indent="0" algn="ctr">
              <a:buNone/>
              <a:defRPr b="0" i="0">
                <a:latin typeface="Space Grotesk Medium" pitchFamily="2" charset="77"/>
              </a:defRPr>
            </a:lvl3pPr>
            <a:lvl4pPr marL="1371600" indent="0" algn="ctr">
              <a:buNone/>
              <a:defRPr b="0" i="0">
                <a:latin typeface="Space Grotesk Medium" pitchFamily="2" charset="77"/>
              </a:defRPr>
            </a:lvl4pPr>
            <a:lvl5pPr marL="1828800" indent="0" algn="ctr">
              <a:buNone/>
              <a:defRPr b="0" i="0">
                <a:latin typeface="Space Grotesk Medium" pitchFamily="2" charset="77"/>
              </a:defRPr>
            </a:lvl5pPr>
          </a:lstStyle>
          <a:p>
            <a:pPr lvl="0"/>
            <a:r>
              <a:rPr lang="en-US"/>
              <a:t>Mike </a:t>
            </a:r>
            <a:r>
              <a:rPr lang="en-US" err="1"/>
              <a:t>Miskell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F76892D-E924-8B0C-E8C4-DD08E7208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4326" y="5046284"/>
            <a:ext cx="9063347" cy="417271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 algn="ctr">
              <a:buNone/>
              <a:defRPr b="0" i="0">
                <a:latin typeface="Space Grotesk Medium" pitchFamily="2" charset="77"/>
              </a:defRPr>
            </a:lvl2pPr>
            <a:lvl3pPr marL="914400" indent="0" algn="ctr">
              <a:buNone/>
              <a:defRPr b="0" i="0">
                <a:latin typeface="Space Grotesk Medium" pitchFamily="2" charset="77"/>
              </a:defRPr>
            </a:lvl3pPr>
            <a:lvl4pPr marL="1371600" indent="0" algn="ctr">
              <a:buNone/>
              <a:defRPr b="0" i="0">
                <a:latin typeface="Space Grotesk Medium" pitchFamily="2" charset="77"/>
              </a:defRPr>
            </a:lvl4pPr>
            <a:lvl5pPr marL="1828800" indent="0" algn="ctr">
              <a:buNone/>
              <a:defRPr b="0" i="0">
                <a:latin typeface="Space Grotesk Medium" pitchFamily="2" charset="77"/>
              </a:defRPr>
            </a:lvl5pPr>
          </a:lstStyle>
          <a:p>
            <a:pPr lvl="0"/>
            <a:r>
              <a:rPr lang="en-US"/>
              <a:t>Director of Process Improvement, Kaman Technologies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D815CA7-35D6-8AB4-5240-F3C304B96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8350" y="751357"/>
            <a:ext cx="495300" cy="406400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B82E34AD-0CE2-C9B2-31C3-19DA8FCCF26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E9175CC3-84C8-DEDC-C100-B8F789588EB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42C2B-666C-EFE8-9BD8-2D1F4DB80AFA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E77E3-C893-FC4F-C7E7-AECC757E9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DC49F1-6367-FEAE-1411-7D26A5CC7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8350" y="751357"/>
            <a:ext cx="495300" cy="40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31B87-375C-15CD-9BA0-BA8795BA9591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979150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Blue">
    <p:bg>
      <p:bgPr>
        <a:gradFill>
          <a:gsLst>
            <a:gs pos="100000">
              <a:schemeClr val="accent2"/>
            </a:gs>
            <a:gs pos="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8813F25-85A1-B5C2-7D2C-A001E9B90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38409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3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6D76-2D50-E120-487A-422FCBFD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8E61C-DA98-2545-49D2-98F1279C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0A7825-7747-AD0C-3E66-419C01066D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98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Orange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CD45233-B771-E7B0-4029-2404C7CB9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42906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3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6D76-2D50-E120-487A-422FCBFD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74FD8-7056-8316-E120-B6C9474B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077669-998F-D6CC-5057-5D6DBA2AED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120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Light">
    <p:bg>
      <p:bgPr>
        <a:gradFill>
          <a:gsLst>
            <a:gs pos="100000">
              <a:schemeClr val="bg2">
                <a:lumMod val="75000"/>
              </a:schemeClr>
            </a:gs>
            <a:gs pos="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37AC1CE-E20D-80BD-9F01-7FE84DC9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21920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69096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B79F84-DB3D-50DC-B44D-D76CC321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EEC0A-AB31-66A3-D3F4-20732E59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652D5D-E3B3-D2D7-BE52-7CF1B871A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744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222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222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326A8D08-9F14-4A4C-32DF-6C9BBCDBDA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4347" y="4319199"/>
            <a:ext cx="447611" cy="44761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AE66CA-D4EE-2E12-B2FB-B74908BFE6EC}"/>
              </a:ext>
            </a:extLst>
          </p:cNvPr>
          <p:cNvCxnSpPr>
            <a:cxnSpLocks/>
          </p:cNvCxnSpPr>
          <p:nvPr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3DD1B15-1F89-D692-96DF-15C1A83CCE4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519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B7FB43-7EC8-AC76-0A14-9E127743078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519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76B0C2-3052-DD16-45A9-7663A2CD150A}"/>
              </a:ext>
            </a:extLst>
          </p:cNvPr>
          <p:cNvCxnSpPr>
            <a:cxnSpLocks/>
          </p:cNvCxnSpPr>
          <p:nvPr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B48EFF02-6B39-3CE9-E7D1-AE9BDEC0A0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47" y="4319195"/>
            <a:ext cx="447615" cy="44761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9309B4-304A-FC0D-8549-80591AD1CE64}"/>
              </a:ext>
            </a:extLst>
          </p:cNvPr>
          <p:cNvCxnSpPr>
            <a:cxnSpLocks/>
          </p:cNvCxnSpPr>
          <p:nvPr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63B3056-5701-ED0F-13B7-F2662F97FC3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084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EF08A56E-B343-F409-94C2-D32AAB44CAB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6084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99A15F-CAF8-027F-0AEC-393C05604CE8}"/>
              </a:ext>
            </a:extLst>
          </p:cNvPr>
          <p:cNvCxnSpPr>
            <a:cxnSpLocks/>
          </p:cNvCxnSpPr>
          <p:nvPr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21447A28-4F4E-3BE3-B526-E0056E7CC7C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0548" y="4319195"/>
            <a:ext cx="447614" cy="44761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3402BA-C0B0-8B2F-7684-DE3E3868959C}"/>
              </a:ext>
            </a:extLst>
          </p:cNvPr>
          <p:cNvCxnSpPr>
            <a:cxnSpLocks/>
          </p:cNvCxnSpPr>
          <p:nvPr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080C401E-9045-93F2-5170-7B6C98B108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CA7A8BCD-C0B1-5332-2D40-AAF18AF26AC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70619-9FC4-2DA6-C0D0-F26356E616A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21BDDB-2571-5B3D-3AC9-78AC4AC53507}"/>
              </a:ext>
            </a:extLst>
          </p:cNvPr>
          <p:cNvCxnSpPr>
            <a:cxnSpLocks/>
          </p:cNvCxnSpPr>
          <p:nvPr userDrawn="1"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A2B67A-8347-1719-D10E-995E23A0C9B3}"/>
              </a:ext>
            </a:extLst>
          </p:cNvPr>
          <p:cNvCxnSpPr>
            <a:cxnSpLocks/>
          </p:cNvCxnSpPr>
          <p:nvPr userDrawn="1"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9BDB04-8D47-06E9-E74F-12F616AC569A}"/>
              </a:ext>
            </a:extLst>
          </p:cNvPr>
          <p:cNvCxnSpPr>
            <a:cxnSpLocks/>
          </p:cNvCxnSpPr>
          <p:nvPr userDrawn="1"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C3C1DE-4859-BC43-A5EF-47A8CED08F2B}"/>
              </a:ext>
            </a:extLst>
          </p:cNvPr>
          <p:cNvCxnSpPr>
            <a:cxnSpLocks/>
          </p:cNvCxnSpPr>
          <p:nvPr userDrawn="1"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847C48-39F4-40E5-C758-E0B75F6CA88C}"/>
              </a:ext>
            </a:extLst>
          </p:cNvPr>
          <p:cNvCxnSpPr>
            <a:cxnSpLocks/>
          </p:cNvCxnSpPr>
          <p:nvPr userDrawn="1"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27EAF5-A175-B85C-23C7-632719BB3BAD}"/>
              </a:ext>
            </a:extLst>
          </p:cNvPr>
          <p:cNvCxnSpPr>
            <a:cxnSpLocks/>
          </p:cNvCxnSpPr>
          <p:nvPr userDrawn="1"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99D004E-BC31-BFB8-E327-FE1C31E86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B7ED4A-57DB-B3B1-68E0-292390A482F5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365377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080C401E-9045-93F2-5170-7B6C98B108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CA7A8BCD-C0B1-5332-2D40-AAF18AF26AC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70619-9FC4-2DA6-C0D0-F26356E616A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4FA993-AF88-43C3-4262-94824BAEB8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8046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F1B4C1E7-3C8D-84C7-4790-EA403C711D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3596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3D04D9F-6CD3-302B-64DB-FCA545F0F7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333500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F9177777-54E4-A27E-C0D5-414E23E5C7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967951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096665B-8BF1-74D0-C489-A84DF1B67EF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1474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37C32106-2C44-EC83-580E-3437E547CC1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521379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9B57E6-774C-21AE-4C26-2382CAFB14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41199F-75D7-E6BE-F524-470E15EFDA7A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134202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AE66CA-D4EE-2E12-B2FB-B74908BFE6EC}"/>
              </a:ext>
            </a:extLst>
          </p:cNvPr>
          <p:cNvCxnSpPr>
            <a:cxnSpLocks/>
          </p:cNvCxnSpPr>
          <p:nvPr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76B0C2-3052-DD16-45A9-7663A2CD150A}"/>
              </a:ext>
            </a:extLst>
          </p:cNvPr>
          <p:cNvCxnSpPr>
            <a:cxnSpLocks/>
          </p:cNvCxnSpPr>
          <p:nvPr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9309B4-304A-FC0D-8549-80591AD1CE64}"/>
              </a:ext>
            </a:extLst>
          </p:cNvPr>
          <p:cNvCxnSpPr>
            <a:cxnSpLocks/>
          </p:cNvCxnSpPr>
          <p:nvPr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99A15F-CAF8-027F-0AEC-393C05604CE8}"/>
              </a:ext>
            </a:extLst>
          </p:cNvPr>
          <p:cNvCxnSpPr>
            <a:cxnSpLocks/>
          </p:cNvCxnSpPr>
          <p:nvPr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3402BA-C0B0-8B2F-7684-DE3E3868959C}"/>
              </a:ext>
            </a:extLst>
          </p:cNvPr>
          <p:cNvCxnSpPr>
            <a:cxnSpLocks/>
          </p:cNvCxnSpPr>
          <p:nvPr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3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77251CC7-8E29-039C-A6D8-7C5C486B205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B220CB8F-120A-D1C0-14B2-ACB6D91707F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25F10-F4CA-B63D-3569-016E594138D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98F64B-3862-30A3-D836-B3463E7CE5F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222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64E264-FDEB-F5E6-7B88-BC7B3D16766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519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AC59146-238B-BEBE-3705-C54F9A71618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084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A4B4726-7E07-7429-1A91-D02B1506B42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222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5C54291-D958-A5E1-3A43-1113F06C6D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4348" y="4293801"/>
            <a:ext cx="473008" cy="47300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723920E-E523-F9FB-EF40-F5A9BBA84DD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519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44F9ADD-86EC-EB4A-4456-7B81F8A503B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47" y="4293801"/>
            <a:ext cx="473009" cy="47300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7C85689-BDCE-A429-0E8B-9D209B69CF45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6084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15BD811D-F86E-82B2-5B8C-158BB47AB44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0548" y="4293801"/>
            <a:ext cx="473008" cy="47300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7C0B57-8F8D-2992-849C-1DB0793193CE}"/>
              </a:ext>
            </a:extLst>
          </p:cNvPr>
          <p:cNvCxnSpPr>
            <a:cxnSpLocks/>
          </p:cNvCxnSpPr>
          <p:nvPr userDrawn="1"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A97980-077E-F4BC-E0F2-FDCEBF8872C7}"/>
              </a:ext>
            </a:extLst>
          </p:cNvPr>
          <p:cNvCxnSpPr>
            <a:cxnSpLocks/>
          </p:cNvCxnSpPr>
          <p:nvPr userDrawn="1"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00E5FA-727A-1FE9-49EA-6ACDCDDC22F0}"/>
              </a:ext>
            </a:extLst>
          </p:cNvPr>
          <p:cNvCxnSpPr>
            <a:cxnSpLocks/>
          </p:cNvCxnSpPr>
          <p:nvPr userDrawn="1"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E9ABCE-C273-F640-D86E-7D98BF018B32}"/>
              </a:ext>
            </a:extLst>
          </p:cNvPr>
          <p:cNvCxnSpPr>
            <a:cxnSpLocks/>
          </p:cNvCxnSpPr>
          <p:nvPr userDrawn="1"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08089F-8993-8206-C8F3-49BB857A5DA0}"/>
              </a:ext>
            </a:extLst>
          </p:cNvPr>
          <p:cNvCxnSpPr>
            <a:cxnSpLocks/>
          </p:cNvCxnSpPr>
          <p:nvPr userDrawn="1"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3B2490-C41F-ED5D-DBE0-DB6D4A8405A5}"/>
              </a:ext>
            </a:extLst>
          </p:cNvPr>
          <p:cNvCxnSpPr>
            <a:cxnSpLocks/>
          </p:cNvCxnSpPr>
          <p:nvPr userDrawn="1"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ADC82CD-A379-5F28-EF3C-E6970EF109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3FCC2E-92ED-AA75-ACB5-E2EE8F6A6006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76322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- Orange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5A-A02C-A127-36B6-64E0CEA50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0" y="1649412"/>
            <a:ext cx="10464800" cy="3559175"/>
          </a:xfrm>
        </p:spPr>
        <p:txBody>
          <a:bodyPr lIns="0" tIns="0" bIns="0" anchor="ctr">
            <a:noAutofit/>
          </a:bodyPr>
          <a:lstStyle>
            <a:lvl1pPr marL="0" indent="0" algn="ctr">
              <a:lnSpc>
                <a:spcPct val="80000"/>
              </a:lnSpc>
              <a:tabLst/>
              <a:defRPr sz="25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$13M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58BBB-F991-FE84-98AF-E584FF9D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05B73C6-0408-52BF-0A99-C3B5EC96D45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A9EC891C-FE08-69E7-A815-4A4490E7EEE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4AC09-B816-EB80-FC26-ED5BE9BC6424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223CC-7047-D812-40BD-BF4399F8D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6472D8-055F-DF69-E5C0-962936763D0B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42290922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- Light">
    <p:bg>
      <p:bgPr>
        <a:gradFill>
          <a:gsLst>
            <a:gs pos="100000">
              <a:schemeClr val="bg2">
                <a:lumMod val="75000"/>
              </a:schemeClr>
            </a:gs>
            <a:gs pos="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5A-A02C-A127-36B6-64E0CEA50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0" y="1649412"/>
            <a:ext cx="10464800" cy="3559175"/>
          </a:xfrm>
        </p:spPr>
        <p:txBody>
          <a:bodyPr lIns="0" tIns="0" bIns="0" anchor="ctr">
            <a:noAutofit/>
          </a:bodyPr>
          <a:lstStyle>
            <a:lvl1pPr marL="0" indent="0" algn="ctr">
              <a:lnSpc>
                <a:spcPct val="80000"/>
              </a:lnSpc>
              <a:tabLst/>
              <a:defRPr sz="25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$13M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58BBB-F991-FE84-98AF-E584FF9D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2B2733D5-9AAF-64AC-2413-AE7580A79D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9F9099D8-0766-AA1C-CE96-E7114787FB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0ABEF-5300-57A8-7D1F-A79B33E06121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BCF8F-A1EE-400E-951C-E1BD0E137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21C3BE-1B49-B72B-9851-97689F89ACE1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3847460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907D1E-10D7-5D0C-B02D-0A49F809A6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0"/>
            <a:ext cx="296779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AD486-BB6E-4F73-F19D-2D62D81726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63790" y="0"/>
            <a:ext cx="312821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4C2D4-77DF-4445-3005-1D0D212039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11" y="0"/>
            <a:ext cx="312821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AF998-DAC6-320A-7C2A-DE5FA1C7F3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36231" y="0"/>
            <a:ext cx="296779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3DD1B15-1F89-D692-96DF-15C1A83CCE4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9939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B7FB43-7EC8-AC76-0A14-9E127743078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9939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9AB83B-3970-AA58-5E5A-9FB4D6E2E6D9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09939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3D24C33-3C7E-EC7B-E277-8FDC091E975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469708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64DA85F-9085-2E52-C671-86CC8901922B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469708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9B2E82-1E78-8C35-F5BA-628C6B92828E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469708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485C90F-3AE9-352D-14C8-3473FC59EFA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419206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7B8F4AE-B6DA-CB07-CFD5-196177AD9FB6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6441508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918C8E5-B32F-30DB-1A2F-FBD93C9A782D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441508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905B0-1F7A-3098-3D87-B4D0C46DEEA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401277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38F0F01-8CA0-322D-FD81-5A3BAA3B2DA9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9401277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5DEC288-D3AB-E659-AF92-FAC2AD0187D8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9401277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2" name="Slide Number Placeholder 28">
            <a:extLst>
              <a:ext uri="{FF2B5EF4-FFF2-40B4-BE49-F238E27FC236}">
                <a16:creationId xmlns:a16="http://schemas.microsoft.com/office/drawing/2014/main" id="{3F3DCBD3-8820-D724-EEA9-9FC57E8E303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558800" y="6264275"/>
            <a:ext cx="279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F75EB40D-C290-1A00-A30A-209415A36DC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882210" y="6264275"/>
            <a:ext cx="4554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BB7E62-83FD-FA61-4E49-3B99F77A837E}"/>
              </a:ext>
            </a:extLst>
          </p:cNvPr>
          <p:cNvCxnSpPr/>
          <p:nvPr/>
        </p:nvCxnSpPr>
        <p:spPr>
          <a:xfrm>
            <a:off x="3132221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9E524-D6E2-1C64-420B-D281ADA4C1D8}"/>
              </a:ext>
            </a:extLst>
          </p:cNvPr>
          <p:cNvCxnSpPr/>
          <p:nvPr/>
        </p:nvCxnSpPr>
        <p:spPr>
          <a:xfrm>
            <a:off x="6098445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6DA8CF-AE55-D0E1-C112-E1756297E0C6}"/>
              </a:ext>
            </a:extLst>
          </p:cNvPr>
          <p:cNvCxnSpPr/>
          <p:nvPr/>
        </p:nvCxnSpPr>
        <p:spPr>
          <a:xfrm>
            <a:off x="906466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AD33249-039D-AC22-0A89-43D02D29E3A4}"/>
              </a:ext>
            </a:extLst>
          </p:cNvPr>
          <p:cNvSpPr/>
          <p:nvPr userDrawn="1"/>
        </p:nvSpPr>
        <p:spPr>
          <a:xfrm>
            <a:off x="6096000" y="0"/>
            <a:ext cx="296779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5B6E0-AB40-E960-9235-BF4153697875}"/>
              </a:ext>
            </a:extLst>
          </p:cNvPr>
          <p:cNvSpPr/>
          <p:nvPr userDrawn="1"/>
        </p:nvSpPr>
        <p:spPr>
          <a:xfrm>
            <a:off x="9063790" y="0"/>
            <a:ext cx="312821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3B9B4D-A870-0BEB-A0B3-52CC747D2FDD}"/>
              </a:ext>
            </a:extLst>
          </p:cNvPr>
          <p:cNvSpPr/>
          <p:nvPr userDrawn="1"/>
        </p:nvSpPr>
        <p:spPr>
          <a:xfrm>
            <a:off x="4011" y="0"/>
            <a:ext cx="312821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7E9E3A-AF92-3E1D-0EF9-6F03DFFDB6E7}"/>
              </a:ext>
            </a:extLst>
          </p:cNvPr>
          <p:cNvSpPr/>
          <p:nvPr userDrawn="1"/>
        </p:nvSpPr>
        <p:spPr>
          <a:xfrm>
            <a:off x="3136231" y="0"/>
            <a:ext cx="296779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AB9828-DAF4-35BF-A049-7E2B47C35A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47B09A-CA54-8CDA-1DBF-9DA93238FCA8}"/>
              </a:ext>
            </a:extLst>
          </p:cNvPr>
          <p:cNvCxnSpPr/>
          <p:nvPr userDrawn="1"/>
        </p:nvCxnSpPr>
        <p:spPr>
          <a:xfrm>
            <a:off x="3132221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53FD5D-5ED9-4C17-B5E0-8DF22D53133D}"/>
              </a:ext>
            </a:extLst>
          </p:cNvPr>
          <p:cNvCxnSpPr/>
          <p:nvPr userDrawn="1"/>
        </p:nvCxnSpPr>
        <p:spPr>
          <a:xfrm>
            <a:off x="6098445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F157BEB-6C1B-00C0-9212-E2288AC94A75}"/>
              </a:ext>
            </a:extLst>
          </p:cNvPr>
          <p:cNvCxnSpPr/>
          <p:nvPr userDrawn="1"/>
        </p:nvCxnSpPr>
        <p:spPr>
          <a:xfrm>
            <a:off x="906466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4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48307F-569A-ACEB-7613-0AB60345B8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4B549E-17E7-C87E-42CF-8E0A5CD823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121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B398FF-4608-3C59-217C-6A40D9115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D4A0-1063-2432-FE10-22E229854B0F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175FA3-A4F3-A079-AD28-E72F8A221A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071067-DDE6-73AB-ABAC-A2E2FDA924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86B18A-906E-A9D8-8071-EF6A4D884E72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3309356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D4A0-1063-2432-FE10-22E229854B0F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bg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E845C4-9D9F-90AC-12ED-C1B33483F8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0545B-3E1D-7211-7FB9-B3D951F4B79B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bg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33272408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mple Lis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7188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4F4E837-B477-25CB-E59D-D51511D0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47242" cy="41148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1120EEF-FE29-542E-B62F-FBA1DF0DA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46D13B-7DBD-2DFF-345B-C42514F67D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58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Partnership/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A5785-D0A1-3155-049E-3E6B065C8B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D4AF3-2440-4267-15A6-29BC874FF2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8433" y="2239343"/>
            <a:ext cx="9209905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9EA8E350-8FE0-C635-CEA4-E67702C20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607" t="-4663" r="8607" b="86478"/>
          <a:stretch/>
        </p:blipFill>
        <p:spPr>
          <a:xfrm>
            <a:off x="0" y="5735637"/>
            <a:ext cx="12192000" cy="1122363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064F56-7EE7-8C33-462D-DCEF0BE3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34" y="1839641"/>
            <a:ext cx="2813330" cy="365125"/>
          </a:xfrm>
          <a:prstGeom prst="rect">
            <a:avLst/>
          </a:prstGeom>
        </p:spPr>
        <p:txBody>
          <a:bodyPr lIns="0"/>
          <a:lstStyle>
            <a:lvl1pPr>
              <a:defRPr b="0" i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7893F2CA-7CEB-500D-6636-67665110625B}"/>
              </a:ext>
            </a:extLst>
          </p:cNvPr>
          <p:cNvSpPr txBox="1">
            <a:spLocks/>
          </p:cNvSpPr>
          <p:nvPr userDrawn="1"/>
        </p:nvSpPr>
        <p:spPr>
          <a:xfrm>
            <a:off x="2875125" y="5093068"/>
            <a:ext cx="218804" cy="365125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accent1"/>
                </a:solidFill>
                <a:latin typeface="Space Grotesk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9044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cons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 b="0" i="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5300034-1C70-8F94-8152-2D872C0B4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1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97387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97387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 userDrawn="1"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28C2E57-6B66-2EDE-A231-33EE4C6664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38659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CF29EB2-553C-147C-7F22-A927426166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38659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4A9869-93B2-2F80-EC16-5348A9B0CE24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7071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84633D0-2796-3674-9847-05217F066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799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42C60FC7-5D5B-4280-5EA2-E07CBDDC52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7071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04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Icons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5300034-1C70-8F94-8152-2D872C0B4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1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97387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97387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28C2E57-6B66-2EDE-A231-33EE4C6664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38659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CF29EB2-553C-147C-7F22-A927426166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38659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84633D0-2796-3674-9847-05217F066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799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42C60FC7-5D5B-4280-5EA2-E07CBDDC52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7071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27A0ACAE-1B01-F61E-9BBE-4F974D6B82F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  <a:prstGeom prst="rect">
            <a:avLst/>
          </a:prstGeo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49201C-BE26-0FE5-82A9-CA5F7D003F5F}"/>
              </a:ext>
            </a:extLst>
          </p:cNvPr>
          <p:cNvCxnSpPr>
            <a:cxnSpLocks/>
          </p:cNvCxnSpPr>
          <p:nvPr userDrawn="1"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A535BD-1E42-29C4-9A38-42ACFD0663D1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7071" y="3529486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837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lumn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38200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27A0ACAE-1B01-F61E-9BBE-4F974D6B82F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  <a:prstGeom prst="rect">
            <a:avLst/>
          </a:prstGeo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29">
            <a:extLst>
              <a:ext uri="{FF2B5EF4-FFF2-40B4-BE49-F238E27FC236}">
                <a16:creationId xmlns:a16="http://schemas.microsoft.com/office/drawing/2014/main" id="{5A507428-CA05-067B-1CD3-11F25B1682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D067527-C4F7-8075-1C76-31F6461A819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00491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06BE312-02AC-3AB8-BE70-EB304F73793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00491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55305C-E303-08CD-27B2-2923661E681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033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73B36A-D817-F94F-9277-49776BDA05D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13851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98B28E0-58F9-E14C-B4E4-9CB8DB376A69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13851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CC8B13-6CE4-13D7-DCF1-50A0FD93EB9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1369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B0BF586-CBE6-ABDD-67A1-3A6AEF97281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28262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FB0F3C7D-7321-AFED-48C5-24F69A1669C7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728262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562D21-4C31-797F-92D7-700DED4A645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28104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8012A17-E353-8938-22FA-3EA49D3114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447760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0ABEDEB6-178F-F4F5-CFFE-2C6199857F68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447760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CF2F9D-53F4-AA57-73A2-63866B50D11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446172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588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teps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8600"/>
            <a:ext cx="5257800" cy="1828799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45062FF-2E9A-87D2-17A5-9C6FDFBB5D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238" y="1143000"/>
            <a:ext cx="5465762" cy="4559969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05F4A7-3BAB-95AF-02B9-0F2D8213B7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57858" y="2596994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57859" y="2979647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3CB6BF-1C08-8CB4-CD16-5D148A5C112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-158620" y="2793290"/>
            <a:ext cx="1171744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15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F992088-131E-8890-C67F-7B7266CA399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57858" y="3788121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943D6F3-F48B-C789-556E-E841DEA64E8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1257859" y="4170774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5FDA803-361A-5347-6DCB-47EB903F458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-176381" y="3984417"/>
            <a:ext cx="1325911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30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671B1A-B0C7-B253-736F-ABD6DBF267C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257858" y="4979247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0CD164-D678-A78B-B985-B79D61B8FBB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257859" y="5361900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B88C2F-DEB0-551C-F214-DE099A3A078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-158620" y="5175543"/>
            <a:ext cx="1308149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30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31B5BFF-91E9-CFA8-0A41-2D761022FDE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9">
            <a:extLst>
              <a:ext uri="{FF2B5EF4-FFF2-40B4-BE49-F238E27FC236}">
                <a16:creationId xmlns:a16="http://schemas.microsoft.com/office/drawing/2014/main" id="{9F5E5A31-F52A-BB8E-23CB-7AA74BBA448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50B-F664-A8EA-3D76-9CB48A743F91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4103805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90" y="620872"/>
            <a:ext cx="8449491" cy="1027445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05F4A7-3BAB-95AF-02B9-0F2D8213B7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74515" y="1946215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3CB6BF-1C08-8CB4-CD16-5D148A5C112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554891" y="2047591"/>
            <a:ext cx="654170" cy="309632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31B5BFF-91E9-CFA8-0A41-2D761022FDE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9">
            <a:extLst>
              <a:ext uri="{FF2B5EF4-FFF2-40B4-BE49-F238E27FC236}">
                <a16:creationId xmlns:a16="http://schemas.microsoft.com/office/drawing/2014/main" id="{9F5E5A31-F52A-BB8E-23CB-7AA74BBA448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50B-F664-A8EA-3D76-9CB48A743F91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AC3937B-8387-C36E-4336-B1B4D1F1C3C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2374515" y="2511687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EA35BCB-921E-7BB6-8FE5-8D026D00D4BB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54891" y="259752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91ABE57-3685-636E-69CD-71CA2EB96A7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374515" y="3063199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E247DE7-2E4E-A3B7-F301-2AA18D40CA04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554891" y="315521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DB9AE65-FAF1-7118-2F64-7A99C0DA509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374515" y="3614711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8AF796-A7D2-63C0-3125-C63F3DAA7AF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554890" y="371290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C96A97B-0ECD-C592-95EE-BE10DD46F05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374515" y="4166223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4170A4-007E-6618-EF68-18924E4A712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554890" y="4258852"/>
            <a:ext cx="654171" cy="31979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67351FB-D92D-4C43-D63C-956448F067F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2374515" y="4697564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C6A0E7E-D03C-3A0D-0C4C-75D94CCF507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554890" y="4790193"/>
            <a:ext cx="654171" cy="31979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1120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3AD636-376F-F676-6A8D-3EDE4E869F90}"/>
              </a:ext>
            </a:extLst>
          </p:cNvPr>
          <p:cNvSpPr/>
          <p:nvPr userDrawn="1"/>
        </p:nvSpPr>
        <p:spPr>
          <a:xfrm>
            <a:off x="8839200" y="0"/>
            <a:ext cx="335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8600"/>
            <a:ext cx="5257800" cy="1828799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45062FF-2E9A-87D2-17A5-9C6FDFBB5D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238" y="1480930"/>
            <a:ext cx="5101327" cy="4065105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849" y="2550693"/>
            <a:ext cx="5233151" cy="3152275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lvl="0"/>
            <a:endParaRPr lang="en-US" dirty="0"/>
          </a:p>
        </p:txBody>
      </p:sp>
      <p:sp>
        <p:nvSpPr>
          <p:cNvPr id="4" name="Slide Number Placeholder 28">
            <a:extLst>
              <a:ext uri="{FF2B5EF4-FFF2-40B4-BE49-F238E27FC236}">
                <a16:creationId xmlns:a16="http://schemas.microsoft.com/office/drawing/2014/main" id="{65BD9209-71AA-E282-C46F-2F9E068C9E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376BCAA8-8730-C56E-D398-058D215EBF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519919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lit Sc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3AD636-376F-F676-6A8D-3EDE4E869F90}"/>
              </a:ext>
            </a:extLst>
          </p:cNvPr>
          <p:cNvSpPr/>
          <p:nvPr userDrawn="1"/>
        </p:nvSpPr>
        <p:spPr>
          <a:xfrm>
            <a:off x="6140010" y="0"/>
            <a:ext cx="605199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850" y="2924375"/>
            <a:ext cx="4573578" cy="2416071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4" name="Slide Number Placeholder 28">
            <a:extLst>
              <a:ext uri="{FF2B5EF4-FFF2-40B4-BE49-F238E27FC236}">
                <a16:creationId xmlns:a16="http://schemas.microsoft.com/office/drawing/2014/main" id="{65BD9209-71AA-E282-C46F-2F9E068C9E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376BCAA8-8730-C56E-D398-058D215EBF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CF5F177-6AAB-74D9-C357-13D38F92C2DC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843520" y="2924375"/>
            <a:ext cx="4573578" cy="2416071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D6E5D8-C34F-5146-A88D-DA045D19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5212203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D327D0-CA7F-E525-7915-08EB934CB1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2650" y="2286001"/>
            <a:ext cx="4554538" cy="439589"/>
          </a:xfr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1D3655D-0E01-751A-C4AD-D72B543EF8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38607" y="2286001"/>
            <a:ext cx="4554538" cy="439589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868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List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7188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4F4E837-B477-25CB-E59D-D51511D0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47242" cy="41148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1120EEF-FE29-542E-B62F-FBA1DF0DA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74EE49F3-7BD7-7BFF-32D1-B625565C5B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FEE7E-FB78-B03C-5313-1A7D5CBF0C5B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6" name="Picture 5" descr="A purple circle with black background&#10;&#10;Description automatically generated">
            <a:extLst>
              <a:ext uri="{FF2B5EF4-FFF2-40B4-BE49-F238E27FC236}">
                <a16:creationId xmlns:a16="http://schemas.microsoft.com/office/drawing/2014/main" id="{252F1E04-5DF4-B8A4-988B-4D5B8DAAE5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8053" r="50000" b="-4546"/>
          <a:stretch/>
        </p:blipFill>
        <p:spPr>
          <a:xfrm>
            <a:off x="10431745" y="0"/>
            <a:ext cx="1760256" cy="19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23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1634-63E5-256F-6266-31D044AE9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7927" y="1425646"/>
            <a:ext cx="8156144" cy="2819918"/>
          </a:xfrm>
        </p:spPr>
        <p:txBody>
          <a:bodyPr lIns="0" anchor="t">
            <a:noAutofit/>
          </a:bodyPr>
          <a:lstStyle>
            <a:lvl1pPr algn="ctr">
              <a:lnSpc>
                <a:spcPts val="4200"/>
              </a:lnSpc>
              <a:defRPr sz="2800" b="0" i="0">
                <a:latin typeface="Space Grotesk Light" pitchFamily="2" charset="77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</a:t>
            </a:r>
            <a:r>
              <a:rPr lang="en-US"/>
              <a:t> mod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</a:t>
            </a:r>
            <a:br>
              <a:rPr lang="en-US"/>
            </a:br>
            <a:r>
              <a:rPr lang="en-US"/>
              <a:t>lorem ipsum dolor sit.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AFB58B-9F77-814B-EDBA-7B461F3B14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24B00F1-4190-E031-9689-223964E5C2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114" y="4628929"/>
            <a:ext cx="4515771" cy="417271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 i="0"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 algn="ctr">
              <a:buNone/>
              <a:defRPr b="0" i="0">
                <a:latin typeface="Space Grotesk Medium" pitchFamily="2" charset="77"/>
              </a:defRPr>
            </a:lvl2pPr>
            <a:lvl3pPr marL="914400" indent="0" algn="ctr">
              <a:buNone/>
              <a:defRPr b="0" i="0">
                <a:latin typeface="Space Grotesk Medium" pitchFamily="2" charset="77"/>
              </a:defRPr>
            </a:lvl3pPr>
            <a:lvl4pPr marL="1371600" indent="0" algn="ctr">
              <a:buNone/>
              <a:defRPr b="0" i="0">
                <a:latin typeface="Space Grotesk Medium" pitchFamily="2" charset="77"/>
              </a:defRPr>
            </a:lvl4pPr>
            <a:lvl5pPr marL="1828800" indent="0" algn="ctr">
              <a:buNone/>
              <a:defRPr b="0" i="0">
                <a:latin typeface="Space Grotesk Medium" pitchFamily="2" charset="77"/>
              </a:defRPr>
            </a:lvl5pPr>
          </a:lstStyle>
          <a:p>
            <a:pPr lvl="0"/>
            <a:r>
              <a:rPr lang="en-US"/>
              <a:t>Mike </a:t>
            </a:r>
            <a:r>
              <a:rPr lang="en-US" err="1"/>
              <a:t>Miskell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F76892D-E924-8B0C-E8C4-DD08E7208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4326" y="5046284"/>
            <a:ext cx="9063347" cy="417271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 algn="ctr">
              <a:buNone/>
              <a:defRPr b="0" i="0">
                <a:latin typeface="Space Grotesk Medium" pitchFamily="2" charset="77"/>
              </a:defRPr>
            </a:lvl2pPr>
            <a:lvl3pPr marL="914400" indent="0" algn="ctr">
              <a:buNone/>
              <a:defRPr b="0" i="0">
                <a:latin typeface="Space Grotesk Medium" pitchFamily="2" charset="77"/>
              </a:defRPr>
            </a:lvl3pPr>
            <a:lvl4pPr marL="1371600" indent="0" algn="ctr">
              <a:buNone/>
              <a:defRPr b="0" i="0">
                <a:latin typeface="Space Grotesk Medium" pitchFamily="2" charset="77"/>
              </a:defRPr>
            </a:lvl4pPr>
            <a:lvl5pPr marL="1828800" indent="0" algn="ctr">
              <a:buNone/>
              <a:defRPr b="0" i="0">
                <a:latin typeface="Space Grotesk Medium" pitchFamily="2" charset="77"/>
              </a:defRPr>
            </a:lvl5pPr>
          </a:lstStyle>
          <a:p>
            <a:pPr lvl="0"/>
            <a:r>
              <a:rPr lang="en-US"/>
              <a:t>Director of Process Improvement, Kaman Technologies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D815CA7-35D6-8AB4-5240-F3C304B965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8350" y="751357"/>
            <a:ext cx="495300" cy="406400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B82E34AD-0CE2-C9B2-31C3-19DA8FCCF26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E9175CC3-84C8-DEDC-C100-B8F789588EB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42C2B-666C-EFE8-9BD8-2D1F4DB80AFA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48023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- Blue">
    <p:bg>
      <p:bgPr>
        <a:gradFill>
          <a:gsLst>
            <a:gs pos="100000">
              <a:schemeClr val="accent2"/>
            </a:gs>
            <a:gs pos="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8813F25-85A1-B5C2-7D2C-A001E9B90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38409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3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6D76-2D50-E120-487A-422FCBFD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8E61C-DA98-2545-49D2-98F1279C29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671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- Orange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CD45233-B771-E7B0-4029-2404C7CB9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42906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3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6D76-2D50-E120-487A-422FCBFD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74FD8-7056-8316-E120-B6C9474B5D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789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- Light">
    <p:bg>
      <p:bgPr>
        <a:gradFill>
          <a:gsLst>
            <a:gs pos="100000">
              <a:schemeClr val="bg2">
                <a:lumMod val="75000"/>
              </a:schemeClr>
            </a:gs>
            <a:gs pos="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37AC1CE-E20D-80BD-9F01-7FE84DC9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21920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69096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B79F84-DB3D-50DC-B44D-D76CC321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EEC0A-AB31-66A3-D3F4-20732E5912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137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teps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222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222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 userDrawn="1"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326A8D08-9F14-4A4C-32DF-6C9BBCDBDA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4347" y="4319199"/>
            <a:ext cx="447611" cy="44761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AE66CA-D4EE-2E12-B2FB-B74908BFE6EC}"/>
              </a:ext>
            </a:extLst>
          </p:cNvPr>
          <p:cNvCxnSpPr>
            <a:cxnSpLocks/>
          </p:cNvCxnSpPr>
          <p:nvPr userDrawn="1"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3DD1B15-1F89-D692-96DF-15C1A83CCE4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519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B7FB43-7EC8-AC76-0A14-9E127743078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519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76B0C2-3052-DD16-45A9-7663A2CD150A}"/>
              </a:ext>
            </a:extLst>
          </p:cNvPr>
          <p:cNvCxnSpPr>
            <a:cxnSpLocks/>
          </p:cNvCxnSpPr>
          <p:nvPr userDrawn="1"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B48EFF02-6B39-3CE9-E7D1-AE9BDEC0A0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47" y="4319195"/>
            <a:ext cx="447615" cy="44761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9309B4-304A-FC0D-8549-80591AD1CE64}"/>
              </a:ext>
            </a:extLst>
          </p:cNvPr>
          <p:cNvCxnSpPr>
            <a:cxnSpLocks/>
          </p:cNvCxnSpPr>
          <p:nvPr userDrawn="1"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63B3056-5701-ED0F-13B7-F2662F97FC3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084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EF08A56E-B343-F409-94C2-D32AAB44CAB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6084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99A15F-CAF8-027F-0AEC-393C05604CE8}"/>
              </a:ext>
            </a:extLst>
          </p:cNvPr>
          <p:cNvCxnSpPr>
            <a:cxnSpLocks/>
          </p:cNvCxnSpPr>
          <p:nvPr userDrawn="1"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21447A28-4F4E-3BE3-B526-E0056E7CC7C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0548" y="4319195"/>
            <a:ext cx="447614" cy="44761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3402BA-C0B0-8B2F-7684-DE3E3868959C}"/>
              </a:ext>
            </a:extLst>
          </p:cNvPr>
          <p:cNvCxnSpPr>
            <a:cxnSpLocks/>
          </p:cNvCxnSpPr>
          <p:nvPr userDrawn="1"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080C401E-9045-93F2-5170-7B6C98B108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CA7A8BCD-C0B1-5332-2D40-AAF18AF26AC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70619-9FC4-2DA6-C0D0-F26356E616AB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4044057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080C401E-9045-93F2-5170-7B6C98B108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CA7A8BCD-C0B1-5332-2D40-AAF18AF26AC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70619-9FC4-2DA6-C0D0-F26356E616AB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4FA993-AF88-43C3-4262-94824BAEB8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8046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F1B4C1E7-3C8D-84C7-4790-EA403C711D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3596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3D04D9F-6CD3-302B-64DB-FCA545F0F7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333500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F9177777-54E4-A27E-C0D5-414E23E5C7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967951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096665B-8BF1-74D0-C489-A84DF1B67EF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1474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37C32106-2C44-EC83-580E-3437E547CC1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521379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41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teps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 userDrawn="1"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AE66CA-D4EE-2E12-B2FB-B74908BFE6EC}"/>
              </a:ext>
            </a:extLst>
          </p:cNvPr>
          <p:cNvCxnSpPr>
            <a:cxnSpLocks/>
          </p:cNvCxnSpPr>
          <p:nvPr userDrawn="1"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76B0C2-3052-DD16-45A9-7663A2CD150A}"/>
              </a:ext>
            </a:extLst>
          </p:cNvPr>
          <p:cNvCxnSpPr>
            <a:cxnSpLocks/>
          </p:cNvCxnSpPr>
          <p:nvPr userDrawn="1"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9309B4-304A-FC0D-8549-80591AD1CE64}"/>
              </a:ext>
            </a:extLst>
          </p:cNvPr>
          <p:cNvCxnSpPr>
            <a:cxnSpLocks/>
          </p:cNvCxnSpPr>
          <p:nvPr userDrawn="1"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99A15F-CAF8-027F-0AEC-393C05604CE8}"/>
              </a:ext>
            </a:extLst>
          </p:cNvPr>
          <p:cNvCxnSpPr>
            <a:cxnSpLocks/>
          </p:cNvCxnSpPr>
          <p:nvPr userDrawn="1"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3402BA-C0B0-8B2F-7684-DE3E3868959C}"/>
              </a:ext>
            </a:extLst>
          </p:cNvPr>
          <p:cNvCxnSpPr>
            <a:cxnSpLocks/>
          </p:cNvCxnSpPr>
          <p:nvPr userDrawn="1"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3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77251CC7-8E29-039C-A6D8-7C5C486B205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B220CB8F-120A-D1C0-14B2-ACB6D91707F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25F10-F4CA-B63D-3569-016E594138DB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98F64B-3862-30A3-D836-B3463E7CE5F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222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64E264-FDEB-F5E6-7B88-BC7B3D16766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519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AC59146-238B-BEBE-3705-C54F9A71618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084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A4B4726-7E07-7429-1A91-D02B1506B42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222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5C54291-D958-A5E1-3A43-1113F06C6D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4348" y="4293801"/>
            <a:ext cx="473008" cy="47300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723920E-E523-F9FB-EF40-F5A9BBA84DD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519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44F9ADD-86EC-EB4A-4456-7B81F8A503B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47" y="4293801"/>
            <a:ext cx="473009" cy="47300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7C85689-BDCE-A429-0E8B-9D209B69CF45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6084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15BD811D-F86E-82B2-5B8C-158BB47AB44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0548" y="4293801"/>
            <a:ext cx="473008" cy="47300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408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 - Orange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5A-A02C-A127-36B6-64E0CEA50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0" y="1649412"/>
            <a:ext cx="10464800" cy="3559175"/>
          </a:xfrm>
        </p:spPr>
        <p:txBody>
          <a:bodyPr lIns="0" tIns="0" bIns="0" anchor="ctr">
            <a:noAutofit/>
          </a:bodyPr>
          <a:lstStyle>
            <a:lvl1pPr marL="0" indent="0" algn="ctr">
              <a:lnSpc>
                <a:spcPct val="80000"/>
              </a:lnSpc>
              <a:tabLst/>
              <a:defRPr sz="25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$13M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58BBB-F991-FE84-98AF-E584FF9D70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05B73C6-0408-52BF-0A99-C3B5EC96D45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A9EC891C-FE08-69E7-A815-4A4490E7EEE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4AC09-B816-EB80-FC26-ED5BE9BC6424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37028585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 - Light">
    <p:bg>
      <p:bgPr>
        <a:gradFill>
          <a:gsLst>
            <a:gs pos="100000">
              <a:schemeClr val="bg2">
                <a:lumMod val="75000"/>
              </a:schemeClr>
            </a:gs>
            <a:gs pos="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5A-A02C-A127-36B6-64E0CEA50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0" y="1649412"/>
            <a:ext cx="10464800" cy="3559175"/>
          </a:xfrm>
        </p:spPr>
        <p:txBody>
          <a:bodyPr lIns="0" tIns="0" bIns="0" anchor="ctr">
            <a:noAutofit/>
          </a:bodyPr>
          <a:lstStyle>
            <a:lvl1pPr marL="0" indent="0" algn="ctr">
              <a:lnSpc>
                <a:spcPct val="80000"/>
              </a:lnSpc>
              <a:tabLst/>
              <a:defRPr sz="25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$13M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58BBB-F991-FE84-98AF-E584FF9D70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2B2733D5-9AAF-64AC-2413-AE7580A79D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9F9099D8-0766-AA1C-CE96-E7114787FB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0ABEF-5300-57A8-7D1F-A79B33E06121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8973781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907D1E-10D7-5D0C-B02D-0A49F809A6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296779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AD486-BB6E-4F73-F19D-2D62D81726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63790" y="0"/>
            <a:ext cx="312821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4C2D4-77DF-4445-3005-1D0D212039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011" y="0"/>
            <a:ext cx="312821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AF998-DAC6-320A-7C2A-DE5FA1C7F3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136231" y="0"/>
            <a:ext cx="296779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3DD1B15-1F89-D692-96DF-15C1A83CCE4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9939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B7FB43-7EC8-AC76-0A14-9E127743078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9939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9AB83B-3970-AA58-5E5A-9FB4D6E2E6D9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09939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3D24C33-3C7E-EC7B-E277-8FDC091E975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469708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64DA85F-9085-2E52-C671-86CC8901922B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469708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9B2E82-1E78-8C35-F5BA-628C6B92828E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469708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485C90F-3AE9-352D-14C8-3473FC59EFA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419206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7B8F4AE-B6DA-CB07-CFD5-196177AD9FB6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6441508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918C8E5-B32F-30DB-1A2F-FBD93C9A782D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441508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905B0-1F7A-3098-3D87-B4D0C46DEEA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401277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38F0F01-8CA0-322D-FD81-5A3BAA3B2DA9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9401277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5DEC288-D3AB-E659-AF92-FAC2AD0187D8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9401277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2" name="Slide Number Placeholder 28">
            <a:extLst>
              <a:ext uri="{FF2B5EF4-FFF2-40B4-BE49-F238E27FC236}">
                <a16:creationId xmlns:a16="http://schemas.microsoft.com/office/drawing/2014/main" id="{3F3DCBD3-8820-D724-EEA9-9FC57E8E303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558800" y="6264275"/>
            <a:ext cx="279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F75EB40D-C290-1A00-A30A-209415A36DC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882210" y="6264275"/>
            <a:ext cx="4554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BB7E62-83FD-FA61-4E49-3B99F77A837E}"/>
              </a:ext>
            </a:extLst>
          </p:cNvPr>
          <p:cNvCxnSpPr/>
          <p:nvPr userDrawn="1"/>
        </p:nvCxnSpPr>
        <p:spPr>
          <a:xfrm>
            <a:off x="3132221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9E524-D6E2-1C64-420B-D281ADA4C1D8}"/>
              </a:ext>
            </a:extLst>
          </p:cNvPr>
          <p:cNvCxnSpPr/>
          <p:nvPr userDrawn="1"/>
        </p:nvCxnSpPr>
        <p:spPr>
          <a:xfrm>
            <a:off x="6098445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6DA8CF-AE55-D0E1-C112-E1756297E0C6}"/>
              </a:ext>
            </a:extLst>
          </p:cNvPr>
          <p:cNvCxnSpPr/>
          <p:nvPr userDrawn="1"/>
        </p:nvCxnSpPr>
        <p:spPr>
          <a:xfrm>
            <a:off x="906466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728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48307F-569A-ACEB-7613-0AB60345B8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099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B398FF-4608-3C59-217C-6A40D91154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D4A0-1063-2432-FE10-22E229854B0F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9542598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D4A0-1063-2432-FE10-22E229854B0F}"/>
              </a:ext>
            </a:extLst>
          </p:cNvPr>
          <p:cNvSpPr txBox="1"/>
          <p:nvPr userDrawn="1"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bg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8560356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41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1EDD6-DF08-D054-8CB4-B5219E9F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2819-8CF0-6ED2-8F6B-1CEE1EF5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0FD5-D308-B238-09AE-9D3F591D9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24AB6-689F-4D94-89E3-667E6F78A9F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640B5-0807-F9FE-DC39-61BF57B64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| 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B08E-A102-F055-7747-2596A0391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C8E04-61AE-364F-9D16-6A67B5591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9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01" r:id="rId35"/>
    <p:sldLayoutId id="2147483686" r:id="rId36"/>
    <p:sldLayoutId id="2147483653" r:id="rId37"/>
    <p:sldLayoutId id="2147483678" r:id="rId38"/>
    <p:sldLayoutId id="2147483685" r:id="rId39"/>
    <p:sldLayoutId id="2147483673" r:id="rId40"/>
    <p:sldLayoutId id="2147483683" r:id="rId41"/>
    <p:sldLayoutId id="2147483674" r:id="rId42"/>
    <p:sldLayoutId id="2147483684" r:id="rId43"/>
    <p:sldLayoutId id="2147483663" r:id="rId44"/>
    <p:sldLayoutId id="2147483654" r:id="rId45"/>
    <p:sldLayoutId id="2147483651" r:id="rId46"/>
    <p:sldLayoutId id="2147483661" r:id="rId47"/>
    <p:sldLayoutId id="2147483677" r:id="rId48"/>
    <p:sldLayoutId id="2147483664" r:id="rId49"/>
    <p:sldLayoutId id="2147483687" r:id="rId50"/>
    <p:sldLayoutId id="2147483675" r:id="rId51"/>
    <p:sldLayoutId id="2147483662" r:id="rId52"/>
    <p:sldLayoutId id="2147483676" r:id="rId53"/>
    <p:sldLayoutId id="2147483672" r:id="rId54"/>
    <p:sldLayoutId id="2147483670" r:id="rId55"/>
    <p:sldLayoutId id="2147483681" r:id="rId56"/>
    <p:sldLayoutId id="2147483682" r:id="rId57"/>
    <p:sldLayoutId id="2147483737" r:id="rId5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3840" userDrawn="1">
          <p15:clr>
            <a:srgbClr val="F26B43"/>
          </p15:clr>
        </p15:guide>
        <p15:guide id="14" pos="528" userDrawn="1">
          <p15:clr>
            <a:srgbClr val="F26B43"/>
          </p15:clr>
        </p15:guide>
        <p15:guide id="15" orient="horz" pos="2160" userDrawn="1">
          <p15:clr>
            <a:srgbClr val="F26B43"/>
          </p15:clr>
        </p15:guide>
        <p15:guide id="16" orient="horz" pos="144" userDrawn="1">
          <p15:clr>
            <a:srgbClr val="F26B43"/>
          </p15:clr>
        </p15:guide>
        <p15:guide id="17" orient="horz" pos="720" userDrawn="1">
          <p15:clr>
            <a:srgbClr val="F26B43"/>
          </p15:clr>
        </p15:guide>
        <p15:guide id="18" pos="7152" userDrawn="1">
          <p15:clr>
            <a:srgbClr val="F26B43"/>
          </p15:clr>
        </p15:guide>
        <p15:guide id="19" orient="horz" pos="432" userDrawn="1">
          <p15:clr>
            <a:srgbClr val="F26B43"/>
          </p15:clr>
        </p15:guide>
        <p15:guide id="20" orient="horz" pos="1008" userDrawn="1">
          <p15:clr>
            <a:srgbClr val="F26B43"/>
          </p15:clr>
        </p15:guide>
        <p15:guide id="21" orient="horz" pos="1296" userDrawn="1">
          <p15:clr>
            <a:srgbClr val="F26B43"/>
          </p15:clr>
        </p15:guide>
        <p15:guide id="22" orient="horz" pos="4176" userDrawn="1">
          <p15:clr>
            <a:srgbClr val="F26B43"/>
          </p15:clr>
        </p15:guide>
        <p15:guide id="23" orient="horz" pos="3096" userDrawn="1">
          <p15:clr>
            <a:srgbClr val="F26B43"/>
          </p15:clr>
        </p15:guide>
        <p15:guide id="2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ristyna-ferris-dataonwheels/" TargetMode="External"/><Relationship Id="rId2" Type="http://schemas.openxmlformats.org/officeDocument/2006/relationships/hyperlink" Target="https://dataonwheels.wordpres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8EF7-DA21-3EBA-45BD-07A52093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4CC0-0BC0-32AF-31FE-4FAA52F6B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39" y="417576"/>
            <a:ext cx="11956774" cy="1249394"/>
          </a:xfrm>
        </p:spPr>
        <p:txBody>
          <a:bodyPr anchor="ctr">
            <a:noAutofit/>
          </a:bodyPr>
          <a:lstStyle/>
          <a:p>
            <a:r>
              <a:rPr lang="en-US" sz="4000" dirty="0">
                <a:latin typeface="Atkinson Hyperlegible" pitchFamily="2" charset="0"/>
              </a:rPr>
              <a:t>Fabric Admin 101</a:t>
            </a:r>
            <a:br>
              <a:rPr lang="en-US" sz="4000" dirty="0">
                <a:latin typeface="Atkinson Hyperlegible" pitchFamily="2" charset="0"/>
              </a:rPr>
            </a:br>
            <a:br>
              <a:rPr lang="en-US" sz="2400" dirty="0">
                <a:latin typeface="Atkinson Hyperlegible" pitchFamily="2" charset="0"/>
              </a:rPr>
            </a:br>
            <a:r>
              <a:rPr lang="en-US" sz="2400" dirty="0">
                <a:latin typeface="Atkinson Hyperlegible" pitchFamily="2" charset="0"/>
              </a:rPr>
              <a:t>Settings, Tools, and Monitoring that Keep the Lights On and the Bills Down</a:t>
            </a:r>
            <a:endParaRPr lang="en-US" sz="2400" i="1" dirty="0">
              <a:latin typeface="Atkinson Hyperlegible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1F2B7-624E-CB63-0A92-F5F50421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804" y="2492829"/>
            <a:ext cx="10909643" cy="687406"/>
          </a:xfrm>
        </p:spPr>
        <p:txBody>
          <a:bodyPr anchor="ctr"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Kristyna Ferris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B793C5E-E286-7E86-B510-811E947CA9C5}"/>
              </a:ext>
            </a:extLst>
          </p:cNvPr>
          <p:cNvSpPr txBox="1">
            <a:spLocks/>
          </p:cNvSpPr>
          <p:nvPr/>
        </p:nvSpPr>
        <p:spPr>
          <a:xfrm>
            <a:off x="557711" y="5937593"/>
            <a:ext cx="11329489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cs typeface="Arial" panose="020B0604020202020204" pitchFamily="34" charset="0"/>
              </a:rPr>
              <a:t>Fun Fact: this font is dyslexic friendly! Ask me how to use it for free after the session.</a:t>
            </a:r>
          </a:p>
        </p:txBody>
      </p:sp>
      <p:pic>
        <p:nvPicPr>
          <p:cNvPr id="5" name="Picture 4" descr="A road with bushes and trees in the background&#10;&#10;AI-generated content may be incorrect.">
            <a:extLst>
              <a:ext uri="{FF2B5EF4-FFF2-40B4-BE49-F238E27FC236}">
                <a16:creationId xmlns:a16="http://schemas.microsoft.com/office/drawing/2014/main" id="{844378CF-9F79-1460-5ACF-49DE1563ED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4" b="24271"/>
          <a:stretch>
            <a:fillRect/>
          </a:stretch>
        </p:blipFill>
        <p:spPr>
          <a:xfrm>
            <a:off x="7388" y="3543300"/>
            <a:ext cx="12190476" cy="221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2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323EE-8834-379B-D29E-82A02A099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0CC65-2D84-3E12-28E3-8CF5E276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5125"/>
            <a:ext cx="6522720" cy="128325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Me ~ Kristyna Ferris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38228-38FE-B0FF-35BD-580808EBD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60" y="1873905"/>
            <a:ext cx="7048670" cy="489868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100" dirty="0"/>
              <a:t>Microsoft MVP, Data Platform &amp; Fabric</a:t>
            </a:r>
            <a:br>
              <a:rPr lang="en-US" sz="2100" dirty="0"/>
            </a:br>
            <a:r>
              <a:rPr lang="en-US" sz="2100" dirty="0"/>
              <a:t>Solution Architect, P3 Adaptive</a:t>
            </a:r>
            <a:br>
              <a:rPr lang="en-US" sz="2100" dirty="0"/>
            </a:br>
            <a:r>
              <a:rPr lang="en-US" sz="2100" dirty="0"/>
              <a:t>Lexington Data Tech Group co-organizer </a:t>
            </a:r>
            <a:br>
              <a:rPr lang="en-US" sz="2100" dirty="0"/>
            </a:br>
            <a:r>
              <a:rPr lang="en-US" sz="2100" dirty="0" err="1"/>
              <a:t>DataOnWheels</a:t>
            </a:r>
            <a:r>
              <a:rPr lang="en-US" sz="2100" dirty="0"/>
              <a:t> Author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/>
              <a:t>Blog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https://dataonwheels.wordpress.com/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LinkedIn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0" i="0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https://www.linkedin.com/in/kristyna-ferris-dataonwheels/</a:t>
            </a:r>
            <a:br>
              <a:rPr lang="en-US" sz="2000" b="0" i="0" dirty="0">
                <a:effectLst/>
              </a:rPr>
            </a:b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Twitter &amp; Bluesky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@data_dragoness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6DAA21-4287-0C6E-B609-B641D096C7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6" r="5406"/>
          <a:stretch/>
        </p:blipFill>
        <p:spPr>
          <a:xfrm>
            <a:off x="458525" y="857692"/>
            <a:ext cx="4478416" cy="5021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349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0B625E-CD8B-8CEC-12A3-D905E0980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93945"/>
            <a:ext cx="11750039" cy="64106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My Least Favorite “Oh No” Moments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ACC833C-F9DE-4F86-BD1A-8E5E46965699}"/>
              </a:ext>
            </a:extLst>
          </p:cNvPr>
          <p:cNvSpPr txBox="1">
            <a:spLocks/>
          </p:cNvSpPr>
          <p:nvPr/>
        </p:nvSpPr>
        <p:spPr>
          <a:xfrm>
            <a:off x="678230" y="1527811"/>
            <a:ext cx="10863799" cy="5252084"/>
          </a:xfrm>
          <a:prstGeom prst="rect">
            <a:avLst/>
          </a:prstGeom>
          <a:noFill/>
        </p:spPr>
        <p:txBody>
          <a:bodyPr vert="horz" lIns="0" tIns="45720" rIns="91440" bIns="45720" numCol="1" spcCol="45720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pace Grotesk" pitchFamily="2" charset="77"/>
                <a:ea typeface="+mj-ea"/>
                <a:cs typeface="+mj-cs"/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2023: F64 capacity hit 6k% capacity usage in two hours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endParaRPr lang="en-US" sz="2400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2025: F128 capacity with 8k workspaces frequently, but irregularly, spiked with interactive utilization 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endParaRPr lang="en-US" sz="2400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2026: Post load balancing, had an executive reporting capacity get taken down by a new dataflow that took 6 hours to run</a:t>
            </a:r>
          </a:p>
        </p:txBody>
      </p:sp>
    </p:spTree>
    <p:extLst>
      <p:ext uri="{BB962C8B-B14F-4D97-AF65-F5344CB8AC3E}">
        <p14:creationId xmlns:p14="http://schemas.microsoft.com/office/powerpoint/2010/main" val="319192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1EA1-A587-8A02-5AC0-DB9C4A5F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93F383-0153-E2DE-9B9E-61A15755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081" y="293945"/>
            <a:ext cx="10281507" cy="64106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Let’s go from</a:t>
            </a:r>
          </a:p>
        </p:txBody>
      </p:sp>
      <p:pic>
        <p:nvPicPr>
          <p:cNvPr id="6" name="Picture 5" descr="Ralph Wiggum The Simpsons GIF - Ralph wiggum The simpsons Simpsons ...">
            <a:extLst>
              <a:ext uri="{FF2B5EF4-FFF2-40B4-BE49-F238E27FC236}">
                <a16:creationId xmlns:a16="http://schemas.microsoft.com/office/drawing/2014/main" id="{890C13F4-A271-D420-7C9D-99CE12CBC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1659255"/>
            <a:ext cx="47434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3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1ABC3-28C1-F513-17BE-EDA1C83A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9A1E32-A4FA-1D61-9216-8F20FA08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293945"/>
            <a:ext cx="11719559" cy="64106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88EA9-CDE6-45C8-E60C-4B746BFCB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30" y="1681162"/>
            <a:ext cx="9160339" cy="430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4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CE65F-E073-0DE1-847F-FD5C1792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31D900-AAA5-9EA4-1BFB-3621DFD2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081" y="293945"/>
            <a:ext cx="10281507" cy="64106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The Realm Defender’s Path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1A837FA-ED37-F96B-BEEA-5F9FC20F747F}"/>
              </a:ext>
            </a:extLst>
          </p:cNvPr>
          <p:cNvSpPr/>
          <p:nvPr/>
        </p:nvSpPr>
        <p:spPr>
          <a:xfrm>
            <a:off x="533400" y="1729740"/>
            <a:ext cx="3291840" cy="435102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46F530F-5A2E-C550-0EA2-B4EF67EE45C0}"/>
              </a:ext>
            </a:extLst>
          </p:cNvPr>
          <p:cNvSpPr/>
          <p:nvPr/>
        </p:nvSpPr>
        <p:spPr>
          <a:xfrm>
            <a:off x="818517" y="26441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sz="2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C835FA8-9E92-CDE2-CBC6-F36C793CD4D7}"/>
              </a:ext>
            </a:extLst>
          </p:cNvPr>
          <p:cNvSpPr/>
          <p:nvPr/>
        </p:nvSpPr>
        <p:spPr>
          <a:xfrm>
            <a:off x="772596" y="3342943"/>
            <a:ext cx="2652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8899AA"/>
                </a:solidFill>
                <a:ea typeface="Calibri" pitchFamily="34" charset="-122"/>
                <a:cs typeface="Calibri" pitchFamily="34" charset="-120"/>
              </a:rPr>
              <a:t>"You can finally see</a:t>
            </a: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rgbClr val="8899AA"/>
                </a:solidFill>
                <a:ea typeface="Calibri" pitchFamily="34" charset="-122"/>
                <a:cs typeface="Calibri" pitchFamily="34" charset="-120"/>
              </a:rPr>
              <a:t>what's in the dark"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21C2F04-43E4-CED2-6DCD-D89B485598FD}"/>
              </a:ext>
            </a:extLst>
          </p:cNvPr>
          <p:cNvSpPr/>
          <p:nvPr/>
        </p:nvSpPr>
        <p:spPr>
          <a:xfrm>
            <a:off x="635841" y="4270993"/>
            <a:ext cx="3136111" cy="172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Tenant settings that matter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Admin portal orientation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Capacity settings</a:t>
            </a:r>
            <a:endParaRPr lang="en-US" sz="20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7366202-3F2A-B59A-FC35-895CD62A6F2D}"/>
              </a:ext>
            </a:extLst>
          </p:cNvPr>
          <p:cNvSpPr/>
          <p:nvPr/>
        </p:nvSpPr>
        <p:spPr>
          <a:xfrm>
            <a:off x="4434892" y="1761793"/>
            <a:ext cx="3291840" cy="435102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9D9B9CD-591B-6F93-FE93-98701B5E424F}"/>
              </a:ext>
            </a:extLst>
          </p:cNvPr>
          <p:cNvSpPr/>
          <p:nvPr/>
        </p:nvSpPr>
        <p:spPr>
          <a:xfrm>
            <a:off x="4672625" y="2644140"/>
            <a:ext cx="2793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sz="2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FE16150-2070-02BD-9AAE-02AA5ABE399F}"/>
              </a:ext>
            </a:extLst>
          </p:cNvPr>
          <p:cNvSpPr/>
          <p:nvPr/>
        </p:nvSpPr>
        <p:spPr>
          <a:xfrm>
            <a:off x="4926330" y="331089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8899AA"/>
                </a:solidFill>
                <a:ea typeface="Calibri" pitchFamily="34" charset="-122"/>
                <a:cs typeface="Calibri" pitchFamily="34" charset="-120"/>
              </a:rPr>
              <a:t>"Armed, trained, and</a:t>
            </a: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rgbClr val="8899AA"/>
                </a:solidFill>
                <a:ea typeface="Calibri" pitchFamily="34" charset="-122"/>
                <a:cs typeface="Calibri" pitchFamily="34" charset="-120"/>
              </a:rPr>
              <a:t>holding the line"</a:t>
            </a:r>
            <a:endParaRPr lang="en-US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07677A1-314A-160B-A3AE-42DC168950FB}"/>
              </a:ext>
            </a:extLst>
          </p:cNvPr>
          <p:cNvSpPr/>
          <p:nvPr/>
        </p:nvSpPr>
        <p:spPr>
          <a:xfrm>
            <a:off x="4611515" y="4270993"/>
            <a:ext cx="28545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Capacity Metrics App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FUAM activity monitoring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Community tools</a:t>
            </a:r>
            <a:endParaRPr lang="en-US" sz="20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76DD3EF0-FBE9-A4C7-87E4-9C347BD06B2B}"/>
              </a:ext>
            </a:extLst>
          </p:cNvPr>
          <p:cNvSpPr/>
          <p:nvPr/>
        </p:nvSpPr>
        <p:spPr>
          <a:xfrm>
            <a:off x="8389672" y="1729740"/>
            <a:ext cx="3291840" cy="435102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16981D8B-31BC-EC4F-DAEC-0FAEBC5C14E2}"/>
              </a:ext>
            </a:extLst>
          </p:cNvPr>
          <p:cNvSpPr/>
          <p:nvPr/>
        </p:nvSpPr>
        <p:spPr>
          <a:xfrm>
            <a:off x="8561122" y="2644140"/>
            <a:ext cx="2948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ea typeface="Calibri" pitchFamily="34" charset="-122"/>
                <a:cs typeface="Calibri" pitchFamily="34" charset="-120"/>
              </a:rPr>
              <a:t>REALM PROTECTOR</a:t>
            </a:r>
            <a:endParaRPr lang="en-US" sz="24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CE77F3EC-2D8D-E10D-71F9-834314E4D357}"/>
              </a:ext>
            </a:extLst>
          </p:cNvPr>
          <p:cNvSpPr/>
          <p:nvPr/>
        </p:nvSpPr>
        <p:spPr>
          <a:xfrm>
            <a:off x="8624322" y="3310890"/>
            <a:ext cx="28225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i="1" dirty="0">
                <a:solidFill>
                  <a:srgbClr val="8899AA"/>
                </a:solidFill>
                <a:ea typeface="Calibri" pitchFamily="34" charset="-122"/>
                <a:cs typeface="Calibri" pitchFamily="34" charset="-120"/>
              </a:rPr>
              <a:t>"You fireproof the village</a:t>
            </a: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rgbClr val="8899AA"/>
                </a:solidFill>
                <a:ea typeface="Calibri" pitchFamily="34" charset="-122"/>
                <a:cs typeface="Calibri" pitchFamily="34" charset="-120"/>
              </a:rPr>
              <a:t>before the dragon arrives"</a:t>
            </a:r>
            <a:endParaRPr lang="en-US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7833A00B-2981-E013-1587-FB010F64E3F1}"/>
              </a:ext>
            </a:extLst>
          </p:cNvPr>
          <p:cNvSpPr/>
          <p:nvPr/>
        </p:nvSpPr>
        <p:spPr>
          <a:xfrm>
            <a:off x="8561122" y="4270993"/>
            <a:ext cx="29489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Notebook guardrails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Capacity data capture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Proactive cost control</a:t>
            </a:r>
            <a:endParaRPr lang="en-US" sz="2000" dirty="0"/>
          </a:p>
        </p:txBody>
      </p:sp>
      <p:pic>
        <p:nvPicPr>
          <p:cNvPr id="34" name="Picture 33" descr="Minecraft Torch Replica at Jill Ford blog">
            <a:extLst>
              <a:ext uri="{FF2B5EF4-FFF2-40B4-BE49-F238E27FC236}">
                <a16:creationId xmlns:a16="http://schemas.microsoft.com/office/drawing/2014/main" id="{8A7A1022-72FD-B18E-CE04-36CD78ABE7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1796378" y="1641374"/>
            <a:ext cx="815036" cy="1002766"/>
          </a:xfrm>
          <a:prstGeom prst="rect">
            <a:avLst/>
          </a:prstGeom>
        </p:spPr>
      </p:pic>
      <p:pic>
        <p:nvPicPr>
          <p:cNvPr id="35" name="Picture 34" descr="Shield pixel icon. 8 bit shield sign. Arcade game symbol. Game shield ...">
            <a:extLst>
              <a:ext uri="{FF2B5EF4-FFF2-40B4-BE49-F238E27FC236}">
                <a16:creationId xmlns:a16="http://schemas.microsoft.com/office/drawing/2014/main" id="{57BFABBD-8361-23C2-DDD8-BEC475C65B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83656" y="1703373"/>
            <a:ext cx="971348" cy="971348"/>
          </a:xfrm>
          <a:prstGeom prst="rect">
            <a:avLst/>
          </a:prstGeom>
        </p:spPr>
      </p:pic>
      <p:pic>
        <p:nvPicPr>
          <p:cNvPr id="36" name="Picture 35" descr="Premium PSD | 8bit pixel art sword on transparent background">
            <a:extLst>
              <a:ext uri="{FF2B5EF4-FFF2-40B4-BE49-F238E27FC236}">
                <a16:creationId xmlns:a16="http://schemas.microsoft.com/office/drawing/2014/main" id="{07B75501-A7BC-4BEC-C6CA-0F61FE6CD8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71314" y="1703373"/>
            <a:ext cx="971348" cy="97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0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Text 1"/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Light the Torch</a:t>
            </a:r>
            <a:endParaRPr lang="en-US" sz="40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18" y="1567800"/>
            <a:ext cx="10592507" cy="4354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There are 171 tenant settings with new ones being </a:t>
            </a:r>
            <a:r>
              <a:rPr lang="en-US" sz="2400" b="1" dirty="0">
                <a:ea typeface="Calibri" pitchFamily="34" charset="-122"/>
                <a:cs typeface="Calibri" pitchFamily="34" charset="-120"/>
              </a:rPr>
              <a:t>added/updated daily</a:t>
            </a:r>
            <a:r>
              <a:rPr lang="en-US" sz="2400" dirty="0">
                <a:ea typeface="Calibri" pitchFamily="34" charset="-122"/>
                <a:cs typeface="Calibri" pitchFamily="34" charset="-120"/>
              </a:rPr>
              <a:t>. </a:t>
            </a:r>
          </a:p>
          <a:p>
            <a:endParaRPr lang="en-US" sz="2400" dirty="0"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Don’t recommend making a SCD type 2 table of this by the way, it will only drive you crazy with how often these descriptions and names are changed. </a:t>
            </a:r>
          </a:p>
          <a:p>
            <a:endParaRPr lang="en-US" sz="2400" dirty="0"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Thankfully, there is a site where you can get up-to-date information about the settings available. </a:t>
            </a:r>
          </a:p>
          <a:p>
            <a:endParaRPr lang="en-US" sz="2400" dirty="0"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We’ll cover a few of the first settings I set up. </a:t>
            </a:r>
            <a:endParaRPr lang="en-US" sz="2400" dirty="0"/>
          </a:p>
        </p:txBody>
      </p:sp>
      <p:pic>
        <p:nvPicPr>
          <p:cNvPr id="17" name="Picture 16" descr="Minecraft Torch Replica at Jill Ford blog">
            <a:extLst>
              <a:ext uri="{FF2B5EF4-FFF2-40B4-BE49-F238E27FC236}">
                <a16:creationId xmlns:a16="http://schemas.microsoft.com/office/drawing/2014/main" id="{0ED40536-473C-AB32-DA32-1B8C84A0B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19962" y="365760"/>
            <a:ext cx="7136357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Critical Security Settings</a:t>
            </a:r>
            <a:endParaRPr lang="en-US" sz="4000" dirty="0">
              <a:latin typeface="+mj-lt"/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525770EA-B2FF-4366-6AD0-DA3122779D8E}"/>
              </a:ext>
            </a:extLst>
          </p:cNvPr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796933C-B418-F038-C409-7A2466BC3326}"/>
              </a:ext>
            </a:extLst>
          </p:cNvPr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pic>
        <p:nvPicPr>
          <p:cNvPr id="24" name="Picture 23" descr="Minecraft Torch Replica at Jill Ford blog">
            <a:extLst>
              <a:ext uri="{FF2B5EF4-FFF2-40B4-BE49-F238E27FC236}">
                <a16:creationId xmlns:a16="http://schemas.microsoft.com/office/drawing/2014/main" id="{BDFA36B5-D952-3A6A-C93E-3F1E61F3E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BB758A38-05AE-0F01-33D0-C945AAB060CD}"/>
              </a:ext>
            </a:extLst>
          </p:cNvPr>
          <p:cNvSpPr/>
          <p:nvPr/>
        </p:nvSpPr>
        <p:spPr>
          <a:xfrm>
            <a:off x="553482" y="434172"/>
            <a:ext cx="600719" cy="5964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BD702CE7-EAB3-721E-DF7E-3878EFBC7867}"/>
              </a:ext>
            </a:extLst>
          </p:cNvPr>
          <p:cNvSpPr/>
          <p:nvPr/>
        </p:nvSpPr>
        <p:spPr>
          <a:xfrm>
            <a:off x="731520" y="1707687"/>
            <a:ext cx="10447171" cy="4941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Publish to web – disable! Trust me, you don’t need this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Guest users can access Microsoft Fabric – disable or restrict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Users can invite guest users to collaborate through item sharing and permissions – disable or restrict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External data sharing – disable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Allow shareable links to grant access to everyone in the org – disable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Users can send email subscriptions to external users - disable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9562-13FB-F4DC-4095-0B609BF1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48342ED7-AD8D-DE1D-3F3F-C104B0B2946E}"/>
              </a:ext>
            </a:extLst>
          </p:cNvPr>
          <p:cNvSpPr/>
          <p:nvPr/>
        </p:nvSpPr>
        <p:spPr>
          <a:xfrm>
            <a:off x="1519962" y="365760"/>
            <a:ext cx="7136357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Critical Governance Settings 1</a:t>
            </a:r>
            <a:endParaRPr lang="en-US" sz="4000" dirty="0">
              <a:latin typeface="+mj-lt"/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D5696A24-CA08-132D-EF99-188EE67E8BA1}"/>
              </a:ext>
            </a:extLst>
          </p:cNvPr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E2B312C-8962-C495-B95F-EE6E5AD54023}"/>
              </a:ext>
            </a:extLst>
          </p:cNvPr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pic>
        <p:nvPicPr>
          <p:cNvPr id="24" name="Picture 23" descr="Minecraft Torch Replica at Jill Ford blog">
            <a:extLst>
              <a:ext uri="{FF2B5EF4-FFF2-40B4-BE49-F238E27FC236}">
                <a16:creationId xmlns:a16="http://schemas.microsoft.com/office/drawing/2014/main" id="{AF62CE10-DF78-1571-76F2-E2D6AB3CB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5ABDF46C-6135-94E6-B743-693D13EF4FFF}"/>
              </a:ext>
            </a:extLst>
          </p:cNvPr>
          <p:cNvSpPr/>
          <p:nvPr/>
        </p:nvSpPr>
        <p:spPr>
          <a:xfrm>
            <a:off x="553482" y="434172"/>
            <a:ext cx="600719" cy="5964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98019952-4C5A-932E-502F-19B56BFD84E3}"/>
              </a:ext>
            </a:extLst>
          </p:cNvPr>
          <p:cNvSpPr/>
          <p:nvPr/>
        </p:nvSpPr>
        <p:spPr>
          <a:xfrm>
            <a:off x="731521" y="1707687"/>
            <a:ext cx="9883998" cy="4941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Users can create Fabric Items – limit to security groups. This one saves you from worrying about a ton of little settings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Export to Excel – limit to security groups if possible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Service principals can call Fabric public APIS – limit to security groups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5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36C9-D299-07F7-AAF0-9514A63A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97623DF4-F42A-93D4-AA3B-8003C41876C3}"/>
              </a:ext>
            </a:extLst>
          </p:cNvPr>
          <p:cNvSpPr/>
          <p:nvPr/>
        </p:nvSpPr>
        <p:spPr>
          <a:xfrm>
            <a:off x="1519962" y="365760"/>
            <a:ext cx="7136357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Critical Governance Settings 2</a:t>
            </a:r>
            <a:endParaRPr lang="en-US" sz="4000" dirty="0">
              <a:latin typeface="+mj-lt"/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386C7F85-2034-BDCA-6D76-CC8A4B53E283}"/>
              </a:ext>
            </a:extLst>
          </p:cNvPr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607301F-6581-0C22-C92F-7D6EAC9DFB1C}"/>
              </a:ext>
            </a:extLst>
          </p:cNvPr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pic>
        <p:nvPicPr>
          <p:cNvPr id="24" name="Picture 23" descr="Minecraft Torch Replica at Jill Ford blog">
            <a:extLst>
              <a:ext uri="{FF2B5EF4-FFF2-40B4-BE49-F238E27FC236}">
                <a16:creationId xmlns:a16="http://schemas.microsoft.com/office/drawing/2014/main" id="{70A4B4C4-18CE-27A1-4AA9-2CB44098C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DA599147-29C8-1DD0-3AA3-6A658713C3F5}"/>
              </a:ext>
            </a:extLst>
          </p:cNvPr>
          <p:cNvSpPr/>
          <p:nvPr/>
        </p:nvSpPr>
        <p:spPr>
          <a:xfrm>
            <a:off x="553482" y="434172"/>
            <a:ext cx="600719" cy="59647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CE31CF5F-5894-43FD-4EAA-41858BD560A9}"/>
              </a:ext>
            </a:extLst>
          </p:cNvPr>
          <p:cNvSpPr/>
          <p:nvPr/>
        </p:nvSpPr>
        <p:spPr>
          <a:xfrm>
            <a:off x="731520" y="1707687"/>
            <a:ext cx="10713619" cy="4941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workspaces – limit to security groups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Users can try Microsoft Fabric paid features. Turn this off unless you want people to spin up trial capacities.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Users can use copilot and other features powered by Azure OpenAI. Restrict this to specific groups until you know your capacity impact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6046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F2F9-AA10-6592-A4C5-57D7B492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F7134339-3E47-0A5F-2AE6-F1ED4973F51C}"/>
              </a:ext>
            </a:extLst>
          </p:cNvPr>
          <p:cNvSpPr/>
          <p:nvPr/>
        </p:nvSpPr>
        <p:spPr>
          <a:xfrm>
            <a:off x="1519962" y="365760"/>
            <a:ext cx="7136357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Quality of Life</a:t>
            </a:r>
            <a:endParaRPr lang="en-US" sz="4000" dirty="0">
              <a:latin typeface="+mj-lt"/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4063148C-DE43-BE31-F595-A7A91D87B055}"/>
              </a:ext>
            </a:extLst>
          </p:cNvPr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B4FA86FB-81D8-0F5F-B5AA-6BA2CC4AF3C7}"/>
              </a:ext>
            </a:extLst>
          </p:cNvPr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pic>
        <p:nvPicPr>
          <p:cNvPr id="24" name="Picture 23" descr="Minecraft Torch Replica at Jill Ford blog">
            <a:extLst>
              <a:ext uri="{FF2B5EF4-FFF2-40B4-BE49-F238E27FC236}">
                <a16:creationId xmlns:a16="http://schemas.microsoft.com/office/drawing/2014/main" id="{BBDFD351-A2C4-6CD2-5FA7-A7D1EE3E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6AF76F90-DC51-D4E9-78F1-F26643990261}"/>
              </a:ext>
            </a:extLst>
          </p:cNvPr>
          <p:cNvSpPr/>
          <p:nvPr/>
        </p:nvSpPr>
        <p:spPr>
          <a:xfrm>
            <a:off x="553482" y="434172"/>
            <a:ext cx="600719" cy="596477"/>
          </a:xfrm>
          <a:prstGeom prst="ellipse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04B8116-6238-CA9F-0A99-0CCEB4E6A055}"/>
              </a:ext>
            </a:extLst>
          </p:cNvPr>
          <p:cNvSpPr/>
          <p:nvPr/>
        </p:nvSpPr>
        <p:spPr>
          <a:xfrm>
            <a:off x="743632" y="1562287"/>
            <a:ext cx="10519838" cy="5195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Users are alerted to upcoming conferences – disable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Define workspace retention period - enable. Allows you to extend the soft-delete window beyond 7 days to recover accidentally deleted workspaces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Fabric item recovery – enable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Product Feedback – disable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All Power BI users can see “Set Alert” button to create Fabric Activator alerts – disable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Receive email and Teams notifications for service outages or incidents – enable for mail-enabled security groups</a:t>
            </a:r>
          </a:p>
        </p:txBody>
      </p:sp>
    </p:spTree>
    <p:extLst>
      <p:ext uri="{BB962C8B-B14F-4D97-AF65-F5344CB8AC3E}">
        <p14:creationId xmlns:p14="http://schemas.microsoft.com/office/powerpoint/2010/main" val="2076804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/>
              <a:t>Capacity Settings</a:t>
            </a: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D7F85BEE-7BEE-57B3-87E3-A9360D2D252A}"/>
              </a:ext>
            </a:extLst>
          </p:cNvPr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03EDC08D-1FDD-3FCB-C896-02DFA420998D}"/>
              </a:ext>
            </a:extLst>
          </p:cNvPr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pic>
        <p:nvPicPr>
          <p:cNvPr id="24" name="Picture 23" descr="Minecraft Torch Replica at Jill Ford blog">
            <a:extLst>
              <a:ext uri="{FF2B5EF4-FFF2-40B4-BE49-F238E27FC236}">
                <a16:creationId xmlns:a16="http://schemas.microsoft.com/office/drawing/2014/main" id="{ED7C390F-9035-0EE4-F80D-A6518C69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E390DC1-2CA8-BAB2-CAB1-F8BA1D75BD44}"/>
              </a:ext>
            </a:extLst>
          </p:cNvPr>
          <p:cNvSpPr/>
          <p:nvPr/>
        </p:nvSpPr>
        <p:spPr>
          <a:xfrm>
            <a:off x="743631" y="1750077"/>
            <a:ext cx="11301015" cy="500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Set up notifications on capacity usage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Set up surge protection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Set up capacity overage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Set certain workspaces as mission critical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4F13-6D8B-D8F1-BDF0-51F59557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6512E4AD-D69B-B868-E36E-5926D0F50A98}"/>
              </a:ext>
            </a:extLst>
          </p:cNvPr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Demo time! </a:t>
            </a:r>
            <a:endParaRPr lang="en-US" sz="4000" dirty="0">
              <a:latin typeface="+mj-lt"/>
            </a:endParaRP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73E89E18-BA2F-8B54-7A30-AD9928B2347D}"/>
              </a:ext>
            </a:extLst>
          </p:cNvPr>
          <p:cNvSpPr/>
          <p:nvPr/>
        </p:nvSpPr>
        <p:spPr>
          <a:xfrm>
            <a:off x="9022080" y="304800"/>
            <a:ext cx="2804160" cy="512064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1139448C-EA7D-1E0F-D3CE-1C6B4B8A7419}"/>
              </a:ext>
            </a:extLst>
          </p:cNvPr>
          <p:cNvSpPr/>
          <p:nvPr/>
        </p:nvSpPr>
        <p:spPr>
          <a:xfrm>
            <a:off x="9779514" y="304800"/>
            <a:ext cx="19491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pic>
        <p:nvPicPr>
          <p:cNvPr id="24" name="Picture 23" descr="Minecraft Torch Replica at Jill Ford blog">
            <a:extLst>
              <a:ext uri="{FF2B5EF4-FFF2-40B4-BE49-F238E27FC236}">
                <a16:creationId xmlns:a16="http://schemas.microsoft.com/office/drawing/2014/main" id="{5F182CEB-E326-570B-2B8E-9CF55C520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9118970" y="99984"/>
            <a:ext cx="660543" cy="812688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56344BDB-97AB-6A8E-A381-7D28BC110CB5}"/>
              </a:ext>
            </a:extLst>
          </p:cNvPr>
          <p:cNvSpPr/>
          <p:nvPr/>
        </p:nvSpPr>
        <p:spPr>
          <a:xfrm>
            <a:off x="5880016" y="1836884"/>
            <a:ext cx="5676143" cy="43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Admin portal orientation</a:t>
            </a:r>
            <a:b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</a:br>
            <a:endParaRPr lang="en-US" sz="2800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Tenant settings</a:t>
            </a:r>
            <a:b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</a:b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Capacity notification settings</a:t>
            </a:r>
            <a:endParaRPr lang="en-US" sz="2800" dirty="0"/>
          </a:p>
        </p:txBody>
      </p:sp>
      <p:pic>
        <p:nvPicPr>
          <p:cNvPr id="2" name="Picture 1" descr="Time for Demo.. mmm? Sleepy from slides, we are! - Yoda Meme Generator">
            <a:extLst>
              <a:ext uri="{FF2B5EF4-FFF2-40B4-BE49-F238E27FC236}">
                <a16:creationId xmlns:a16="http://schemas.microsoft.com/office/drawing/2014/main" id="{43529E33-E79D-629D-A5A6-A35703F29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36884"/>
            <a:ext cx="3991871" cy="479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4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latin typeface="+mj-lt"/>
                <a:ea typeface="Calibri" pitchFamily="34" charset="-122"/>
                <a:cs typeface="Calibri" pitchFamily="34" charset="-120"/>
              </a:rPr>
              <a:t>Your Primary Weapon</a:t>
            </a:r>
            <a:endParaRPr lang="en-US" sz="36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15824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ea typeface="Calibri" pitchFamily="34" charset="-122"/>
                <a:cs typeface="Calibri" pitchFamily="34" charset="-120"/>
              </a:rPr>
              <a:t>Capacity Metrics App</a:t>
            </a:r>
            <a:endParaRPr lang="en-US" sz="2400" i="1" dirty="0"/>
          </a:p>
        </p:txBody>
      </p:sp>
      <p:sp>
        <p:nvSpPr>
          <p:cNvPr id="8" name="Text 4"/>
          <p:cNvSpPr/>
          <p:nvPr/>
        </p:nvSpPr>
        <p:spPr>
          <a:xfrm>
            <a:off x="731520" y="1950720"/>
            <a:ext cx="6117397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Deep dive into CU consumption patterns</a:t>
            </a:r>
            <a:endParaRPr lang="en-US" sz="24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See which items consume the most capacity</a:t>
            </a:r>
            <a:endParaRPr lang="en-US" sz="24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Identify throttling and overage events</a:t>
            </a:r>
            <a:endParaRPr lang="en-US" sz="24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Understand consumption by operation type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731520" y="5242560"/>
            <a:ext cx="10728960" cy="85344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6"/>
          <p:cNvSpPr/>
          <p:nvPr/>
        </p:nvSpPr>
        <p:spPr>
          <a:xfrm>
            <a:off x="731520" y="524256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Install this first - it's free and essential</a:t>
            </a:r>
            <a:endParaRPr lang="en-US" sz="24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5A945614-D6A8-412B-6D23-D387DDFDB08A}"/>
              </a:ext>
            </a:extLst>
          </p:cNvPr>
          <p:cNvSpPr/>
          <p:nvPr/>
        </p:nvSpPr>
        <p:spPr>
          <a:xfrm>
            <a:off x="9022079" y="304800"/>
            <a:ext cx="2943843" cy="512064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3EE2B4C-3122-AAD8-0AE3-ACD8682009BE}"/>
              </a:ext>
            </a:extLst>
          </p:cNvPr>
          <p:cNvSpPr/>
          <p:nvPr/>
        </p:nvSpPr>
        <p:spPr>
          <a:xfrm>
            <a:off x="9827957" y="304800"/>
            <a:ext cx="21379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pic>
        <p:nvPicPr>
          <p:cNvPr id="16" name="Picture 15" descr="Shield pixel icon. 8 bit shield sign. Arcade game symbol. Game shield ...">
            <a:extLst>
              <a:ext uri="{FF2B5EF4-FFF2-40B4-BE49-F238E27FC236}">
                <a16:creationId xmlns:a16="http://schemas.microsoft.com/office/drawing/2014/main" id="{C828CC22-CDE0-EF84-877A-FD62A0BF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40446" y="114167"/>
            <a:ext cx="787512" cy="7875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ABE195-EA17-98DD-108C-C55B1BC8D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233" y="2011680"/>
            <a:ext cx="4824471" cy="22393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19" y="365760"/>
            <a:ext cx="94181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latin typeface="+mj-lt"/>
                <a:ea typeface="Calibri" pitchFamily="34" charset="-122"/>
                <a:cs typeface="Calibri" pitchFamily="34" charset="-120"/>
              </a:rPr>
              <a:t>Your Castle Walls</a:t>
            </a:r>
            <a:endParaRPr lang="en-US" sz="360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731519" y="19202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31519" y="2407920"/>
            <a:ext cx="54864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Single source of truth for Fabric admin monitoring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Tracks tenant settings, activity logs, workspaces, capacities, CU utilization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Modular and extensible. You can add custom data sources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100% Fabric-native (pipelines, notebooks, DirectLake reports)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Long-term CU utilization tracking for capacity planning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583680" y="170688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Pros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583680" y="2133600"/>
            <a:ext cx="51206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Comprehensive. Consolidates admin data in one place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Multiple query paths: DirectLake, SQL Endpoint, notebooks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Extensible and supports custom modules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83680" y="405384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Cons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583680" y="44805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Depends on Capacity Metrics App internals which can break with updates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Some features still "coming soon"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No formal support except through GitHub issues 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API fragility risk</a:t>
            </a:r>
            <a:endParaRPr lang="en-US" sz="20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3884537-3D9E-D300-C951-C7ECC6BE638D}"/>
              </a:ext>
            </a:extLst>
          </p:cNvPr>
          <p:cNvSpPr/>
          <p:nvPr/>
        </p:nvSpPr>
        <p:spPr>
          <a:xfrm>
            <a:off x="731520" y="1158240"/>
            <a:ext cx="792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ea typeface="Calibri" pitchFamily="34" charset="-122"/>
                <a:cs typeface="Calibri" pitchFamily="34" charset="-120"/>
              </a:rPr>
              <a:t>FUAM: Fabric Unified Admin Monitoring</a:t>
            </a:r>
            <a:endParaRPr lang="en-US" sz="2400" i="1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F67496D9-4008-C208-8AA6-9E87E2032988}"/>
              </a:ext>
            </a:extLst>
          </p:cNvPr>
          <p:cNvSpPr/>
          <p:nvPr/>
        </p:nvSpPr>
        <p:spPr>
          <a:xfrm>
            <a:off x="9022079" y="304800"/>
            <a:ext cx="2943843" cy="512064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B1F0C1E-7C9B-82D3-9755-E3F3C3D80122}"/>
              </a:ext>
            </a:extLst>
          </p:cNvPr>
          <p:cNvSpPr/>
          <p:nvPr/>
        </p:nvSpPr>
        <p:spPr>
          <a:xfrm>
            <a:off x="9827957" y="304800"/>
            <a:ext cx="21379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pic>
        <p:nvPicPr>
          <p:cNvPr id="22" name="Picture 21" descr="Shield pixel icon. 8 bit shield sign. Arcade game symbol. Game shield ...">
            <a:extLst>
              <a:ext uri="{FF2B5EF4-FFF2-40B4-BE49-F238E27FC236}">
                <a16:creationId xmlns:a16="http://schemas.microsoft.com/office/drawing/2014/main" id="{33C1D3AB-1345-4F6E-6566-FC2B139F1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40446" y="114167"/>
            <a:ext cx="787512" cy="7875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792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Heavy Artillery</a:t>
            </a:r>
            <a:endParaRPr lang="en-US" sz="40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03632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ea typeface="Calibri" pitchFamily="34" charset="-122"/>
                <a:cs typeface="Calibri" pitchFamily="34" charset="-120"/>
              </a:rPr>
              <a:t>Fabric Platform Monitoring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731520" y="2021366"/>
            <a:ext cx="2499360" cy="164592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5"/>
          <p:cNvSpPr/>
          <p:nvPr/>
        </p:nvSpPr>
        <p:spPr>
          <a:xfrm>
            <a:off x="853440" y="2082326"/>
            <a:ext cx="2255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>
                <a:ea typeface="Calibri" pitchFamily="34" charset="-122"/>
                <a:cs typeface="Calibri" pitchFamily="34" charset="-120"/>
              </a:rPr>
              <a:t>Capacity</a:t>
            </a:r>
            <a:r>
              <a:rPr lang="en-US" sz="2000" dirty="0"/>
              <a:t>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Events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53440" y="2892169"/>
            <a:ext cx="225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Near-real-time</a:t>
            </a:r>
            <a:endParaRPr lang="en-US" dirty="0"/>
          </a:p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via Eventstreams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3535680" y="2021366"/>
            <a:ext cx="2499360" cy="164592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8"/>
          <p:cNvSpPr/>
          <p:nvPr/>
        </p:nvSpPr>
        <p:spPr>
          <a:xfrm>
            <a:off x="3657600" y="2082326"/>
            <a:ext cx="2255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>
                <a:ea typeface="Calibri" pitchFamily="34" charset="-122"/>
                <a:cs typeface="Calibri" pitchFamily="34" charset="-120"/>
              </a:rPr>
              <a:t>Activity</a:t>
            </a:r>
            <a:r>
              <a:rPr lang="en-US" sz="2000" dirty="0"/>
              <a:t>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Logs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57600" y="2892169"/>
            <a:ext cx="225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Scheduled notebooks</a:t>
            </a:r>
            <a:endParaRPr lang="en-US" dirty="0"/>
          </a:p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hitting Activity API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339840" y="2021366"/>
            <a:ext cx="2499360" cy="164592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1"/>
          <p:cNvSpPr/>
          <p:nvPr/>
        </p:nvSpPr>
        <p:spPr>
          <a:xfrm>
            <a:off x="6461760" y="2082326"/>
            <a:ext cx="2255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>
                <a:ea typeface="Calibri" pitchFamily="34" charset="-122"/>
                <a:cs typeface="Calibri" pitchFamily="34" charset="-120"/>
              </a:rPr>
              <a:t>Gateway</a:t>
            </a:r>
            <a:r>
              <a:rPr lang="en-US" sz="2000" dirty="0"/>
              <a:t>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61760" y="2892169"/>
            <a:ext cx="225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PowerShell scripts</a:t>
            </a:r>
            <a:endParaRPr lang="en-US" dirty="0"/>
          </a:p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on each gateway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144000" y="2021366"/>
            <a:ext cx="2499360" cy="164592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4"/>
          <p:cNvSpPr/>
          <p:nvPr/>
        </p:nvSpPr>
        <p:spPr>
          <a:xfrm>
            <a:off x="9265920" y="2082326"/>
            <a:ext cx="2255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>
                <a:ea typeface="Calibri" pitchFamily="34" charset="-122"/>
                <a:cs typeface="Calibri" pitchFamily="34" charset="-120"/>
              </a:rPr>
              <a:t>Tenant</a:t>
            </a:r>
            <a:r>
              <a:rPr lang="en-US" sz="2000" dirty="0"/>
              <a:t>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Inventory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265920" y="2892169"/>
            <a:ext cx="225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REST API pulls for</a:t>
            </a:r>
            <a:endParaRPr lang="en-US" dirty="0"/>
          </a:p>
          <a:p>
            <a:pPr algn="ctr"/>
            <a:r>
              <a:rPr lang="en-US" dirty="0">
                <a:ea typeface="Calibri" pitchFamily="34" charset="-122"/>
                <a:cs typeface="Calibri" pitchFamily="34" charset="-120"/>
              </a:rPr>
              <a:t>capacities &amp; apps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31520" y="397209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Pros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731520" y="4337854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Near-real-time capacity monitoring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Retains activity logs beyond 30-day default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Consolidates four data sources in one Eventhouse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339840" y="397209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Cons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339839" y="4337854"/>
            <a:ext cx="553524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Requires F8+ capacity (F16 recommended) which is a highest cost floor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Capacity Events still in Public Preview which </a:t>
            </a:r>
            <a:r>
              <a:rPr lang="en-US" sz="2000" dirty="0" err="1">
                <a:ea typeface="Calibri" pitchFamily="34" charset="-122"/>
                <a:cs typeface="Calibri" pitchFamily="34" charset="-120"/>
              </a:rPr>
              <a:t>menas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breaking changes possible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Complex setup: Service Principal, Key Vault, tenant admin config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No VNet gateway support</a:t>
            </a:r>
            <a:endParaRPr lang="en-US" sz="20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5EBE5C2-46D4-8F16-A329-5D31A4523576}"/>
              </a:ext>
            </a:extLst>
          </p:cNvPr>
          <p:cNvSpPr/>
          <p:nvPr/>
        </p:nvSpPr>
        <p:spPr>
          <a:xfrm>
            <a:off x="9022079" y="304800"/>
            <a:ext cx="2943843" cy="512064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5CE2FBD-B820-13E0-263E-4943FBFCC6BC}"/>
              </a:ext>
            </a:extLst>
          </p:cNvPr>
          <p:cNvSpPr/>
          <p:nvPr/>
        </p:nvSpPr>
        <p:spPr>
          <a:xfrm>
            <a:off x="9827957" y="304800"/>
            <a:ext cx="21379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pic>
        <p:nvPicPr>
          <p:cNvPr id="26" name="Picture 25" descr="Shield pixel icon. 8 bit shield sign. Arcade game symbol. Game shield ...">
            <a:extLst>
              <a:ext uri="{FF2B5EF4-FFF2-40B4-BE49-F238E27FC236}">
                <a16:creationId xmlns:a16="http://schemas.microsoft.com/office/drawing/2014/main" id="{582FA9F6-A99D-9444-E29C-6D7BB5F41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40446" y="114167"/>
            <a:ext cx="787512" cy="7875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792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Treasurer</a:t>
            </a:r>
            <a:endParaRPr lang="en-US" sz="40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036320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ea typeface="Calibri" pitchFamily="34" charset="-122"/>
                <a:cs typeface="Calibri" pitchFamily="34" charset="-120"/>
              </a:rPr>
              <a:t>Fabric Cost Analysis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31520" y="170688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Monitors and visualizes Fabric spending patterns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Reservation efficiency and capacity utilization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Uses FOCUS billing standard (portable, well-structured)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Includes FinOps maturity score</a:t>
            </a:r>
            <a:endParaRPr lang="en-US" sz="20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Natural-language Data Agent for ad-hoc cost queries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583680" y="170688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Pros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583680" y="2133600"/>
            <a:ext cx="51206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Lightweight: ~2% of F4 capacity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Fully Fabric-native (pipelines, notebooks, DirectLake)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Covers reservations, quotas, and FinOps maturity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83680" y="4064135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Cons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583680" y="4490855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Only covers Fabric costs, not broader Azure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Requires Fabric capacity to monitor Fabric capacity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Not a one-click install. Multi-step setup</a:t>
            </a:r>
            <a:endParaRPr lang="en-US" sz="2000" dirty="0"/>
          </a:p>
          <a:p>
            <a:pPr marL="457189" indent="-457189">
              <a:spcAft>
                <a:spcPts val="4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No formal support</a:t>
            </a:r>
            <a:endParaRPr lang="en-US" sz="20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F569B9AF-FBE4-450B-EC88-AA369855EF37}"/>
              </a:ext>
            </a:extLst>
          </p:cNvPr>
          <p:cNvSpPr/>
          <p:nvPr/>
        </p:nvSpPr>
        <p:spPr>
          <a:xfrm>
            <a:off x="9022079" y="304800"/>
            <a:ext cx="2943843" cy="512064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AA4BEE9-B118-B957-5C94-38BC25C7866E}"/>
              </a:ext>
            </a:extLst>
          </p:cNvPr>
          <p:cNvSpPr/>
          <p:nvPr/>
        </p:nvSpPr>
        <p:spPr>
          <a:xfrm>
            <a:off x="9827957" y="304800"/>
            <a:ext cx="21379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pic>
        <p:nvPicPr>
          <p:cNvPr id="16" name="Picture 15" descr="Shield pixel icon. 8 bit shield sign. Arcade game symbol. Game shield ...">
            <a:extLst>
              <a:ext uri="{FF2B5EF4-FFF2-40B4-BE49-F238E27FC236}">
                <a16:creationId xmlns:a16="http://schemas.microsoft.com/office/drawing/2014/main" id="{462FB958-85FF-8094-DE23-17EE364009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40446" y="114167"/>
            <a:ext cx="787512" cy="7875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Staying Ahead</a:t>
            </a:r>
            <a:endParaRPr lang="en-US" sz="40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1524" y="1463040"/>
            <a:ext cx="5411310" cy="19507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4" y="1767840"/>
            <a:ext cx="853440" cy="853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72643" y="1706880"/>
            <a:ext cx="407019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Monitor Consumption Trends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072644" y="2194560"/>
            <a:ext cx="372865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ea typeface="Calibri" pitchFamily="34" charset="-122"/>
                <a:cs typeface="Calibri" pitchFamily="34" charset="-120"/>
              </a:rPr>
              <a:t>Spot patterns over weeks, not days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557845" y="1463040"/>
            <a:ext cx="5120640" cy="19507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685" y="1767840"/>
            <a:ext cx="853440" cy="853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98965" y="1706880"/>
            <a:ext cx="358251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Know Your Peak Windows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7898965" y="2194560"/>
            <a:ext cx="35356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ea typeface="Calibri" pitchFamily="34" charset="-122"/>
                <a:cs typeface="Calibri" pitchFamily="34" charset="-120"/>
              </a:rPr>
              <a:t>Schedule heavy work outside them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31524" y="3779520"/>
            <a:ext cx="5364480" cy="19507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4" y="4084320"/>
            <a:ext cx="853440" cy="853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72644" y="4023360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Right-Size Your SKU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2072643" y="4511040"/>
            <a:ext cx="3728653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ea typeface="Calibri" pitchFamily="34" charset="-122"/>
                <a:cs typeface="Calibri" pitchFamily="34" charset="-120"/>
              </a:rPr>
              <a:t>Don't overpay, don't under-provision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6557845" y="3779520"/>
            <a:ext cx="5120640" cy="1950720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1685" y="4084320"/>
            <a:ext cx="853440" cy="8534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898965" y="4023360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Scale Up vs. Optimize</a:t>
            </a:r>
            <a:endParaRPr lang="en-US" sz="2400" dirty="0"/>
          </a:p>
        </p:txBody>
      </p:sp>
      <p:sp>
        <p:nvSpPr>
          <p:cNvPr id="21" name="Text 14"/>
          <p:cNvSpPr/>
          <p:nvPr/>
        </p:nvSpPr>
        <p:spPr>
          <a:xfrm>
            <a:off x="7898965" y="4511040"/>
            <a:ext cx="35356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ea typeface="Calibri" pitchFamily="34" charset="-122"/>
                <a:cs typeface="Calibri" pitchFamily="34" charset="-120"/>
              </a:rPr>
              <a:t>Sometimes better queries beat bigger capacity</a:t>
            </a:r>
            <a:endParaRPr lang="en-US" sz="20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F8A3EB1E-2EF8-88FE-CD11-9AD54EA4C41A}"/>
              </a:ext>
            </a:extLst>
          </p:cNvPr>
          <p:cNvSpPr/>
          <p:nvPr/>
        </p:nvSpPr>
        <p:spPr>
          <a:xfrm>
            <a:off x="9022079" y="304800"/>
            <a:ext cx="2943843" cy="512064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98882DD-538F-4333-2285-D93E19E1896E}"/>
              </a:ext>
            </a:extLst>
          </p:cNvPr>
          <p:cNvSpPr/>
          <p:nvPr/>
        </p:nvSpPr>
        <p:spPr>
          <a:xfrm>
            <a:off x="9827957" y="304800"/>
            <a:ext cx="21379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pic>
        <p:nvPicPr>
          <p:cNvPr id="26" name="Picture 25" descr="Shield pixel icon. 8 bit shield sign. Arcade game symbol. Game shield ...">
            <a:extLst>
              <a:ext uri="{FF2B5EF4-FFF2-40B4-BE49-F238E27FC236}">
                <a16:creationId xmlns:a16="http://schemas.microsoft.com/office/drawing/2014/main" id="{54FBF713-E89C-D402-EBD1-0D62836132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40446" y="114167"/>
            <a:ext cx="787512" cy="7875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6BDA0-E834-D80A-475B-7F0A1C2E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62FFBA4-98DF-F1B7-4A6F-02591B0F87B9}"/>
              </a:ext>
            </a:extLst>
          </p:cNvPr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Demo time! </a:t>
            </a:r>
            <a:endParaRPr lang="en-US" sz="4000" dirty="0">
              <a:latin typeface="+mj-lt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7767F0E7-C88A-6D9C-6518-3F05EA1D8C8B}"/>
              </a:ext>
            </a:extLst>
          </p:cNvPr>
          <p:cNvSpPr/>
          <p:nvPr/>
        </p:nvSpPr>
        <p:spPr>
          <a:xfrm>
            <a:off x="5880016" y="1836884"/>
            <a:ext cx="5676143" cy="43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Capacity Monitoring Walkthrough</a:t>
            </a:r>
            <a:b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</a:br>
            <a:endParaRPr lang="en-US" sz="2800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FUAM Walkthrough </a:t>
            </a:r>
            <a:b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</a:br>
            <a:endParaRPr lang="en-US" sz="2800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Where to find these tools</a:t>
            </a:r>
            <a:endParaRPr lang="en-US" sz="2800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D6DBC936-9FDF-7FEF-69E2-AA7505786D52}"/>
              </a:ext>
            </a:extLst>
          </p:cNvPr>
          <p:cNvSpPr/>
          <p:nvPr/>
        </p:nvSpPr>
        <p:spPr>
          <a:xfrm>
            <a:off x="9022079" y="304800"/>
            <a:ext cx="2943843" cy="512064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3E42C5F-92BE-85D9-65D3-B382FFEBF104}"/>
              </a:ext>
            </a:extLst>
          </p:cNvPr>
          <p:cNvSpPr/>
          <p:nvPr/>
        </p:nvSpPr>
        <p:spPr>
          <a:xfrm>
            <a:off x="9827957" y="304800"/>
            <a:ext cx="21379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pic>
        <p:nvPicPr>
          <p:cNvPr id="9" name="Picture 8" descr="Shield pixel icon. 8 bit shield sign. Arcade game symbol. Game shield ...">
            <a:extLst>
              <a:ext uri="{FF2B5EF4-FFF2-40B4-BE49-F238E27FC236}">
                <a16:creationId xmlns:a16="http://schemas.microsoft.com/office/drawing/2014/main" id="{D4496790-0845-E6E7-28A6-6BF775851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40446" y="114167"/>
            <a:ext cx="787512" cy="787512"/>
          </a:xfrm>
          <a:prstGeom prst="rect">
            <a:avLst/>
          </a:prstGeom>
        </p:spPr>
      </p:pic>
      <p:pic>
        <p:nvPicPr>
          <p:cNvPr id="10" name="Picture 9" descr="Talk is cheap Show me the demo - Futurama Fry Meme Generator">
            <a:extLst>
              <a:ext uri="{FF2B5EF4-FFF2-40B4-BE49-F238E27FC236}">
                <a16:creationId xmlns:a16="http://schemas.microsoft.com/office/drawing/2014/main" id="{F9F293F3-CA3F-E773-B48F-07053EC13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22266"/>
            <a:ext cx="4666097" cy="349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3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2080" y="304800"/>
            <a:ext cx="2998344" cy="512064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Text 1"/>
          <p:cNvSpPr/>
          <p:nvPr/>
        </p:nvSpPr>
        <p:spPr>
          <a:xfrm>
            <a:off x="9534143" y="304800"/>
            <a:ext cx="23954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REALM PROTECTOR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55058" y="238324"/>
            <a:ext cx="73152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Forge the Defenses</a:t>
            </a:r>
            <a:endParaRPr lang="en-US" sz="4000" dirty="0"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5058" y="145752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ea typeface="Calibri" pitchFamily="34" charset="-122"/>
                <a:cs typeface="Calibri" pitchFamily="34" charset="-120"/>
              </a:rPr>
              <a:t>You don't wait for the dragon. </a:t>
            </a:r>
          </a:p>
          <a:p>
            <a:r>
              <a:rPr lang="en-US" sz="2400" i="1" dirty="0">
                <a:ea typeface="Calibri" pitchFamily="34" charset="-122"/>
                <a:cs typeface="Calibri" pitchFamily="34" charset="-120"/>
              </a:rPr>
              <a:t>You fireproof the village.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755058" y="2737684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5"/>
          <p:cNvSpPr/>
          <p:nvPr/>
        </p:nvSpPr>
        <p:spPr>
          <a:xfrm>
            <a:off x="755058" y="27376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2133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547538" y="2676724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ea typeface="Calibri" pitchFamily="34" charset="-122"/>
                <a:cs typeface="Calibri" pitchFamily="34" charset="-120"/>
              </a:rPr>
              <a:t>Notebook Guardrails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547537" y="3042484"/>
            <a:ext cx="80983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400" dirty="0"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Automatically cancel runaway refreshes before they exhaust capacity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755058" y="4612105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9"/>
          <p:cNvSpPr/>
          <p:nvPr/>
        </p:nvSpPr>
        <p:spPr>
          <a:xfrm>
            <a:off x="755058" y="46121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2133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547538" y="4551145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ea typeface="Calibri" pitchFamily="34" charset="-122"/>
                <a:cs typeface="Calibri" pitchFamily="34" charset="-120"/>
              </a:rPr>
              <a:t>Capacity Data Capture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547538" y="4916905"/>
            <a:ext cx="80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2400" dirty="0"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ea typeface="Calibri" pitchFamily="34" charset="-122"/>
                <a:cs typeface="Calibri" pitchFamily="34" charset="-120"/>
              </a:rPr>
              <a:t>Pull Capacity Metrics data into notebooks for trend &amp; cost analysis</a:t>
            </a:r>
            <a:endParaRPr lang="en-US" sz="2400" dirty="0"/>
          </a:p>
        </p:txBody>
      </p:sp>
      <p:pic>
        <p:nvPicPr>
          <p:cNvPr id="23" name="Picture 22" descr="Premium PSD | 8bit pixel art sword on transparent background">
            <a:extLst>
              <a:ext uri="{FF2B5EF4-FFF2-40B4-BE49-F238E27FC236}">
                <a16:creationId xmlns:a16="http://schemas.microsoft.com/office/drawing/2014/main" id="{7A3CAFBF-F83B-F5EF-7F29-F85D30530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83444" y="238324"/>
            <a:ext cx="669374" cy="6693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844881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Kill Runaway Refreshes Automatically</a:t>
            </a:r>
            <a:endParaRPr lang="en-US" sz="40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1520" y="1402080"/>
            <a:ext cx="10728960" cy="7315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731520" y="140208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ea typeface="Calibri" pitchFamily="34" charset="-122"/>
                <a:cs typeface="Calibri" pitchFamily="34" charset="-120"/>
              </a:rPr>
              <a:t>If a refresh exceeds X minutes, cancel it — no human required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682240"/>
            <a:ext cx="2438400" cy="3048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Shape 6"/>
          <p:cNvSpPr/>
          <p:nvPr/>
        </p:nvSpPr>
        <p:spPr>
          <a:xfrm>
            <a:off x="1584960" y="2926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158496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384048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ea typeface="Calibri" pitchFamily="34" charset="-122"/>
                <a:cs typeface="Calibri" pitchFamily="34" charset="-120"/>
              </a:rPr>
              <a:t>Query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53440" y="4328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Pull refresh status</a:t>
            </a:r>
            <a:endParaRPr lang="en-US" sz="2400" dirty="0"/>
          </a:p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via REST APIs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0" y="3901440"/>
            <a:ext cx="426720" cy="4267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96640" y="2682240"/>
            <a:ext cx="2438400" cy="3048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Shape 11"/>
          <p:cNvSpPr/>
          <p:nvPr/>
        </p:nvSpPr>
        <p:spPr>
          <a:xfrm>
            <a:off x="4450080" y="2926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6" name="Text 12"/>
          <p:cNvSpPr/>
          <p:nvPr/>
        </p:nvSpPr>
        <p:spPr>
          <a:xfrm>
            <a:off x="445008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96640" y="384048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ea typeface="Calibri" pitchFamily="34" charset="-122"/>
                <a:cs typeface="Calibri" pitchFamily="34" charset="-120"/>
              </a:rPr>
              <a:t>Threshold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718560" y="4328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Compare against</a:t>
            </a:r>
            <a:endParaRPr lang="en-US" sz="2400" dirty="0"/>
          </a:p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your limits</a:t>
            </a:r>
            <a:endParaRPr lang="en-US" sz="2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01440"/>
            <a:ext cx="426720" cy="4267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61760" y="2682240"/>
            <a:ext cx="2438400" cy="3048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1" name="Shape 16"/>
          <p:cNvSpPr/>
          <p:nvPr/>
        </p:nvSpPr>
        <p:spPr>
          <a:xfrm>
            <a:off x="7315200" y="2926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17"/>
          <p:cNvSpPr/>
          <p:nvPr/>
        </p:nvSpPr>
        <p:spPr>
          <a:xfrm>
            <a:off x="731520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461760" y="384048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ea typeface="Calibri" pitchFamily="34" charset="-122"/>
                <a:cs typeface="Calibri" pitchFamily="34" charset="-120"/>
              </a:rPr>
              <a:t>Act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6583680" y="4328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Cancel operations</a:t>
            </a:r>
            <a:endParaRPr lang="en-US" sz="2400" dirty="0"/>
          </a:p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that breach</a:t>
            </a:r>
            <a:endParaRPr lang="en-US" sz="2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60" y="3901440"/>
            <a:ext cx="426720" cy="4267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326880" y="2682240"/>
            <a:ext cx="2438400" cy="3048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" name="Shape 21"/>
          <p:cNvSpPr/>
          <p:nvPr/>
        </p:nvSpPr>
        <p:spPr>
          <a:xfrm>
            <a:off x="10180320" y="2926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" name="Text 22"/>
          <p:cNvSpPr/>
          <p:nvPr/>
        </p:nvSpPr>
        <p:spPr>
          <a:xfrm>
            <a:off x="101803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326880" y="384048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ea typeface="Calibri" pitchFamily="34" charset="-122"/>
                <a:cs typeface="Calibri" pitchFamily="34" charset="-120"/>
              </a:rPr>
              <a:t>Schedule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9448800" y="4328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Run on a</a:t>
            </a:r>
            <a:endParaRPr lang="en-US" sz="2400" dirty="0"/>
          </a:p>
          <a:p>
            <a:pPr algn="ctr"/>
            <a:r>
              <a:rPr lang="en-US" sz="2400" dirty="0">
                <a:ea typeface="Calibri" pitchFamily="34" charset="-122"/>
                <a:cs typeface="Calibri" pitchFamily="34" charset="-120"/>
              </a:rPr>
              <a:t>recurring interval</a:t>
            </a:r>
            <a:endParaRPr lang="en-US" sz="24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44B6476-512B-E77E-A7AB-B90126ABBA3F}"/>
              </a:ext>
            </a:extLst>
          </p:cNvPr>
          <p:cNvSpPr/>
          <p:nvPr/>
        </p:nvSpPr>
        <p:spPr>
          <a:xfrm>
            <a:off x="9022080" y="304800"/>
            <a:ext cx="2998344" cy="512064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A31AF8F-E9A3-ACA2-59AF-FFB990281B3F}"/>
              </a:ext>
            </a:extLst>
          </p:cNvPr>
          <p:cNvSpPr/>
          <p:nvPr/>
        </p:nvSpPr>
        <p:spPr>
          <a:xfrm>
            <a:off x="9534143" y="304800"/>
            <a:ext cx="23954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REALM PROTECTOR</a:t>
            </a:r>
            <a:endParaRPr lang="en-US" dirty="0"/>
          </a:p>
        </p:txBody>
      </p:sp>
      <p:pic>
        <p:nvPicPr>
          <p:cNvPr id="35" name="Picture 34" descr="Premium PSD | 8bit pixel art sword on transparent background">
            <a:extLst>
              <a:ext uri="{FF2B5EF4-FFF2-40B4-BE49-F238E27FC236}">
                <a16:creationId xmlns:a16="http://schemas.microsoft.com/office/drawing/2014/main" id="{17E10460-B4A1-9321-B833-38AC10123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83444" y="238324"/>
            <a:ext cx="669374" cy="6693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31520" y="365760"/>
            <a:ext cx="7924800" cy="164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Capture Your Costs</a:t>
            </a:r>
            <a:endParaRPr lang="en-US" sz="4000" dirty="0"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670964" y="1586576"/>
            <a:ext cx="9753600" cy="4646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800" dirty="0">
                <a:ea typeface="Calibri" pitchFamily="34" charset="-122"/>
                <a:cs typeface="Calibri" pitchFamily="34" charset="-120"/>
              </a:rPr>
              <a:t>Use notebooks to pull Capacity Metrics App data regularly</a:t>
            </a:r>
            <a:endParaRPr lang="en-US" sz="28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800" dirty="0">
                <a:ea typeface="Calibri" pitchFamily="34" charset="-122"/>
                <a:cs typeface="Calibri" pitchFamily="34" charset="-120"/>
              </a:rPr>
              <a:t>Store historical data for trend analysis</a:t>
            </a:r>
            <a:endParaRPr lang="en-US" sz="28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800" dirty="0">
                <a:ea typeface="Calibri" pitchFamily="34" charset="-122"/>
                <a:cs typeface="Calibri" pitchFamily="34" charset="-120"/>
              </a:rPr>
              <a:t>Spot cost creep before it hits your budget</a:t>
            </a:r>
            <a:endParaRPr lang="en-US" sz="28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800" dirty="0">
                <a:ea typeface="Calibri" pitchFamily="34" charset="-122"/>
                <a:cs typeface="Calibri" pitchFamily="34" charset="-120"/>
              </a:rPr>
              <a:t>Build long-term consumption visibility</a:t>
            </a:r>
            <a:endParaRPr lang="en-US" sz="280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n-US" sz="2800" dirty="0">
                <a:ea typeface="Calibri" pitchFamily="34" charset="-122"/>
                <a:cs typeface="Calibri" pitchFamily="34" charset="-120"/>
              </a:rPr>
              <a:t>Turn reactive cost surprises into proactive budget conversations</a:t>
            </a:r>
            <a:endParaRPr lang="en-US" sz="28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3447D57-B7EE-0D64-2FC6-23B4760E1CD8}"/>
              </a:ext>
            </a:extLst>
          </p:cNvPr>
          <p:cNvSpPr/>
          <p:nvPr/>
        </p:nvSpPr>
        <p:spPr>
          <a:xfrm>
            <a:off x="9022080" y="304800"/>
            <a:ext cx="2998344" cy="512064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4A8B877-C703-86FB-29C0-5A35D6447F02}"/>
              </a:ext>
            </a:extLst>
          </p:cNvPr>
          <p:cNvSpPr/>
          <p:nvPr/>
        </p:nvSpPr>
        <p:spPr>
          <a:xfrm>
            <a:off x="9534143" y="304800"/>
            <a:ext cx="23954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REALM PROTECTOR</a:t>
            </a:r>
            <a:endParaRPr lang="en-US" dirty="0"/>
          </a:p>
        </p:txBody>
      </p:sp>
      <p:pic>
        <p:nvPicPr>
          <p:cNvPr id="13" name="Picture 12" descr="Premium PSD | 8bit pixel art sword on transparent background">
            <a:extLst>
              <a:ext uri="{FF2B5EF4-FFF2-40B4-BE49-F238E27FC236}">
                <a16:creationId xmlns:a16="http://schemas.microsoft.com/office/drawing/2014/main" id="{662964C3-58E8-24BE-D154-E5DAC7A5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83444" y="238324"/>
            <a:ext cx="669374" cy="6693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BDAC-B4B5-F15A-3CAE-7863E9BA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7B3A32E2-9E16-5280-1439-37F151D87571}"/>
              </a:ext>
            </a:extLst>
          </p:cNvPr>
          <p:cNvSpPr/>
          <p:nvPr/>
        </p:nvSpPr>
        <p:spPr>
          <a:xfrm>
            <a:off x="731520" y="365760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latin typeface="+mj-lt"/>
                <a:ea typeface="Calibri" pitchFamily="34" charset="-122"/>
                <a:cs typeface="Calibri" pitchFamily="34" charset="-120"/>
              </a:rPr>
              <a:t>Demo time! </a:t>
            </a:r>
            <a:endParaRPr lang="en-US" sz="4000" dirty="0">
              <a:latin typeface="+mj-lt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2F40AEAA-30D7-7D09-5B90-CF461BE39351}"/>
              </a:ext>
            </a:extLst>
          </p:cNvPr>
          <p:cNvSpPr/>
          <p:nvPr/>
        </p:nvSpPr>
        <p:spPr>
          <a:xfrm>
            <a:off x="6096000" y="1836884"/>
            <a:ext cx="5460159" cy="43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Custom notebook example of a pro-active capacity saver </a:t>
            </a:r>
            <a:b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</a:br>
            <a:endParaRPr lang="en-US" sz="2800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Custom notebook example to capture Capacity Metrics in a </a:t>
            </a:r>
            <a:r>
              <a:rPr lang="en-US" sz="2800" dirty="0" err="1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lakehouse</a:t>
            </a:r>
            <a:endParaRPr lang="en-US" sz="2800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en-US" sz="28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A93D950-0AD7-5922-73A3-41EDCD519AB3}"/>
              </a:ext>
            </a:extLst>
          </p:cNvPr>
          <p:cNvSpPr/>
          <p:nvPr/>
        </p:nvSpPr>
        <p:spPr>
          <a:xfrm>
            <a:off x="9022080" y="304800"/>
            <a:ext cx="2998344" cy="512064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3629B3D-4254-D8AB-4E3E-9845AC195065}"/>
              </a:ext>
            </a:extLst>
          </p:cNvPr>
          <p:cNvSpPr/>
          <p:nvPr/>
        </p:nvSpPr>
        <p:spPr>
          <a:xfrm>
            <a:off x="9534143" y="304800"/>
            <a:ext cx="239544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REALM PROTECTOR</a:t>
            </a:r>
            <a:endParaRPr lang="en-US" dirty="0"/>
          </a:p>
        </p:txBody>
      </p:sp>
      <p:pic>
        <p:nvPicPr>
          <p:cNvPr id="12" name="Picture 11" descr="Premium PSD | 8bit pixel art sword on transparent background">
            <a:extLst>
              <a:ext uri="{FF2B5EF4-FFF2-40B4-BE49-F238E27FC236}">
                <a16:creationId xmlns:a16="http://schemas.microsoft.com/office/drawing/2014/main" id="{33655376-B5E0-0AA5-6072-4834DBA42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83444" y="238324"/>
            <a:ext cx="669374" cy="669374"/>
          </a:xfrm>
          <a:prstGeom prst="rect">
            <a:avLst/>
          </a:prstGeom>
        </p:spPr>
      </p:pic>
      <p:pic>
        <p:nvPicPr>
          <p:cNvPr id="13" name="Picture 12" descr="Meme: &quot;Demo without bugs be like&quot; - All Templates - Meme-arsenal.com">
            <a:extLst>
              <a:ext uri="{FF2B5EF4-FFF2-40B4-BE49-F238E27FC236}">
                <a16:creationId xmlns:a16="http://schemas.microsoft.com/office/drawing/2014/main" id="{16D20DE1-2674-1507-A55A-8E9829C7C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11308"/>
            <a:ext cx="4832720" cy="279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27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>
                <a:ea typeface="Calibri" pitchFamily="34" charset="-122"/>
                <a:cs typeface="Calibri" pitchFamily="34" charset="-120"/>
              </a:rPr>
              <a:t>Start This Week!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13760" cy="487680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731519" y="1645920"/>
            <a:ext cx="342992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7706"/>
                </a:solidFill>
                <a:ea typeface="Calibri" pitchFamily="34" charset="-122"/>
                <a:cs typeface="Calibri" pitchFamily="34" charset="-120"/>
              </a:rPr>
              <a:t>TORCHBEARER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14400" y="243840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Audit critical tenant settings (the red zone)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Tour the admin portal &amp; know where things live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Understand your capacity SKU and what you're paying for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11040" y="1463040"/>
            <a:ext cx="3413760" cy="487680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5"/>
          <p:cNvSpPr/>
          <p:nvPr/>
        </p:nvSpPr>
        <p:spPr>
          <a:xfrm>
            <a:off x="4545367" y="1645920"/>
            <a:ext cx="319655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SWORN DEFENDER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693920" y="243840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Install the Capacity Metrics App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Set up FUAM for activity tracking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Identify your top 5 capacity consumers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308727" y="1463040"/>
            <a:ext cx="3413760" cy="487680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8"/>
          <p:cNvSpPr/>
          <p:nvPr/>
        </p:nvSpPr>
        <p:spPr>
          <a:xfrm>
            <a:off x="9022080" y="164592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21295C"/>
                </a:solidFill>
                <a:ea typeface="Calibri" pitchFamily="34" charset="-122"/>
                <a:cs typeface="Calibri" pitchFamily="34" charset="-120"/>
              </a:rPr>
              <a:t>REALM PROTECTOR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8473440" y="2438400"/>
            <a:ext cx="304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Build your first guardrail notebook (steal from mine!)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Set up capacity data capture for trending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Establish a capacity review cadence</a:t>
            </a:r>
            <a:endParaRPr lang="en-US" sz="2000" dirty="0"/>
          </a:p>
        </p:txBody>
      </p:sp>
      <p:pic>
        <p:nvPicPr>
          <p:cNvPr id="16" name="Picture 15" descr="Minecraft Torch Replica at Jill Ford blog">
            <a:extLst>
              <a:ext uri="{FF2B5EF4-FFF2-40B4-BE49-F238E27FC236}">
                <a16:creationId xmlns:a16="http://schemas.microsoft.com/office/drawing/2014/main" id="{C200111C-1FCC-A8C6-CDE1-3BD818503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78" r="30766"/>
          <a:stretch>
            <a:fillRect/>
          </a:stretch>
        </p:blipFill>
        <p:spPr>
          <a:xfrm>
            <a:off x="713353" y="1435634"/>
            <a:ext cx="815036" cy="1002766"/>
          </a:xfrm>
          <a:prstGeom prst="rect">
            <a:avLst/>
          </a:prstGeom>
        </p:spPr>
      </p:pic>
      <p:pic>
        <p:nvPicPr>
          <p:cNvPr id="18" name="Picture 17" descr="Shield pixel icon. 8 bit shield sign. Arcade game symbol. Game shield ...">
            <a:extLst>
              <a:ext uri="{FF2B5EF4-FFF2-40B4-BE49-F238E27FC236}">
                <a16:creationId xmlns:a16="http://schemas.microsoft.com/office/drawing/2014/main" id="{72747AE0-3820-F10E-BC78-0262C453EB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94879" y="1435634"/>
            <a:ext cx="971348" cy="971348"/>
          </a:xfrm>
          <a:prstGeom prst="rect">
            <a:avLst/>
          </a:prstGeom>
        </p:spPr>
      </p:pic>
      <p:pic>
        <p:nvPicPr>
          <p:cNvPr id="20" name="Picture 19" descr="Premium PSD | 8bit pixel art sword on transparent background">
            <a:extLst>
              <a:ext uri="{FF2B5EF4-FFF2-40B4-BE49-F238E27FC236}">
                <a16:creationId xmlns:a16="http://schemas.microsoft.com/office/drawing/2014/main" id="{9D866AF7-BA00-8EC8-C7F9-9FD4BB8D3B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184374" y="1435634"/>
            <a:ext cx="971348" cy="9713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latin typeface="+mj-lt"/>
                <a:ea typeface="Calibri" pitchFamily="34" charset="-122"/>
                <a:cs typeface="Calibri" pitchFamily="34" charset="-120"/>
              </a:rPr>
              <a:t>Key Takeaways</a:t>
            </a:r>
            <a:endParaRPr lang="en-US" sz="48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584960"/>
            <a:ext cx="609600" cy="609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5849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1584960" y="1463040"/>
            <a:ext cx="91440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Light the torch first: you can't defend what you can't see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31520" y="2804160"/>
            <a:ext cx="609600" cy="609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731520" y="28041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1584960" y="2682240"/>
            <a:ext cx="91440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Pick up your weapons: Capacity Metrics + FUAM give you the full picture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731520" y="4023360"/>
            <a:ext cx="609600" cy="609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8"/>
          <p:cNvSpPr/>
          <p:nvPr/>
        </p:nvSpPr>
        <p:spPr>
          <a:xfrm>
            <a:off x="731520" y="40233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13" name="Text 9"/>
          <p:cNvSpPr/>
          <p:nvPr/>
        </p:nvSpPr>
        <p:spPr>
          <a:xfrm>
            <a:off x="1584960" y="3901440"/>
            <a:ext cx="91440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Fireproof the village: guardrails before dashboards, prevention before reaction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731520" y="5242560"/>
            <a:ext cx="609600" cy="609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1"/>
          <p:cNvSpPr/>
          <p:nvPr/>
        </p:nvSpPr>
        <p:spPr>
          <a:xfrm>
            <a:off x="731520" y="52425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33" dirty="0"/>
          </a:p>
        </p:txBody>
      </p:sp>
      <p:sp>
        <p:nvSpPr>
          <p:cNvPr id="17" name="Text 12"/>
          <p:cNvSpPr/>
          <p:nvPr/>
        </p:nvSpPr>
        <p:spPr>
          <a:xfrm>
            <a:off x="1584960" y="5120640"/>
            <a:ext cx="91440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Every tier matters: the torchbearer is just as essential as the protector</a:t>
            </a:r>
            <a:endParaRPr lang="en-US" sz="2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242560"/>
            <a:ext cx="609600" cy="609600"/>
          </a:xfrm>
          <a:prstGeom prst="rect">
            <a:avLst/>
          </a:prstGeom>
        </p:spPr>
      </p:pic>
      <p:pic>
        <p:nvPicPr>
          <p:cNvPr id="20" name="Picture 19" descr="Minecraft Torch Replica at Jill Ford blog">
            <a:extLst>
              <a:ext uri="{FF2B5EF4-FFF2-40B4-BE49-F238E27FC236}">
                <a16:creationId xmlns:a16="http://schemas.microsoft.com/office/drawing/2014/main" id="{CF4DA6F0-72F4-8B87-B517-CA5EB4C712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478" r="30766"/>
          <a:stretch>
            <a:fillRect/>
          </a:stretch>
        </p:blipFill>
        <p:spPr>
          <a:xfrm>
            <a:off x="10809400" y="1410972"/>
            <a:ext cx="815036" cy="1002766"/>
          </a:xfrm>
          <a:prstGeom prst="rect">
            <a:avLst/>
          </a:prstGeom>
        </p:spPr>
      </p:pic>
      <p:pic>
        <p:nvPicPr>
          <p:cNvPr id="22" name="Picture 21" descr="Shield pixel icon. 8 bit shield sign. Arcade game symbol. Game shield ...">
            <a:extLst>
              <a:ext uri="{FF2B5EF4-FFF2-40B4-BE49-F238E27FC236}">
                <a16:creationId xmlns:a16="http://schemas.microsoft.com/office/drawing/2014/main" id="{A94DE896-15B5-AC16-D13D-E0BD24DDF1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728960" y="2564332"/>
            <a:ext cx="971348" cy="971348"/>
          </a:xfrm>
          <a:prstGeom prst="rect">
            <a:avLst/>
          </a:prstGeom>
        </p:spPr>
      </p:pic>
      <p:pic>
        <p:nvPicPr>
          <p:cNvPr id="24" name="Picture 23" descr="Premium PSD | 8bit pixel art sword on transparent background">
            <a:extLst>
              <a:ext uri="{FF2B5EF4-FFF2-40B4-BE49-F238E27FC236}">
                <a16:creationId xmlns:a16="http://schemas.microsoft.com/office/drawing/2014/main" id="{CB3F546A-4264-4F3E-C550-199A3CDDA2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728960" y="3842486"/>
            <a:ext cx="971348" cy="9713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39" y="330974"/>
            <a:ext cx="10197494" cy="1099457"/>
          </a:xfrm>
        </p:spPr>
        <p:txBody>
          <a:bodyPr>
            <a:noAutofit/>
          </a:bodyPr>
          <a:lstStyle/>
          <a:p>
            <a:r>
              <a:rPr lang="en-US" sz="3600" dirty="0"/>
              <a:t>Don’t forget to connect, thanks for listening!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3C5312A1-6D86-AB24-BBF8-296AC20E4D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202410"/>
              </p:ext>
            </p:extLst>
          </p:nvPr>
        </p:nvGraphicFramePr>
        <p:xfrm>
          <a:off x="4466024" y="1430431"/>
          <a:ext cx="7601596" cy="520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E3BFC27-6733-8963-13C2-165A3C03425F}"/>
              </a:ext>
            </a:extLst>
          </p:cNvPr>
          <p:cNvSpPr txBox="1">
            <a:spLocks/>
          </p:cNvSpPr>
          <p:nvPr/>
        </p:nvSpPr>
        <p:spPr>
          <a:xfrm>
            <a:off x="808001" y="2165955"/>
            <a:ext cx="2493297" cy="623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68141-E5EF-4BB5-7A12-57480E4EC4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00" y="2789135"/>
            <a:ext cx="3205900" cy="320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02848"/>
      </p:ext>
    </p:extLst>
  </p:cSld>
  <p:clrMapOvr>
    <a:masterClrMapping/>
  </p:clrMapOvr>
</p:sld>
</file>

<file path=ppt/theme/theme1.xml><?xml version="1.0" encoding="utf-8"?>
<a:theme xmlns:a="http://schemas.openxmlformats.org/drawingml/2006/main" name="Accessible Theme">
  <a:themeElements>
    <a:clrScheme name="Custom 1">
      <a:dk1>
        <a:sysClr val="windowText" lastClr="000000"/>
      </a:dk1>
      <a:lt1>
        <a:sysClr val="window" lastClr="FFFFFF"/>
      </a:lt1>
      <a:dk2>
        <a:srgbClr val="4D671B"/>
      </a:dk2>
      <a:lt2>
        <a:srgbClr val="EBEBEB"/>
      </a:lt2>
      <a:accent1>
        <a:srgbClr val="2A5010"/>
      </a:accent1>
      <a:accent2>
        <a:srgbClr val="2A5010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yslexic Readable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 Theme" id="{10875AD4-5CAD-4872-B4F2-FE61D414DF08}" vid="{29D82CBB-C483-4E97-ACEB-BAAA2D7D27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28B1FF-B783-4735-8B92-54E899FCF9CC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97A3D7617504B977B8187B9BC83AE" ma:contentTypeVersion="21" ma:contentTypeDescription="Create a new document." ma:contentTypeScope="" ma:versionID="150874b74f4caff4db47f7a2c40fbc04">
  <xsd:schema xmlns:xsd="http://www.w3.org/2001/XMLSchema" xmlns:xs="http://www.w3.org/2001/XMLSchema" xmlns:p="http://schemas.microsoft.com/office/2006/metadata/properties" xmlns:ns2="2de999e9-4172-4c67-9dfb-7a2bdf2ec9fe" xmlns:ns3="597c0f75-850a-4631-bfec-0dfc22554463" targetNamespace="http://schemas.microsoft.com/office/2006/metadata/properties" ma:root="true" ma:fieldsID="73f62a5a3b6dcadfd6ecee10f71c01f1" ns2:_="" ns3:_="">
    <xsd:import namespace="2de999e9-4172-4c67-9dfb-7a2bdf2ec9fe"/>
    <xsd:import namespace="597c0f75-850a-4631-bfec-0dfc2255446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_Flow_SignoffStatu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AreaofExpertise" minOccurs="0"/>
                <xsd:element ref="ns3:Owner" minOccurs="0"/>
                <xsd:element ref="ns3:ModuleID" minOccurs="0"/>
                <xsd:element ref="ns3:Archiv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e999e9-4172-4c67-9dfb-7a2bdf2ec9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3ee17c9e-5d82-41ff-9f8e-3f5a1f7119a8}" ma:internalName="TaxCatchAll" ma:showField="CatchAllData" ma:web="2de999e9-4172-4c67-9dfb-7a2bdf2ec9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c0f75-850a-4631-bfec-0dfc225544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3beb978-957d-46a2-9a24-771190ada3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AreaofExpertise" ma:index="24" nillable="true" ma:displayName="Area of Expertise" ma:description="Specify the Area of Expertise relevant to this content." ma:format="Dropdown" ma:internalName="AreaofExperti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alytics &amp; BI"/>
                    <xsd:enumeration value="Process Improvement &amp; Automation"/>
                    <xsd:enumeration value="Data Platforms &amp; Architecture"/>
                    <xsd:enumeration value="Consulting Excellence"/>
                    <xsd:enumeration value="Customer Relationships"/>
                    <xsd:enumeration value="Developing Others"/>
                    <xsd:enumeration value="P3 Know How"/>
                  </xsd:restriction>
                </xsd:simpleType>
              </xsd:element>
            </xsd:sequence>
          </xsd:extension>
        </xsd:complexContent>
      </xsd:complexType>
    </xsd:element>
    <xsd:element name="Owner" ma:index="25" nillable="true" ma:displayName="Owner" ma:description="Typically the person who created it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oduleID" ma:index="26" nillable="true" ma:displayName="Module ID" ma:default="N/S" ma:description="e.g. 2Q24-001&#10;Use to group content - e.g. if a module includes a video and and article, they can both have the same module number to be grouped together." ma:format="Dropdown" ma:internalName="ModuleID">
      <xsd:simpleType>
        <xsd:restriction base="dms:Text">
          <xsd:maxLength value="255"/>
        </xsd:restriction>
      </xsd:simpleType>
    </xsd:element>
    <xsd:element name="Archive" ma:index="27" nillable="true" ma:displayName="Archive" ma:default="0" ma:format="Dropdown" ma:internalName="Archiv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de999e9-4172-4c67-9dfb-7a2bdf2ec9fe" xsi:nil="true"/>
    <lcf76f155ced4ddcb4097134ff3c332f xmlns="597c0f75-850a-4631-bfec-0dfc22554463">
      <Terms xmlns="http://schemas.microsoft.com/office/infopath/2007/PartnerControls"/>
    </lcf76f155ced4ddcb4097134ff3c332f>
    <Owner xmlns="597c0f75-850a-4631-bfec-0dfc22554463">
      <UserInfo>
        <DisplayName/>
        <AccountId xsi:nil="true"/>
        <AccountType/>
      </UserInfo>
    </Owner>
    <AreaofExpertise xmlns="597c0f75-850a-4631-bfec-0dfc22554463" xsi:nil="true"/>
    <ModuleID xmlns="597c0f75-850a-4631-bfec-0dfc22554463">N/S</ModuleID>
    <_Flow_SignoffStatus xmlns="597c0f75-850a-4631-bfec-0dfc22554463" xsi:nil="true"/>
    <Archive xmlns="597c0f75-850a-4631-bfec-0dfc22554463">false</Archive>
  </documentManagement>
</p:properties>
</file>

<file path=customXml/itemProps1.xml><?xml version="1.0" encoding="utf-8"?>
<ds:datastoreItem xmlns:ds="http://schemas.openxmlformats.org/officeDocument/2006/customXml" ds:itemID="{30AF728A-9689-42E9-946C-DC0C31BDD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e999e9-4172-4c67-9dfb-7a2bdf2ec9fe"/>
    <ds:schemaRef ds:uri="597c0f75-850a-4631-bfec-0dfc225544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9ED252-A91E-4C11-82AF-AC9C14ABA5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4F7A3F-3798-4938-AB09-6FE2A4B878A4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2de999e9-4172-4c67-9dfb-7a2bdf2ec9fe"/>
    <ds:schemaRef ds:uri="http://schemas.openxmlformats.org/package/2006/metadata/core-properties"/>
    <ds:schemaRef ds:uri="http://purl.org/dc/elements/1.1/"/>
    <ds:schemaRef ds:uri="597c0f75-850a-4631-bfec-0dfc22554463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3713</TotalTime>
  <Words>2250</Words>
  <Application>Microsoft Office PowerPoint</Application>
  <PresentationFormat>Widescreen</PresentationFormat>
  <Paragraphs>322</Paragraphs>
  <Slides>26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  <vt:variant>
        <vt:lpstr>Custom Shows</vt:lpstr>
      </vt:variant>
      <vt:variant>
        <vt:i4>1</vt:i4>
      </vt:variant>
    </vt:vector>
  </HeadingPairs>
  <TitlesOfParts>
    <vt:vector size="36" baseType="lpstr">
      <vt:lpstr>Aptos</vt:lpstr>
      <vt:lpstr>Arial</vt:lpstr>
      <vt:lpstr>Atkinson Hyperlegible</vt:lpstr>
      <vt:lpstr>Calibri</vt:lpstr>
      <vt:lpstr>Inter UI</vt:lpstr>
      <vt:lpstr>Space Grotesk</vt:lpstr>
      <vt:lpstr>Space Grotesk Light</vt:lpstr>
      <vt:lpstr>Space Grotesk Medium</vt:lpstr>
      <vt:lpstr>Accessible Theme</vt:lpstr>
      <vt:lpstr>Fabric Admin 101  Settings, Tools, and Monitoring that Keep the Lights On and the Bills Down</vt:lpstr>
      <vt:lpstr>About Me ~ Kristyna Ferris</vt:lpstr>
      <vt:lpstr>My Least Favorite “Oh No” Moments</vt:lpstr>
      <vt:lpstr>Let’s go from</vt:lpstr>
      <vt:lpstr>To</vt:lpstr>
      <vt:lpstr>The Realm Defender’s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Don’t forget to connect, thanks for listening!</vt:lpstr>
      <vt:lpstr>Conf Specific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Bernard</dc:creator>
  <cp:lastModifiedBy>Kristyna Ferris</cp:lastModifiedBy>
  <cp:revision>185</cp:revision>
  <dcterms:created xsi:type="dcterms:W3CDTF">2024-07-02T16:04:35Z</dcterms:created>
  <dcterms:modified xsi:type="dcterms:W3CDTF">2026-08-26T17:26:19Z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0x010100AA497A3D7617504B977B8187B9BC83AE</vt:lpwstr>
  </property>
  <property fmtid="{D5CDD505-2E9C-101B-9397-08002B2CF9AE}" pid="3" name="MediaServiceImageTags">
    <vt:lpwstr/>
  </property>
</Properties>
</file>