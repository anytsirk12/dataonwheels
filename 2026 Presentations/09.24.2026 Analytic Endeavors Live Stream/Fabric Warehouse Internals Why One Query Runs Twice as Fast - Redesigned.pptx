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2" r:id="rId4"/>
  </p:sldMasterIdLst>
  <p:notesMasterIdLst>
    <p:notesMasterId r:id="rId35"/>
  </p:notesMasterIdLst>
  <p:sldIdLst>
    <p:sldId id="2147482363" r:id="rId5"/>
    <p:sldId id="2147482364" r:id="rId6"/>
    <p:sldId id="2147482395" r:id="rId7"/>
    <p:sldId id="2147482374" r:id="rId8"/>
    <p:sldId id="2147482366" r:id="rId9"/>
    <p:sldId id="2147482368" r:id="rId10"/>
    <p:sldId id="2147482369" r:id="rId11"/>
    <p:sldId id="264" r:id="rId12"/>
    <p:sldId id="265" r:id="rId13"/>
    <p:sldId id="2147482375" r:id="rId14"/>
    <p:sldId id="2147482376" r:id="rId15"/>
    <p:sldId id="2147482384" r:id="rId16"/>
    <p:sldId id="2147482385" r:id="rId17"/>
    <p:sldId id="2147482391" r:id="rId18"/>
    <p:sldId id="276" r:id="rId19"/>
    <p:sldId id="2147482378" r:id="rId20"/>
    <p:sldId id="2147482387" r:id="rId21"/>
    <p:sldId id="2147482388" r:id="rId22"/>
    <p:sldId id="2147482380" r:id="rId23"/>
    <p:sldId id="2147482381" r:id="rId24"/>
    <p:sldId id="2147482392" r:id="rId25"/>
    <p:sldId id="2147482371" r:id="rId26"/>
    <p:sldId id="2147482372" r:id="rId27"/>
    <p:sldId id="2147482361" r:id="rId28"/>
    <p:sldId id="2147482393" r:id="rId29"/>
    <p:sldId id="2147482383" r:id="rId30"/>
    <p:sldId id="2147482367" r:id="rId31"/>
    <p:sldId id="2147482386" r:id="rId32"/>
    <p:sldId id="2147482377" r:id="rId33"/>
    <p:sldId id="2147482389" r:id="rId34"/>
  </p:sldIdLst>
  <p:sldSz cx="12192000" cy="6858000"/>
  <p:notesSz cx="6858000" cy="9144000"/>
  <p:custShowLst>
    <p:custShow name="Conf Specific Slides" id="0">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ference Specific Slides" id="{FDDF7CE9-7A3D-4CF3-BBE3-7ECBCDA00229}">
          <p14:sldIdLst/>
        </p14:section>
        <p14:section name="Presentation" id="{A3FBBF94-EA0E-44AA-8EF2-63E16E2B6518}">
          <p14:sldIdLst>
            <p14:sldId id="2147482363"/>
            <p14:sldId id="2147482364"/>
            <p14:sldId id="2147482395"/>
            <p14:sldId id="2147482374"/>
            <p14:sldId id="2147482366"/>
            <p14:sldId id="2147482368"/>
            <p14:sldId id="2147482369"/>
            <p14:sldId id="264"/>
            <p14:sldId id="265"/>
            <p14:sldId id="2147482375"/>
            <p14:sldId id="2147482376"/>
            <p14:sldId id="2147482384"/>
            <p14:sldId id="2147482385"/>
            <p14:sldId id="2147482391"/>
            <p14:sldId id="276"/>
            <p14:sldId id="2147482378"/>
            <p14:sldId id="2147482387"/>
            <p14:sldId id="2147482388"/>
            <p14:sldId id="2147482380"/>
            <p14:sldId id="2147482381"/>
            <p14:sldId id="2147482392"/>
            <p14:sldId id="2147482371"/>
            <p14:sldId id="2147482372"/>
            <p14:sldId id="2147482361"/>
            <p14:sldId id="2147482393"/>
            <p14:sldId id="2147482383"/>
            <p14:sldId id="2147482367"/>
            <p14:sldId id="2147482386"/>
            <p14:sldId id="2147482377"/>
            <p14:sldId id="214748238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323FE0-A9D6-59E3-1D7B-3E39783FD7CA}" name="Kristyna Ferris" initials="KF" userId="S::kferris@p3adaptive.com::94226f18-af35-4770-afa7-870236380a3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2687"/>
    <a:srgbClr val="C07200"/>
    <a:srgbClr val="407A18"/>
    <a:srgbClr val="F5CFE8"/>
    <a:srgbClr val="D1FFF6"/>
    <a:srgbClr val="FFD28F"/>
    <a:srgbClr val="80009F"/>
    <a:srgbClr val="D940FF"/>
    <a:srgbClr val="FF9900"/>
    <a:srgbClr val="0D3B8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11C825-6B65-4A95-99BF-D0030CD01A5F}" v="1" dt="2026-09-02T20:12:00.3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23" autoAdjust="0"/>
    <p:restoredTop sz="83051" autoAdjust="0"/>
  </p:normalViewPr>
  <p:slideViewPr>
    <p:cSldViewPr snapToGrid="0">
      <p:cViewPr varScale="1">
        <p:scale>
          <a:sx n="92" d="100"/>
          <a:sy n="92" d="100"/>
        </p:scale>
        <p:origin x="1446" y="78"/>
      </p:cViewPr>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tyna Ferris" userId="86aeac9f-971e-413b-9f78-ace434bd0a60" providerId="ADAL" clId="{BB1FBCEE-720A-4BC8-B896-5F1AD7000908}"/>
    <pc:docChg chg="undo custSel addSld delSld modSld sldOrd delMainMaster modMainMaster addSection modSection modShowInfo">
      <pc:chgData name="Kristyna Ferris" userId="86aeac9f-971e-413b-9f78-ace434bd0a60" providerId="ADAL" clId="{BB1FBCEE-720A-4BC8-B896-5F1AD7000908}" dt="2026-09-02T20:12:12.248" v="12426" actId="404"/>
      <pc:docMkLst>
        <pc:docMk/>
      </pc:docMkLst>
      <pc:sldChg chg="add setBg modNotesTx">
        <pc:chgData name="Kristyna Ferris" userId="86aeac9f-971e-413b-9f78-ace434bd0a60" providerId="ADAL" clId="{BB1FBCEE-720A-4BC8-B896-5F1AD7000908}" dt="2026-08-21T12:18:31.139" v="12167" actId="20577"/>
        <pc:sldMkLst>
          <pc:docMk/>
          <pc:sldMk cId="0" sldId="264"/>
        </pc:sldMkLst>
      </pc:sldChg>
      <pc:sldChg chg="add setBg modNotesTx">
        <pc:chgData name="Kristyna Ferris" userId="86aeac9f-971e-413b-9f78-ace434bd0a60" providerId="ADAL" clId="{BB1FBCEE-720A-4BC8-B896-5F1AD7000908}" dt="2026-08-21T12:18:37.595" v="12169" actId="20577"/>
        <pc:sldMkLst>
          <pc:docMk/>
          <pc:sldMk cId="0" sldId="265"/>
        </pc:sldMkLst>
      </pc:sldChg>
      <pc:sldChg chg="modSp add mod setBg">
        <pc:chgData name="Kristyna Ferris" userId="86aeac9f-971e-413b-9f78-ace434bd0a60" providerId="ADAL" clId="{BB1FBCEE-720A-4BC8-B896-5F1AD7000908}" dt="2026-08-21T01:36:45.248" v="12047" actId="403"/>
        <pc:sldMkLst>
          <pc:docMk/>
          <pc:sldMk cId="0" sldId="276"/>
        </pc:sldMkLst>
        <pc:spChg chg="mod">
          <ac:chgData name="Kristyna Ferris" userId="86aeac9f-971e-413b-9f78-ace434bd0a60" providerId="ADAL" clId="{BB1FBCEE-720A-4BC8-B896-5F1AD7000908}" dt="2026-08-21T01:36:45.248" v="12047" actId="403"/>
          <ac:spMkLst>
            <pc:docMk/>
            <pc:sldMk cId="0" sldId="276"/>
            <ac:spMk id="2" creationId="{00000000-0000-0000-0000-000000000000}"/>
          </ac:spMkLst>
        </pc:spChg>
        <pc:spChg chg="mod">
          <ac:chgData name="Kristyna Ferris" userId="86aeac9f-971e-413b-9f78-ace434bd0a60" providerId="ADAL" clId="{BB1FBCEE-720A-4BC8-B896-5F1AD7000908}" dt="2026-08-21T01:36:31.251" v="12046" actId="207"/>
          <ac:spMkLst>
            <pc:docMk/>
            <pc:sldMk cId="0" sldId="276"/>
            <ac:spMk id="3" creationId="{00000000-0000-0000-0000-000000000000}"/>
          </ac:spMkLst>
        </pc:spChg>
        <pc:spChg chg="mod">
          <ac:chgData name="Kristyna Ferris" userId="86aeac9f-971e-413b-9f78-ace434bd0a60" providerId="ADAL" clId="{BB1FBCEE-720A-4BC8-B896-5F1AD7000908}" dt="2026-08-21T01:36:45.248" v="12047" actId="403"/>
          <ac:spMkLst>
            <pc:docMk/>
            <pc:sldMk cId="0" sldId="276"/>
            <ac:spMk id="5" creationId="{00000000-0000-0000-0000-000000000000}"/>
          </ac:spMkLst>
        </pc:spChg>
        <pc:spChg chg="mod">
          <ac:chgData name="Kristyna Ferris" userId="86aeac9f-971e-413b-9f78-ace434bd0a60" providerId="ADAL" clId="{BB1FBCEE-720A-4BC8-B896-5F1AD7000908}" dt="2026-08-21T01:36:13.063" v="12043" actId="2711"/>
          <ac:spMkLst>
            <pc:docMk/>
            <pc:sldMk cId="0" sldId="276"/>
            <ac:spMk id="6" creationId="{00000000-0000-0000-0000-000000000000}"/>
          </ac:spMkLst>
        </pc:spChg>
        <pc:spChg chg="mod">
          <ac:chgData name="Kristyna Ferris" userId="86aeac9f-971e-413b-9f78-ace434bd0a60" providerId="ADAL" clId="{BB1FBCEE-720A-4BC8-B896-5F1AD7000908}" dt="2026-08-21T01:36:45.248" v="12047" actId="403"/>
          <ac:spMkLst>
            <pc:docMk/>
            <pc:sldMk cId="0" sldId="276"/>
            <ac:spMk id="7" creationId="{00000000-0000-0000-0000-000000000000}"/>
          </ac:spMkLst>
        </pc:spChg>
        <pc:spChg chg="mod">
          <ac:chgData name="Kristyna Ferris" userId="86aeac9f-971e-413b-9f78-ace434bd0a60" providerId="ADAL" clId="{BB1FBCEE-720A-4BC8-B896-5F1AD7000908}" dt="2026-08-21T01:36:45.248" v="12047" actId="403"/>
          <ac:spMkLst>
            <pc:docMk/>
            <pc:sldMk cId="0" sldId="276"/>
            <ac:spMk id="8" creationId="{00000000-0000-0000-0000-000000000000}"/>
          </ac:spMkLst>
        </pc:spChg>
        <pc:spChg chg="mod">
          <ac:chgData name="Kristyna Ferris" userId="86aeac9f-971e-413b-9f78-ace434bd0a60" providerId="ADAL" clId="{BB1FBCEE-720A-4BC8-B896-5F1AD7000908}" dt="2026-08-21T01:36:45.248" v="12047" actId="403"/>
          <ac:spMkLst>
            <pc:docMk/>
            <pc:sldMk cId="0" sldId="276"/>
            <ac:spMk id="9" creationId="{00000000-0000-0000-0000-000000000000}"/>
          </ac:spMkLst>
        </pc:spChg>
        <pc:spChg chg="mod">
          <ac:chgData name="Kristyna Ferris" userId="86aeac9f-971e-413b-9f78-ace434bd0a60" providerId="ADAL" clId="{BB1FBCEE-720A-4BC8-B896-5F1AD7000908}" dt="2026-08-21T01:36:45.248" v="12047" actId="403"/>
          <ac:spMkLst>
            <pc:docMk/>
            <pc:sldMk cId="0" sldId="276"/>
            <ac:spMk id="11" creationId="{00000000-0000-0000-0000-000000000000}"/>
          </ac:spMkLst>
        </pc:spChg>
        <pc:spChg chg="mod">
          <ac:chgData name="Kristyna Ferris" userId="86aeac9f-971e-413b-9f78-ace434bd0a60" providerId="ADAL" clId="{BB1FBCEE-720A-4BC8-B896-5F1AD7000908}" dt="2026-08-21T01:36:13.063" v="12043" actId="2711"/>
          <ac:spMkLst>
            <pc:docMk/>
            <pc:sldMk cId="0" sldId="276"/>
            <ac:spMk id="13" creationId="{00000000-0000-0000-0000-000000000000}"/>
          </ac:spMkLst>
        </pc:spChg>
        <pc:spChg chg="mod">
          <ac:chgData name="Kristyna Ferris" userId="86aeac9f-971e-413b-9f78-ace434bd0a60" providerId="ADAL" clId="{BB1FBCEE-720A-4BC8-B896-5F1AD7000908}" dt="2026-08-21T01:36:13.063" v="12043" actId="2711"/>
          <ac:spMkLst>
            <pc:docMk/>
            <pc:sldMk cId="0" sldId="276"/>
            <ac:spMk id="14" creationId="{00000000-0000-0000-0000-000000000000}"/>
          </ac:spMkLst>
        </pc:spChg>
        <pc:spChg chg="mod">
          <ac:chgData name="Kristyna Ferris" userId="86aeac9f-971e-413b-9f78-ace434bd0a60" providerId="ADAL" clId="{BB1FBCEE-720A-4BC8-B896-5F1AD7000908}" dt="2026-08-21T01:36:45.248" v="12047" actId="403"/>
          <ac:spMkLst>
            <pc:docMk/>
            <pc:sldMk cId="0" sldId="276"/>
            <ac:spMk id="15" creationId="{00000000-0000-0000-0000-000000000000}"/>
          </ac:spMkLst>
        </pc:spChg>
        <pc:spChg chg="mod">
          <ac:chgData name="Kristyna Ferris" userId="86aeac9f-971e-413b-9f78-ace434bd0a60" providerId="ADAL" clId="{BB1FBCEE-720A-4BC8-B896-5F1AD7000908}" dt="2026-08-21T01:36:45.248" v="12047" actId="403"/>
          <ac:spMkLst>
            <pc:docMk/>
            <pc:sldMk cId="0" sldId="276"/>
            <ac:spMk id="16" creationId="{00000000-0000-0000-0000-000000000000}"/>
          </ac:spMkLst>
        </pc:spChg>
        <pc:spChg chg="mod">
          <ac:chgData name="Kristyna Ferris" userId="86aeac9f-971e-413b-9f78-ace434bd0a60" providerId="ADAL" clId="{BB1FBCEE-720A-4BC8-B896-5F1AD7000908}" dt="2026-08-21T01:36:45.248" v="12047" actId="403"/>
          <ac:spMkLst>
            <pc:docMk/>
            <pc:sldMk cId="0" sldId="276"/>
            <ac:spMk id="17" creationId="{00000000-0000-0000-0000-000000000000}"/>
          </ac:spMkLst>
        </pc:spChg>
        <pc:spChg chg="mod">
          <ac:chgData name="Kristyna Ferris" userId="86aeac9f-971e-413b-9f78-ace434bd0a60" providerId="ADAL" clId="{BB1FBCEE-720A-4BC8-B896-5F1AD7000908}" dt="2026-08-21T01:36:13.063" v="12043" actId="2711"/>
          <ac:spMkLst>
            <pc:docMk/>
            <pc:sldMk cId="0" sldId="276"/>
            <ac:spMk id="19" creationId="{00000000-0000-0000-0000-000000000000}"/>
          </ac:spMkLst>
        </pc:spChg>
        <pc:spChg chg="mod">
          <ac:chgData name="Kristyna Ferris" userId="86aeac9f-971e-413b-9f78-ace434bd0a60" providerId="ADAL" clId="{BB1FBCEE-720A-4BC8-B896-5F1AD7000908}" dt="2026-08-21T01:36:45.248" v="12047" actId="403"/>
          <ac:spMkLst>
            <pc:docMk/>
            <pc:sldMk cId="0" sldId="276"/>
            <ac:spMk id="20" creationId="{00000000-0000-0000-0000-000000000000}"/>
          </ac:spMkLst>
        </pc:spChg>
      </pc:sldChg>
      <pc:sldChg chg="modSp mod modNotesTx">
        <pc:chgData name="Kristyna Ferris" userId="86aeac9f-971e-413b-9f78-ace434bd0a60" providerId="ADAL" clId="{BB1FBCEE-720A-4BC8-B896-5F1AD7000908}" dt="2026-08-22T23:48:24.200" v="12405" actId="20577"/>
        <pc:sldMkLst>
          <pc:docMk/>
          <pc:sldMk cId="701826219" sldId="2147482363"/>
        </pc:sldMkLst>
        <pc:spChg chg="mod">
          <ac:chgData name="Kristyna Ferris" userId="86aeac9f-971e-413b-9f78-ace434bd0a60" providerId="ADAL" clId="{BB1FBCEE-720A-4BC8-B896-5F1AD7000908}" dt="2026-08-20T23:59:13.436" v="2531" actId="404"/>
          <ac:spMkLst>
            <pc:docMk/>
            <pc:sldMk cId="701826219" sldId="2147482363"/>
            <ac:spMk id="2" creationId="{4B984CC0-0BC0-32AF-31FE-4FAA52F6BCC1}"/>
          </ac:spMkLst>
        </pc:spChg>
        <pc:spChg chg="mod">
          <ac:chgData name="Kristyna Ferris" userId="86aeac9f-971e-413b-9f78-ace434bd0a60" providerId="ADAL" clId="{BB1FBCEE-720A-4BC8-B896-5F1AD7000908}" dt="2026-08-20T23:58:52.830" v="2528" actId="1076"/>
          <ac:spMkLst>
            <pc:docMk/>
            <pc:sldMk cId="701826219" sldId="2147482363"/>
            <ac:spMk id="3" creationId="{6201F2B7-624E-CB63-0A92-F5F5042130F9}"/>
          </ac:spMkLst>
        </pc:spChg>
        <pc:picChg chg="mod">
          <ac:chgData name="Kristyna Ferris" userId="86aeac9f-971e-413b-9f78-ace434bd0a60" providerId="ADAL" clId="{BB1FBCEE-720A-4BC8-B896-5F1AD7000908}" dt="2026-08-20T23:58:46.804" v="2527" actId="1076"/>
          <ac:picMkLst>
            <pc:docMk/>
            <pc:sldMk cId="701826219" sldId="2147482363"/>
            <ac:picMk id="5" creationId="{844378CF-9F79-1460-5ACF-49DE1563ED5F}"/>
          </ac:picMkLst>
        </pc:picChg>
      </pc:sldChg>
      <pc:sldChg chg="modSp mod">
        <pc:chgData name="Kristyna Ferris" userId="86aeac9f-971e-413b-9f78-ace434bd0a60" providerId="ADAL" clId="{BB1FBCEE-720A-4BC8-B896-5F1AD7000908}" dt="2026-08-22T23:47:50.713" v="12404" actId="27636"/>
        <pc:sldMkLst>
          <pc:docMk/>
          <pc:sldMk cId="3133497683" sldId="2147482364"/>
        </pc:sldMkLst>
        <pc:spChg chg="mod">
          <ac:chgData name="Kristyna Ferris" userId="86aeac9f-971e-413b-9f78-ace434bd0a60" providerId="ADAL" clId="{BB1FBCEE-720A-4BC8-B896-5F1AD7000908}" dt="2026-08-22T23:47:50.713" v="12404" actId="27636"/>
          <ac:spMkLst>
            <pc:docMk/>
            <pc:sldMk cId="3133497683" sldId="2147482364"/>
            <ac:spMk id="3" creationId="{DAF38228-38FE-B0FF-35BD-580808EBDC9A}"/>
          </ac:spMkLst>
        </pc:spChg>
      </pc:sldChg>
      <pc:sldChg chg="modSp add mod">
        <pc:chgData name="Kristyna Ferris" userId="86aeac9f-971e-413b-9f78-ace434bd0a60" providerId="ADAL" clId="{BB1FBCEE-720A-4BC8-B896-5F1AD7000908}" dt="2026-08-21T00:36:14.916" v="7275" actId="20577"/>
        <pc:sldMkLst>
          <pc:docMk/>
          <pc:sldMk cId="4175172559" sldId="2147482366"/>
        </pc:sldMkLst>
        <pc:spChg chg="mod">
          <ac:chgData name="Kristyna Ferris" userId="86aeac9f-971e-413b-9f78-ace434bd0a60" providerId="ADAL" clId="{BB1FBCEE-720A-4BC8-B896-5F1AD7000908}" dt="2026-08-21T00:04:14.481" v="2701" actId="20577"/>
          <ac:spMkLst>
            <pc:docMk/>
            <pc:sldMk cId="4175172559" sldId="2147482366"/>
            <ac:spMk id="4" creationId="{34E64756-36BF-8FB4-5C8C-4928072F3E61}"/>
          </ac:spMkLst>
        </pc:spChg>
        <pc:spChg chg="mod">
          <ac:chgData name="Kristyna Ferris" userId="86aeac9f-971e-413b-9f78-ace434bd0a60" providerId="ADAL" clId="{BB1FBCEE-720A-4BC8-B896-5F1AD7000908}" dt="2026-08-21T00:36:14.916" v="7275" actId="20577"/>
          <ac:spMkLst>
            <pc:docMk/>
            <pc:sldMk cId="4175172559" sldId="2147482366"/>
            <ac:spMk id="10" creationId="{1D7DBDDB-0BD7-02C0-7CF4-3547287A557B}"/>
          </ac:spMkLst>
        </pc:spChg>
      </pc:sldChg>
      <pc:sldChg chg="modSp add mod modNotesTx">
        <pc:chgData name="Kristyna Ferris" userId="86aeac9f-971e-413b-9f78-ace434bd0a60" providerId="ADAL" clId="{BB1FBCEE-720A-4BC8-B896-5F1AD7000908}" dt="2026-08-21T12:17:05.285" v="12165" actId="20577"/>
        <pc:sldMkLst>
          <pc:docMk/>
          <pc:sldMk cId="2230472717" sldId="2147482367"/>
        </pc:sldMkLst>
        <pc:spChg chg="mod">
          <ac:chgData name="Kristyna Ferris" userId="86aeac9f-971e-413b-9f78-ace434bd0a60" providerId="ADAL" clId="{BB1FBCEE-720A-4BC8-B896-5F1AD7000908}" dt="2026-08-21T00:04:30.449" v="2733" actId="20577"/>
          <ac:spMkLst>
            <pc:docMk/>
            <pc:sldMk cId="2230472717" sldId="2147482367"/>
            <ac:spMk id="4" creationId="{5F483242-3C87-46A2-8084-D8F93ED865DE}"/>
          </ac:spMkLst>
        </pc:spChg>
        <pc:spChg chg="mod">
          <ac:chgData name="Kristyna Ferris" userId="86aeac9f-971e-413b-9f78-ace434bd0a60" providerId="ADAL" clId="{BB1FBCEE-720A-4BC8-B896-5F1AD7000908}" dt="2026-08-21T12:13:02.940" v="12111" actId="207"/>
          <ac:spMkLst>
            <pc:docMk/>
            <pc:sldMk cId="2230472717" sldId="2147482367"/>
            <ac:spMk id="10" creationId="{30BB553B-55A6-C33F-4069-5AE3072669EB}"/>
          </ac:spMkLst>
        </pc:spChg>
      </pc:sldChg>
      <pc:sldChg chg="modSp add mod">
        <pc:chgData name="Kristyna Ferris" userId="86aeac9f-971e-413b-9f78-ace434bd0a60" providerId="ADAL" clId="{BB1FBCEE-720A-4BC8-B896-5F1AD7000908}" dt="2026-08-21T01:10:53.765" v="9916" actId="20577"/>
        <pc:sldMkLst>
          <pc:docMk/>
          <pc:sldMk cId="523845238" sldId="2147482368"/>
        </pc:sldMkLst>
        <pc:spChg chg="mod">
          <ac:chgData name="Kristyna Ferris" userId="86aeac9f-971e-413b-9f78-ace434bd0a60" providerId="ADAL" clId="{BB1FBCEE-720A-4BC8-B896-5F1AD7000908}" dt="2026-08-21T01:09:26.532" v="9469" actId="20577"/>
          <ac:spMkLst>
            <pc:docMk/>
            <pc:sldMk cId="523845238" sldId="2147482368"/>
            <ac:spMk id="4" creationId="{BE694F93-E662-8FE7-7CD4-DBA5084AC56D}"/>
          </ac:spMkLst>
        </pc:spChg>
        <pc:spChg chg="mod">
          <ac:chgData name="Kristyna Ferris" userId="86aeac9f-971e-413b-9f78-ace434bd0a60" providerId="ADAL" clId="{BB1FBCEE-720A-4BC8-B896-5F1AD7000908}" dt="2026-08-21T01:10:53.765" v="9916" actId="20577"/>
          <ac:spMkLst>
            <pc:docMk/>
            <pc:sldMk cId="523845238" sldId="2147482368"/>
            <ac:spMk id="10" creationId="{2C2B7492-068A-D7BF-3FCB-37C6E95D0466}"/>
          </ac:spMkLst>
        </pc:spChg>
      </pc:sldChg>
      <pc:sldChg chg="modSp add mod ord">
        <pc:chgData name="Kristyna Ferris" userId="86aeac9f-971e-413b-9f78-ace434bd0a60" providerId="ADAL" clId="{BB1FBCEE-720A-4BC8-B896-5F1AD7000908}" dt="2026-08-21T12:11:12.121" v="12110" actId="207"/>
        <pc:sldMkLst>
          <pc:docMk/>
          <pc:sldMk cId="2968718838" sldId="2147482369"/>
        </pc:sldMkLst>
        <pc:spChg chg="mod">
          <ac:chgData name="Kristyna Ferris" userId="86aeac9f-971e-413b-9f78-ace434bd0a60" providerId="ADAL" clId="{BB1FBCEE-720A-4BC8-B896-5F1AD7000908}" dt="2026-08-21T00:46:32.332" v="8052" actId="20577"/>
          <ac:spMkLst>
            <pc:docMk/>
            <pc:sldMk cId="2968718838" sldId="2147482369"/>
            <ac:spMk id="4" creationId="{AC793182-B76C-0D5B-40C0-8CF78CCBAE78}"/>
          </ac:spMkLst>
        </pc:spChg>
        <pc:spChg chg="mod">
          <ac:chgData name="Kristyna Ferris" userId="86aeac9f-971e-413b-9f78-ace434bd0a60" providerId="ADAL" clId="{BB1FBCEE-720A-4BC8-B896-5F1AD7000908}" dt="2026-08-21T12:11:12.121" v="12110" actId="207"/>
          <ac:spMkLst>
            <pc:docMk/>
            <pc:sldMk cId="2968718838" sldId="2147482369"/>
            <ac:spMk id="10" creationId="{5DA04293-9DFC-CF30-A61B-3B5E95DB3B1B}"/>
          </ac:spMkLst>
        </pc:spChg>
      </pc:sldChg>
      <pc:sldChg chg="modSp add mod">
        <pc:chgData name="Kristyna Ferris" userId="86aeac9f-971e-413b-9f78-ace434bd0a60" providerId="ADAL" clId="{BB1FBCEE-720A-4BC8-B896-5F1AD7000908}" dt="2026-08-21T01:40:08.131" v="12108" actId="20577"/>
        <pc:sldMkLst>
          <pc:docMk/>
          <pc:sldMk cId="731392826" sldId="2147482371"/>
        </pc:sldMkLst>
        <pc:spChg chg="mod">
          <ac:chgData name="Kristyna Ferris" userId="86aeac9f-971e-413b-9f78-ace434bd0a60" providerId="ADAL" clId="{BB1FBCEE-720A-4BC8-B896-5F1AD7000908}" dt="2026-08-21T01:40:08.131" v="12108" actId="20577"/>
          <ac:spMkLst>
            <pc:docMk/>
            <pc:sldMk cId="731392826" sldId="2147482371"/>
            <ac:spMk id="4" creationId="{FAE6685C-BFC9-5BF7-D983-34C45662E5E4}"/>
          </ac:spMkLst>
        </pc:spChg>
        <pc:spChg chg="mod">
          <ac:chgData name="Kristyna Ferris" userId="86aeac9f-971e-413b-9f78-ace434bd0a60" providerId="ADAL" clId="{BB1FBCEE-720A-4BC8-B896-5F1AD7000908}" dt="2026-08-21T01:39:34.837" v="12096" actId="20577"/>
          <ac:spMkLst>
            <pc:docMk/>
            <pc:sldMk cId="731392826" sldId="2147482371"/>
            <ac:spMk id="10" creationId="{31E54F08-C9C0-9103-38E2-F2A84358C2AE}"/>
          </ac:spMkLst>
        </pc:spChg>
      </pc:sldChg>
      <pc:sldChg chg="modSp add mod">
        <pc:chgData name="Kristyna Ferris" userId="86aeac9f-971e-413b-9f78-ace434bd0a60" providerId="ADAL" clId="{BB1FBCEE-720A-4BC8-B896-5F1AD7000908}" dt="2026-08-21T00:47:53.325" v="8129" actId="20577"/>
        <pc:sldMkLst>
          <pc:docMk/>
          <pc:sldMk cId="2632931305" sldId="2147482372"/>
        </pc:sldMkLst>
        <pc:spChg chg="mod">
          <ac:chgData name="Kristyna Ferris" userId="86aeac9f-971e-413b-9f78-ace434bd0a60" providerId="ADAL" clId="{BB1FBCEE-720A-4BC8-B896-5F1AD7000908}" dt="2026-08-21T00:47:53.325" v="8129" actId="20577"/>
          <ac:spMkLst>
            <pc:docMk/>
            <pc:sldMk cId="2632931305" sldId="2147482372"/>
            <ac:spMk id="4" creationId="{E547B6F0-E25A-EB6D-652C-11FD4BC55AE2}"/>
          </ac:spMkLst>
        </pc:spChg>
      </pc:sldChg>
      <pc:sldChg chg="addSp delSp modSp add mod">
        <pc:chgData name="Kristyna Ferris" userId="86aeac9f-971e-413b-9f78-ace434bd0a60" providerId="ADAL" clId="{BB1FBCEE-720A-4BC8-B896-5F1AD7000908}" dt="2026-08-21T01:07:55.752" v="9438" actId="120"/>
        <pc:sldMkLst>
          <pc:docMk/>
          <pc:sldMk cId="1455727745" sldId="2147482374"/>
        </pc:sldMkLst>
        <pc:spChg chg="add mod">
          <ac:chgData name="Kristyna Ferris" userId="86aeac9f-971e-413b-9f78-ace434bd0a60" providerId="ADAL" clId="{BB1FBCEE-720A-4BC8-B896-5F1AD7000908}" dt="2026-08-21T01:07:39.801" v="9418" actId="14100"/>
          <ac:spMkLst>
            <pc:docMk/>
            <pc:sldMk cId="1455727745" sldId="2147482374"/>
            <ac:spMk id="3" creationId="{DA2FCBCC-A9BE-0375-65AD-8B144233D552}"/>
          </ac:spMkLst>
        </pc:spChg>
        <pc:spChg chg="mod">
          <ac:chgData name="Kristyna Ferris" userId="86aeac9f-971e-413b-9f78-ace434bd0a60" providerId="ADAL" clId="{BB1FBCEE-720A-4BC8-B896-5F1AD7000908}" dt="2026-08-21T01:07:19.948" v="9416" actId="20577"/>
          <ac:spMkLst>
            <pc:docMk/>
            <pc:sldMk cId="1455727745" sldId="2147482374"/>
            <ac:spMk id="4" creationId="{20C2A30A-3B53-734A-C365-436AEA9985F1}"/>
          </ac:spMkLst>
        </pc:spChg>
        <pc:spChg chg="add mod">
          <ac:chgData name="Kristyna Ferris" userId="86aeac9f-971e-413b-9f78-ace434bd0a60" providerId="ADAL" clId="{BB1FBCEE-720A-4BC8-B896-5F1AD7000908}" dt="2026-08-21T01:07:32.105" v="9417" actId="403"/>
          <ac:spMkLst>
            <pc:docMk/>
            <pc:sldMk cId="1455727745" sldId="2147482374"/>
            <ac:spMk id="6" creationId="{7B256F57-CEB0-E111-D27F-2CBC5D299F5C}"/>
          </ac:spMkLst>
        </pc:spChg>
        <pc:spChg chg="add mod">
          <ac:chgData name="Kristyna Ferris" userId="86aeac9f-971e-413b-9f78-ace434bd0a60" providerId="ADAL" clId="{BB1FBCEE-720A-4BC8-B896-5F1AD7000908}" dt="2026-08-21T01:07:32.105" v="9417" actId="403"/>
          <ac:spMkLst>
            <pc:docMk/>
            <pc:sldMk cId="1455727745" sldId="2147482374"/>
            <ac:spMk id="8" creationId="{86E90E03-731E-9576-F267-E94A5303AE3E}"/>
          </ac:spMkLst>
        </pc:spChg>
        <pc:spChg chg="add mod">
          <ac:chgData name="Kristyna Ferris" userId="86aeac9f-971e-413b-9f78-ace434bd0a60" providerId="ADAL" clId="{BB1FBCEE-720A-4BC8-B896-5F1AD7000908}" dt="2026-08-21T01:07:46.141" v="9437" actId="1036"/>
          <ac:spMkLst>
            <pc:docMk/>
            <pc:sldMk cId="1455727745" sldId="2147482374"/>
            <ac:spMk id="11" creationId="{68614423-9619-F842-714D-8F30D292E433}"/>
          </ac:spMkLst>
        </pc:spChg>
        <pc:spChg chg="add mod">
          <ac:chgData name="Kristyna Ferris" userId="86aeac9f-971e-413b-9f78-ace434bd0a60" providerId="ADAL" clId="{BB1FBCEE-720A-4BC8-B896-5F1AD7000908}" dt="2026-08-21T01:07:55.752" v="9438" actId="120"/>
          <ac:spMkLst>
            <pc:docMk/>
            <pc:sldMk cId="1455727745" sldId="2147482374"/>
            <ac:spMk id="13" creationId="{95B54226-3F3D-BFD9-86DB-1C687AC6FAE2}"/>
          </ac:spMkLst>
        </pc:spChg>
        <pc:spChg chg="add mod">
          <ac:chgData name="Kristyna Ferris" userId="86aeac9f-971e-413b-9f78-ace434bd0a60" providerId="ADAL" clId="{BB1FBCEE-720A-4BC8-B896-5F1AD7000908}" dt="2026-08-21T01:07:46.141" v="9437" actId="1036"/>
          <ac:spMkLst>
            <pc:docMk/>
            <pc:sldMk cId="1455727745" sldId="2147482374"/>
            <ac:spMk id="15" creationId="{485D9931-06E8-56E7-099F-244340B4BFA9}"/>
          </ac:spMkLst>
        </pc:spChg>
        <pc:spChg chg="add mod">
          <ac:chgData name="Kristyna Ferris" userId="86aeac9f-971e-413b-9f78-ace434bd0a60" providerId="ADAL" clId="{BB1FBCEE-720A-4BC8-B896-5F1AD7000908}" dt="2026-08-21T01:07:32.105" v="9417" actId="403"/>
          <ac:spMkLst>
            <pc:docMk/>
            <pc:sldMk cId="1455727745" sldId="2147482374"/>
            <ac:spMk id="17" creationId="{35BEAC4C-0B15-F396-2E14-F58879F6F2BC}"/>
          </ac:spMkLst>
        </pc:spChg>
        <pc:spChg chg="add mod">
          <ac:chgData name="Kristyna Ferris" userId="86aeac9f-971e-413b-9f78-ace434bd0a60" providerId="ADAL" clId="{BB1FBCEE-720A-4BC8-B896-5F1AD7000908}" dt="2026-08-21T01:07:46.141" v="9437" actId="1036"/>
          <ac:spMkLst>
            <pc:docMk/>
            <pc:sldMk cId="1455727745" sldId="2147482374"/>
            <ac:spMk id="19" creationId="{4963D668-B9A6-4579-67C2-3D4297DBBAC1}"/>
          </ac:spMkLst>
        </pc:spChg>
      </pc:sldChg>
      <pc:sldChg chg="addSp delSp modSp add mod">
        <pc:chgData name="Kristyna Ferris" userId="86aeac9f-971e-413b-9f78-ace434bd0a60" providerId="ADAL" clId="{BB1FBCEE-720A-4BC8-B896-5F1AD7000908}" dt="2026-08-21T01:12:32.126" v="10075" actId="2711"/>
        <pc:sldMkLst>
          <pc:docMk/>
          <pc:sldMk cId="364037531" sldId="2147482375"/>
        </pc:sldMkLst>
        <pc:spChg chg="add mod">
          <ac:chgData name="Kristyna Ferris" userId="86aeac9f-971e-413b-9f78-ace434bd0a60" providerId="ADAL" clId="{BB1FBCEE-720A-4BC8-B896-5F1AD7000908}" dt="2026-08-21T01:12:32.126" v="10075" actId="2711"/>
          <ac:spMkLst>
            <pc:docMk/>
            <pc:sldMk cId="364037531" sldId="2147482375"/>
            <ac:spMk id="13" creationId="{8E9E103B-9B49-7A2A-5386-6A1BD41E8CC7}"/>
          </ac:spMkLst>
        </pc:spChg>
        <pc:spChg chg="add mod">
          <ac:chgData name="Kristyna Ferris" userId="86aeac9f-971e-413b-9f78-ace434bd0a60" providerId="ADAL" clId="{BB1FBCEE-720A-4BC8-B896-5F1AD7000908}" dt="2026-08-21T01:12:32.126" v="10075" actId="2711"/>
          <ac:spMkLst>
            <pc:docMk/>
            <pc:sldMk cId="364037531" sldId="2147482375"/>
            <ac:spMk id="15" creationId="{7D903F2C-383E-FC01-59FC-A8684666EAEB}"/>
          </ac:spMkLst>
        </pc:spChg>
        <pc:spChg chg="add mod">
          <ac:chgData name="Kristyna Ferris" userId="86aeac9f-971e-413b-9f78-ace434bd0a60" providerId="ADAL" clId="{BB1FBCEE-720A-4BC8-B896-5F1AD7000908}" dt="2026-08-21T01:12:32.126" v="10075" actId="2711"/>
          <ac:spMkLst>
            <pc:docMk/>
            <pc:sldMk cId="364037531" sldId="2147482375"/>
            <ac:spMk id="17" creationId="{5E555FC7-40A1-FECD-1F10-CDE632D86869}"/>
          </ac:spMkLst>
        </pc:spChg>
        <pc:spChg chg="add mod">
          <ac:chgData name="Kristyna Ferris" userId="86aeac9f-971e-413b-9f78-ace434bd0a60" providerId="ADAL" clId="{BB1FBCEE-720A-4BC8-B896-5F1AD7000908}" dt="2026-08-21T01:12:32.126" v="10075" actId="2711"/>
          <ac:spMkLst>
            <pc:docMk/>
            <pc:sldMk cId="364037531" sldId="2147482375"/>
            <ac:spMk id="23" creationId="{FA4268A8-5761-F82B-A806-F02DFE7A2A87}"/>
          </ac:spMkLst>
        </pc:spChg>
        <pc:spChg chg="add mod">
          <ac:chgData name="Kristyna Ferris" userId="86aeac9f-971e-413b-9f78-ace434bd0a60" providerId="ADAL" clId="{BB1FBCEE-720A-4BC8-B896-5F1AD7000908}" dt="2026-08-21T01:12:32.126" v="10075" actId="2711"/>
          <ac:spMkLst>
            <pc:docMk/>
            <pc:sldMk cId="364037531" sldId="2147482375"/>
            <ac:spMk id="27" creationId="{F975E75E-F50C-238C-0BC2-DDA4218AE64E}"/>
          </ac:spMkLst>
        </pc:spChg>
        <pc:spChg chg="add mod">
          <ac:chgData name="Kristyna Ferris" userId="86aeac9f-971e-413b-9f78-ace434bd0a60" providerId="ADAL" clId="{BB1FBCEE-720A-4BC8-B896-5F1AD7000908}" dt="2026-08-21T01:12:32.126" v="10075" actId="2711"/>
          <ac:spMkLst>
            <pc:docMk/>
            <pc:sldMk cId="364037531" sldId="2147482375"/>
            <ac:spMk id="29" creationId="{B75E7772-C9E1-1D95-0550-F3666DDB9EA2}"/>
          </ac:spMkLst>
        </pc:spChg>
        <pc:spChg chg="add mod">
          <ac:chgData name="Kristyna Ferris" userId="86aeac9f-971e-413b-9f78-ace434bd0a60" providerId="ADAL" clId="{BB1FBCEE-720A-4BC8-B896-5F1AD7000908}" dt="2026-08-21T01:12:32.126" v="10075" actId="2711"/>
          <ac:spMkLst>
            <pc:docMk/>
            <pc:sldMk cId="364037531" sldId="2147482375"/>
            <ac:spMk id="33" creationId="{71FD9670-35AF-32E8-E536-8FD4BE3F7DF2}"/>
          </ac:spMkLst>
        </pc:spChg>
        <pc:spChg chg="add mod">
          <ac:chgData name="Kristyna Ferris" userId="86aeac9f-971e-413b-9f78-ace434bd0a60" providerId="ADAL" clId="{BB1FBCEE-720A-4BC8-B896-5F1AD7000908}" dt="2026-08-21T01:12:32.126" v="10075" actId="2711"/>
          <ac:spMkLst>
            <pc:docMk/>
            <pc:sldMk cId="364037531" sldId="2147482375"/>
            <ac:spMk id="39" creationId="{7D979D50-965B-25CD-0EAB-31EE2A7BF126}"/>
          </ac:spMkLst>
        </pc:spChg>
        <pc:spChg chg="add mod">
          <ac:chgData name="Kristyna Ferris" userId="86aeac9f-971e-413b-9f78-ace434bd0a60" providerId="ADAL" clId="{BB1FBCEE-720A-4BC8-B896-5F1AD7000908}" dt="2026-08-21T01:12:32.126" v="10075" actId="2711"/>
          <ac:spMkLst>
            <pc:docMk/>
            <pc:sldMk cId="364037531" sldId="2147482375"/>
            <ac:spMk id="43" creationId="{5EFAAFB3-ED93-CBC3-F22E-F283B4405B11}"/>
          </ac:spMkLst>
        </pc:spChg>
        <pc:spChg chg="add mod">
          <ac:chgData name="Kristyna Ferris" userId="86aeac9f-971e-413b-9f78-ace434bd0a60" providerId="ADAL" clId="{BB1FBCEE-720A-4BC8-B896-5F1AD7000908}" dt="2026-08-21T01:12:32.126" v="10075" actId="2711"/>
          <ac:spMkLst>
            <pc:docMk/>
            <pc:sldMk cId="364037531" sldId="2147482375"/>
            <ac:spMk id="49" creationId="{033B9000-FECE-B2B1-9D81-E044F41EF38E}"/>
          </ac:spMkLst>
        </pc:spChg>
      </pc:sldChg>
      <pc:sldChg chg="modSp add mod ord">
        <pc:chgData name="Kristyna Ferris" userId="86aeac9f-971e-413b-9f78-ace434bd0a60" providerId="ADAL" clId="{BB1FBCEE-720A-4BC8-B896-5F1AD7000908}" dt="2026-08-21T01:18:26.060" v="10364" actId="20577"/>
        <pc:sldMkLst>
          <pc:docMk/>
          <pc:sldMk cId="2056277114" sldId="2147482376"/>
        </pc:sldMkLst>
        <pc:spChg chg="mod">
          <ac:chgData name="Kristyna Ferris" userId="86aeac9f-971e-413b-9f78-ace434bd0a60" providerId="ADAL" clId="{BB1FBCEE-720A-4BC8-B896-5F1AD7000908}" dt="2026-08-21T01:17:30.755" v="10111" actId="20577"/>
          <ac:spMkLst>
            <pc:docMk/>
            <pc:sldMk cId="2056277114" sldId="2147482376"/>
            <ac:spMk id="4" creationId="{1B9FFD38-3491-21A0-53F6-780C4867A602}"/>
          </ac:spMkLst>
        </pc:spChg>
        <pc:spChg chg="mod">
          <ac:chgData name="Kristyna Ferris" userId="86aeac9f-971e-413b-9f78-ace434bd0a60" providerId="ADAL" clId="{BB1FBCEE-720A-4BC8-B896-5F1AD7000908}" dt="2026-08-21T01:18:26.060" v="10364" actId="20577"/>
          <ac:spMkLst>
            <pc:docMk/>
            <pc:sldMk cId="2056277114" sldId="2147482376"/>
            <ac:spMk id="10" creationId="{E40FE9B8-33C5-B84C-61CB-165CE20B7D93}"/>
          </ac:spMkLst>
        </pc:spChg>
      </pc:sldChg>
      <pc:sldChg chg="addSp modSp add mod">
        <pc:chgData name="Kristyna Ferris" userId="86aeac9f-971e-413b-9f78-ace434bd0a60" providerId="ADAL" clId="{BB1FBCEE-720A-4BC8-B896-5F1AD7000908}" dt="2026-08-21T01:30:23.944" v="12004" actId="20577"/>
        <pc:sldMkLst>
          <pc:docMk/>
          <pc:sldMk cId="763936255" sldId="2147482377"/>
        </pc:sldMkLst>
        <pc:spChg chg="mod">
          <ac:chgData name="Kristyna Ferris" userId="86aeac9f-971e-413b-9f78-ace434bd0a60" providerId="ADAL" clId="{BB1FBCEE-720A-4BC8-B896-5F1AD7000908}" dt="2026-08-21T01:26:07.888" v="11373" actId="20577"/>
          <ac:spMkLst>
            <pc:docMk/>
            <pc:sldMk cId="763936255" sldId="2147482377"/>
            <ac:spMk id="4" creationId="{DA011C14-990D-55B7-7936-7D53EFA4C772}"/>
          </ac:spMkLst>
        </pc:spChg>
        <pc:spChg chg="mod">
          <ac:chgData name="Kristyna Ferris" userId="86aeac9f-971e-413b-9f78-ace434bd0a60" providerId="ADAL" clId="{BB1FBCEE-720A-4BC8-B896-5F1AD7000908}" dt="2026-08-21T01:30:23.944" v="12004" actId="20577"/>
          <ac:spMkLst>
            <pc:docMk/>
            <pc:sldMk cId="763936255" sldId="2147482377"/>
            <ac:spMk id="10" creationId="{2DD67D76-1F91-93EC-43A7-B6CF0801DD7F}"/>
          </ac:spMkLst>
        </pc:spChg>
      </pc:sldChg>
      <pc:sldChg chg="delSp modSp mod modShow">
        <pc:chgData name="Kristyna Ferris" userId="86aeac9f-971e-413b-9f78-ace434bd0a60" providerId="ADAL" clId="{BB1FBCEE-720A-4BC8-B896-5F1AD7000908}" dt="2026-08-21T13:40:58.367" v="12403" actId="14100"/>
        <pc:sldMkLst>
          <pc:docMk/>
          <pc:sldMk cId="0" sldId="2147482382"/>
        </pc:sldMkLst>
        <pc:spChg chg="mod">
          <ac:chgData name="Kristyna Ferris" userId="86aeac9f-971e-413b-9f78-ace434bd0a60" providerId="ADAL" clId="{BB1FBCEE-720A-4BC8-B896-5F1AD7000908}" dt="2026-08-21T12:24:11.281" v="12194" actId="20577"/>
          <ac:spMkLst>
            <pc:docMk/>
            <pc:sldMk cId="0" sldId="2147482382"/>
            <ac:spMk id="2" creationId="{00000000-0000-0000-0000-000000000000}"/>
          </ac:spMkLst>
        </pc:spChg>
        <pc:spChg chg="mod">
          <ac:chgData name="Kristyna Ferris" userId="86aeac9f-971e-413b-9f78-ace434bd0a60" providerId="ADAL" clId="{BB1FBCEE-720A-4BC8-B896-5F1AD7000908}" dt="2026-08-21T13:40:58.367" v="12403" actId="14100"/>
          <ac:spMkLst>
            <pc:docMk/>
            <pc:sldMk cId="0" sldId="2147482382"/>
            <ac:spMk id="3" creationId="{00000000-0000-0000-0000-000000000000}"/>
          </ac:spMkLst>
        </pc:spChg>
      </pc:sldChg>
      <pc:sldChg chg="modSp mod">
        <pc:chgData name="Kristyna Ferris" userId="86aeac9f-971e-413b-9f78-ace434bd0a60" providerId="ADAL" clId="{BB1FBCEE-720A-4BC8-B896-5F1AD7000908}" dt="2026-08-21T12:19:23.780" v="12172" actId="5793"/>
        <pc:sldMkLst>
          <pc:docMk/>
          <pc:sldMk cId="0" sldId="2147482388"/>
        </pc:sldMkLst>
        <pc:spChg chg="mod">
          <ac:chgData name="Kristyna Ferris" userId="86aeac9f-971e-413b-9f78-ace434bd0a60" providerId="ADAL" clId="{BB1FBCEE-720A-4BC8-B896-5F1AD7000908}" dt="2026-08-21T12:19:23.780" v="12172" actId="5793"/>
          <ac:spMkLst>
            <pc:docMk/>
            <pc:sldMk cId="0" sldId="2147482388"/>
            <ac:spMk id="3" creationId="{00000000-0000-0000-0000-000000000000}"/>
          </ac:spMkLst>
        </pc:spChg>
      </pc:sldChg>
      <pc:sldChg chg="add">
        <pc:chgData name="Kristyna Ferris" userId="86aeac9f-971e-413b-9f78-ace434bd0a60" providerId="ADAL" clId="{BB1FBCEE-720A-4BC8-B896-5F1AD7000908}" dt="2026-08-21T12:24:05.982" v="12175" actId="2890"/>
        <pc:sldMkLst>
          <pc:docMk/>
          <pc:sldMk cId="2287400015" sldId="2147482393"/>
        </pc:sldMkLst>
      </pc:sldChg>
      <pc:sldChg chg="modSp add mod">
        <pc:chgData name="Kristyna Ferris" userId="86aeac9f-971e-413b-9f78-ace434bd0a60" providerId="ADAL" clId="{BB1FBCEE-720A-4BC8-B896-5F1AD7000908}" dt="2026-09-02T20:12:12.248" v="12426" actId="404"/>
        <pc:sldMkLst>
          <pc:docMk/>
          <pc:sldMk cId="2719830120" sldId="2147482394"/>
        </pc:sldMkLst>
        <pc:spChg chg="mod">
          <ac:chgData name="Kristyna Ferris" userId="86aeac9f-971e-413b-9f78-ace434bd0a60" providerId="ADAL" clId="{BB1FBCEE-720A-4BC8-B896-5F1AD7000908}" dt="2026-09-02T20:11:42.634" v="12418" actId="20577"/>
          <ac:spMkLst>
            <pc:docMk/>
            <pc:sldMk cId="2719830120" sldId="2147482394"/>
            <ac:spMk id="2" creationId="{54B351BA-8F47-C50B-88DF-6F934B811024}"/>
          </ac:spMkLst>
        </pc:spChg>
        <pc:spChg chg="mod">
          <ac:chgData name="Kristyna Ferris" userId="86aeac9f-971e-413b-9f78-ace434bd0a60" providerId="ADAL" clId="{BB1FBCEE-720A-4BC8-B896-5F1AD7000908}" dt="2026-09-02T20:12:12.248" v="12426" actId="404"/>
          <ac:spMkLst>
            <pc:docMk/>
            <pc:sldMk cId="2719830120" sldId="2147482394"/>
            <ac:spMk id="3" creationId="{4D32EFC5-E5CE-522E-01E3-D3EDD5ACA014}"/>
          </ac:spMkLst>
        </pc:spChg>
      </pc:sldChg>
      <pc:sldMasterChg chg="modTransition delSldLayout modSldLayout">
        <pc:chgData name="Kristyna Ferris" userId="86aeac9f-971e-413b-9f78-ace434bd0a60" providerId="ADAL" clId="{BB1FBCEE-720A-4BC8-B896-5F1AD7000908}" dt="2026-08-21T01:28:06.312" v="11536" actId="255"/>
        <pc:sldMasterMkLst>
          <pc:docMk/>
          <pc:sldMasterMk cId="3793594815" sldId="2147483702"/>
        </pc:sldMasterMkLst>
        <pc:sldLayoutChg chg="modSp mod">
          <pc:chgData name="Kristyna Ferris" userId="86aeac9f-971e-413b-9f78-ace434bd0a60" providerId="ADAL" clId="{BB1FBCEE-720A-4BC8-B896-5F1AD7000908}" dt="2026-08-21T01:28:06.312" v="11536" actId="255"/>
          <pc:sldLayoutMkLst>
            <pc:docMk/>
            <pc:sldMasterMk cId="3793594815" sldId="2147483702"/>
            <pc:sldLayoutMk cId="3726371895" sldId="2147483714"/>
          </pc:sldLayoutMkLst>
          <pc:spChg chg="mod">
            <ac:chgData name="Kristyna Ferris" userId="86aeac9f-971e-413b-9f78-ace434bd0a60" providerId="ADAL" clId="{BB1FBCEE-720A-4BC8-B896-5F1AD7000908}" dt="2026-08-21T01:28:06.312" v="11536" actId="255"/>
            <ac:spMkLst>
              <pc:docMk/>
              <pc:sldMasterMk cId="3793594815" sldId="2147483702"/>
              <pc:sldLayoutMk cId="3726371895" sldId="2147483714"/>
              <ac:spMk id="12" creationId="{84F4E837-B477-25CB-E59D-D51511D028F9}"/>
            </ac:spMkLst>
          </pc:spChg>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hyperlink" Target="https://dataonwheels.wordpress.com/" TargetMode="External"/><Relationship Id="rId5" Type="http://schemas.openxmlformats.org/officeDocument/2006/relationships/image" Target="../media/image10.svg"/><Relationship Id="rId4" Type="http://schemas.microsoft.com/office/2007/relationships/hdphoto" Target="../media/hdphoto1.wdp"/></Relationships>
</file>

<file path=ppt/diagrams/_rels/drawing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dataonwheels.wordpress.com/" TargetMode="External"/><Relationship Id="rId1" Type="http://schemas.openxmlformats.org/officeDocument/2006/relationships/image" Target="../media/image8.svg"/><Relationship Id="rId5" Type="http://schemas.openxmlformats.org/officeDocument/2006/relationships/image" Target="../media/image10.svg"/><Relationship Id="rId4" Type="http://schemas.microsoft.com/office/2007/relationships/hdphoto" Target="../media/hdphoto1.wdp"/></Relationships>
</file>

<file path=ppt/diagrams/colors1.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1C9186-53B8-48DE-BF73-99C92B55F469}" type="doc">
      <dgm:prSet loTypeId="urn:microsoft.com/office/officeart/2005/8/layout/vList3" loCatId="list" qsTypeId="urn:microsoft.com/office/officeart/2005/8/quickstyle/simple4#1" qsCatId="simple" csTypeId="urn:microsoft.com/office/officeart/2005/8/colors/accent2_2#1" csCatId="accent2" phldr="1"/>
      <dgm:spPr/>
      <dgm:t>
        <a:bodyPr/>
        <a:lstStyle/>
        <a:p>
          <a:endParaRPr lang="en-US"/>
        </a:p>
      </dgm:t>
    </dgm:pt>
    <dgm:pt modelId="{1A741F06-3CEC-4081-A5C1-4646B2999E0E}">
      <dgm:prSet custT="1"/>
      <dgm:spPr/>
      <dgm:t>
        <a:bodyPr anchor="ctr"/>
        <a:lstStyle/>
        <a:p>
          <a:pPr algn="r"/>
          <a:r>
            <a:rPr lang="en-US" sz="2400" dirty="0"/>
            <a:t>     </a:t>
          </a:r>
          <a:r>
            <a:rPr lang="en-US" sz="2000" dirty="0">
              <a:hlinkClick xmlns:r="http://schemas.openxmlformats.org/officeDocument/2006/relationships" r:id="rId1">
                <a:extLst>
                  <a:ext uri="{A12FA001-AC4F-418D-AE19-62706E023703}">
                    <ahyp:hlinkClr xmlns:ahyp="http://schemas.microsoft.com/office/drawing/2018/hyperlinkcolor" val="tx"/>
                  </a:ext>
                </a:extLst>
              </a:hlinkClick>
            </a:rPr>
            <a:t>https://dataonwheels.wordpress.com/</a:t>
          </a:r>
          <a:endParaRPr lang="en-US" sz="2400" dirty="0"/>
        </a:p>
      </dgm:t>
    </dgm:pt>
    <dgm:pt modelId="{CA9E987D-4CED-408C-8214-EB14792CAD7A}" type="parTrans" cxnId="{F1615DFE-2AC1-40E3-95A7-719EEB961071}">
      <dgm:prSet/>
      <dgm:spPr/>
      <dgm:t>
        <a:bodyPr/>
        <a:lstStyle/>
        <a:p>
          <a:endParaRPr lang="en-US"/>
        </a:p>
      </dgm:t>
    </dgm:pt>
    <dgm:pt modelId="{3F65FFCB-2E14-484E-8FC4-3EF9E02677A5}" type="sibTrans" cxnId="{F1615DFE-2AC1-40E3-95A7-719EEB961071}">
      <dgm:prSet/>
      <dgm:spPr/>
      <dgm:t>
        <a:bodyPr/>
        <a:lstStyle/>
        <a:p>
          <a:endParaRPr lang="en-US"/>
        </a:p>
      </dgm:t>
    </dgm:pt>
    <dgm:pt modelId="{11D0A9B0-4F99-450C-A393-AAD54CC7D57B}">
      <dgm:prSet custT="1"/>
      <dgm:spPr/>
      <dgm:t>
        <a:bodyPr anchor="ctr"/>
        <a:lstStyle/>
        <a:p>
          <a:pPr algn="r"/>
          <a:r>
            <a:rPr lang="en-US" sz="2800" dirty="0"/>
            <a:t>   kristyna@dataonwheels.com</a:t>
          </a:r>
        </a:p>
      </dgm:t>
    </dgm:pt>
    <dgm:pt modelId="{D41CEB21-EBD6-47BB-93D7-B72EFBAB65B5}" type="parTrans" cxnId="{3F5EFE0B-4E51-45B0-B616-45D1E0AAD1A6}">
      <dgm:prSet/>
      <dgm:spPr/>
      <dgm:t>
        <a:bodyPr/>
        <a:lstStyle/>
        <a:p>
          <a:endParaRPr lang="en-US"/>
        </a:p>
      </dgm:t>
    </dgm:pt>
    <dgm:pt modelId="{E26448A3-5BA9-4D94-ACDC-6F845B6978B8}" type="sibTrans" cxnId="{3F5EFE0B-4E51-45B0-B616-45D1E0AAD1A6}">
      <dgm:prSet/>
      <dgm:spPr/>
      <dgm:t>
        <a:bodyPr/>
        <a:lstStyle/>
        <a:p>
          <a:endParaRPr lang="en-US"/>
        </a:p>
      </dgm:t>
    </dgm:pt>
    <dgm:pt modelId="{361231F2-7620-401E-B7B2-504A39FE9428}">
      <dgm:prSet custT="1"/>
      <dgm:spPr/>
      <dgm:t>
        <a:bodyPr/>
        <a:lstStyle/>
        <a:p>
          <a:r>
            <a:rPr lang="en-US" sz="2800" dirty="0"/>
            <a:t>@data_dragoness</a:t>
          </a:r>
        </a:p>
      </dgm:t>
    </dgm:pt>
    <dgm:pt modelId="{B6BE5CFA-0405-4CA0-A317-68124E78F770}" type="parTrans" cxnId="{FA4AFA78-33A1-4D5C-A316-CC74E84CAF36}">
      <dgm:prSet/>
      <dgm:spPr/>
      <dgm:t>
        <a:bodyPr/>
        <a:lstStyle/>
        <a:p>
          <a:endParaRPr lang="en-US"/>
        </a:p>
      </dgm:t>
    </dgm:pt>
    <dgm:pt modelId="{A2F560F2-8FB5-4EF1-93CC-39928A0172E4}" type="sibTrans" cxnId="{FA4AFA78-33A1-4D5C-A316-CC74E84CAF36}">
      <dgm:prSet/>
      <dgm:spPr/>
      <dgm:t>
        <a:bodyPr/>
        <a:lstStyle/>
        <a:p>
          <a:endParaRPr lang="en-US"/>
        </a:p>
      </dgm:t>
    </dgm:pt>
    <dgm:pt modelId="{C08BFA66-9B75-4031-B345-700AC29B8191}" type="pres">
      <dgm:prSet presAssocID="{831C9186-53B8-48DE-BF73-99C92B55F469}" presName="linearFlow" presStyleCnt="0">
        <dgm:presLayoutVars>
          <dgm:dir/>
          <dgm:resizeHandles val="exact"/>
        </dgm:presLayoutVars>
      </dgm:prSet>
      <dgm:spPr/>
    </dgm:pt>
    <dgm:pt modelId="{BC29B2E5-8B22-4FD5-95F5-9B2717FBFF02}" type="pres">
      <dgm:prSet presAssocID="{361231F2-7620-401E-B7B2-504A39FE9428}" presName="composite" presStyleCnt="0"/>
      <dgm:spPr/>
    </dgm:pt>
    <dgm:pt modelId="{90975B01-8C93-40D1-9B05-BEEC17814EE0}" type="pres">
      <dgm:prSet presAssocID="{361231F2-7620-401E-B7B2-504A39FE9428}" presName="imgShp" presStyleLbl="fgImgPlace1" presStyleIdx="0" presStyleCnt="3" custLinFactX="-13850" custLinFactNeighborX="-100000" custLinFactNeighborY="298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parrow outline"/>
        </a:ext>
      </dgm:extLst>
    </dgm:pt>
    <dgm:pt modelId="{98D19BCF-6FD4-4E0D-A5EB-2EFCE077C912}" type="pres">
      <dgm:prSet presAssocID="{361231F2-7620-401E-B7B2-504A39FE9428}" presName="txShp" presStyleLbl="node1" presStyleIdx="0" presStyleCnt="3" custScaleX="150376" custLinFactNeighborX="899" custLinFactNeighborY="10665">
        <dgm:presLayoutVars>
          <dgm:bulletEnabled val="1"/>
        </dgm:presLayoutVars>
      </dgm:prSet>
      <dgm:spPr/>
    </dgm:pt>
    <dgm:pt modelId="{7F645754-F307-424E-975B-0EE5BEB2BB9A}" type="pres">
      <dgm:prSet presAssocID="{A2F560F2-8FB5-4EF1-93CC-39928A0172E4}" presName="spacing" presStyleCnt="0"/>
      <dgm:spPr/>
    </dgm:pt>
    <dgm:pt modelId="{8C18EA9B-8166-4E2E-96A8-0F5658B698BD}" type="pres">
      <dgm:prSet presAssocID="{1A741F06-3CEC-4081-A5C1-4646B2999E0E}" presName="composite" presStyleCnt="0"/>
      <dgm:spPr/>
    </dgm:pt>
    <dgm:pt modelId="{9C365CB5-B72D-40DB-8732-528E8FDA5750}" type="pres">
      <dgm:prSet presAssocID="{1A741F06-3CEC-4081-A5C1-4646B2999E0E}" presName="imgShp" presStyleLbl="fgImgPlace1" presStyleIdx="1" presStyleCnt="3" custScaleX="80563" custScaleY="71874" custLinFactNeighborX="-19334" custLinFactNeighborY="-524"/>
      <dgm:spPr>
        <a:blipFill>
          <a:blip xmlns:r="http://schemas.openxmlformats.org/officeDocument/2006/relationships" r:embed="rId3">
            <a:extLst>
              <a:ext uri="{BEBA8EAE-BF5A-486C-A8C5-ECC9F3942E4B}">
                <a14:imgProps xmlns:a14="http://schemas.microsoft.com/office/drawing/2010/main">
                  <a14:imgLayer r:embed="rId4">
                    <a14:imgEffect>
                      <a14:brightnessContrast bright="40000"/>
                    </a14:imgEffect>
                  </a14:imgLayer>
                </a14:imgProps>
              </a:ext>
            </a:extLst>
          </a:blip>
          <a:srcRect/>
          <a:stretch>
            <a:fillRect t="-6000" b="-6000"/>
          </a:stretch>
        </a:blipFill>
      </dgm:spPr>
    </dgm:pt>
    <dgm:pt modelId="{51BD5739-4267-4BED-BB3F-56D801D622EA}" type="pres">
      <dgm:prSet presAssocID="{1A741F06-3CEC-4081-A5C1-4646B2999E0E}" presName="txShp" presStyleLbl="node1" presStyleIdx="1" presStyleCnt="3" custScaleX="150376" custLinFactNeighborX="11144" custLinFactNeighborY="-524">
        <dgm:presLayoutVars>
          <dgm:bulletEnabled val="1"/>
        </dgm:presLayoutVars>
      </dgm:prSet>
      <dgm:spPr/>
    </dgm:pt>
    <dgm:pt modelId="{8F5CB601-C35E-4D1F-9CD2-CB07F342EFA5}" type="pres">
      <dgm:prSet presAssocID="{3F65FFCB-2E14-484E-8FC4-3EF9E02677A5}" presName="spacing" presStyleCnt="0"/>
      <dgm:spPr/>
    </dgm:pt>
    <dgm:pt modelId="{2A621669-F974-486F-B0CC-D5279C1A8993}" type="pres">
      <dgm:prSet presAssocID="{11D0A9B0-4F99-450C-A393-AAD54CC7D57B}" presName="composite" presStyleCnt="0"/>
      <dgm:spPr/>
    </dgm:pt>
    <dgm:pt modelId="{7495D3D5-9185-4FC6-99EF-F6D4AFA7B3DC}" type="pres">
      <dgm:prSet presAssocID="{11D0A9B0-4F99-450C-A393-AAD54CC7D57B}" presName="imgShp" presStyleLbl="fgImgPlace1" presStyleIdx="2" presStyleCnt="3" custLinFactX="-9219" custLinFactNeighborX="-100000" custLinFactNeighborY="3010"/>
      <dgm:spPr>
        <a:xfrm>
          <a:off x="0" y="3731483"/>
          <a:ext cx="1434053" cy="1434053"/>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dgm:spPr>
      <dgm:extLst>
        <a:ext uri="{E40237B7-FDA0-4F09-8148-C483321AD2D9}">
          <dgm14:cNvPr xmlns:dgm14="http://schemas.microsoft.com/office/drawing/2010/diagram" id="0" name="" descr="Send outline"/>
        </a:ext>
      </dgm:extLst>
    </dgm:pt>
    <dgm:pt modelId="{36DCB59B-7B0E-4CC8-B732-4523363D854A}" type="pres">
      <dgm:prSet presAssocID="{11D0A9B0-4F99-450C-A393-AAD54CC7D57B}" presName="txShp" presStyleLbl="node1" presStyleIdx="2" presStyleCnt="3" custScaleX="148443">
        <dgm:presLayoutVars>
          <dgm:bulletEnabled val="1"/>
        </dgm:presLayoutVars>
      </dgm:prSet>
      <dgm:spPr/>
    </dgm:pt>
  </dgm:ptLst>
  <dgm:cxnLst>
    <dgm:cxn modelId="{3F5EFE0B-4E51-45B0-B616-45D1E0AAD1A6}" srcId="{831C9186-53B8-48DE-BF73-99C92B55F469}" destId="{11D0A9B0-4F99-450C-A393-AAD54CC7D57B}" srcOrd="2" destOrd="0" parTransId="{D41CEB21-EBD6-47BB-93D7-B72EFBAB65B5}" sibTransId="{E26448A3-5BA9-4D94-ACDC-6F845B6978B8}"/>
    <dgm:cxn modelId="{FF10A413-67B3-40E9-A658-956F4DAFBCDF}" type="presOf" srcId="{11D0A9B0-4F99-450C-A393-AAD54CC7D57B}" destId="{36DCB59B-7B0E-4CC8-B732-4523363D854A}" srcOrd="0" destOrd="0" presId="urn:microsoft.com/office/officeart/2005/8/layout/vList3"/>
    <dgm:cxn modelId="{634AA32A-33B7-46B2-B40E-BEB039B75FE0}" type="presOf" srcId="{1A741F06-3CEC-4081-A5C1-4646B2999E0E}" destId="{51BD5739-4267-4BED-BB3F-56D801D622EA}" srcOrd="0" destOrd="0" presId="urn:microsoft.com/office/officeart/2005/8/layout/vList3"/>
    <dgm:cxn modelId="{FA4AFA78-33A1-4D5C-A316-CC74E84CAF36}" srcId="{831C9186-53B8-48DE-BF73-99C92B55F469}" destId="{361231F2-7620-401E-B7B2-504A39FE9428}" srcOrd="0" destOrd="0" parTransId="{B6BE5CFA-0405-4CA0-A317-68124E78F770}" sibTransId="{A2F560F2-8FB5-4EF1-93CC-39928A0172E4}"/>
    <dgm:cxn modelId="{57BD8F7C-EA18-4EB9-BF59-3A9D43780502}" type="presOf" srcId="{361231F2-7620-401E-B7B2-504A39FE9428}" destId="{98D19BCF-6FD4-4E0D-A5EB-2EFCE077C912}" srcOrd="0" destOrd="0" presId="urn:microsoft.com/office/officeart/2005/8/layout/vList3"/>
    <dgm:cxn modelId="{1373BEF1-7F24-4A09-B6DF-9256A58FA283}" type="presOf" srcId="{831C9186-53B8-48DE-BF73-99C92B55F469}" destId="{C08BFA66-9B75-4031-B345-700AC29B8191}" srcOrd="0" destOrd="0" presId="urn:microsoft.com/office/officeart/2005/8/layout/vList3"/>
    <dgm:cxn modelId="{F1615DFE-2AC1-40E3-95A7-719EEB961071}" srcId="{831C9186-53B8-48DE-BF73-99C92B55F469}" destId="{1A741F06-3CEC-4081-A5C1-4646B2999E0E}" srcOrd="1" destOrd="0" parTransId="{CA9E987D-4CED-408C-8214-EB14792CAD7A}" sibTransId="{3F65FFCB-2E14-484E-8FC4-3EF9E02677A5}"/>
    <dgm:cxn modelId="{C1C5AD4A-1AC0-4C0D-9B20-58E02EFD4A00}" type="presParOf" srcId="{C08BFA66-9B75-4031-B345-700AC29B8191}" destId="{BC29B2E5-8B22-4FD5-95F5-9B2717FBFF02}" srcOrd="0" destOrd="0" presId="urn:microsoft.com/office/officeart/2005/8/layout/vList3"/>
    <dgm:cxn modelId="{E859314D-23E5-4580-853C-1676F1D7398D}" type="presParOf" srcId="{BC29B2E5-8B22-4FD5-95F5-9B2717FBFF02}" destId="{90975B01-8C93-40D1-9B05-BEEC17814EE0}" srcOrd="0" destOrd="0" presId="urn:microsoft.com/office/officeart/2005/8/layout/vList3"/>
    <dgm:cxn modelId="{884B07B0-7303-4493-A181-6BC8F2D207F7}" type="presParOf" srcId="{BC29B2E5-8B22-4FD5-95F5-9B2717FBFF02}" destId="{98D19BCF-6FD4-4E0D-A5EB-2EFCE077C912}" srcOrd="1" destOrd="0" presId="urn:microsoft.com/office/officeart/2005/8/layout/vList3"/>
    <dgm:cxn modelId="{D4DF6AF7-1AB0-4C55-9046-2A6D1790F9C7}" type="presParOf" srcId="{C08BFA66-9B75-4031-B345-700AC29B8191}" destId="{7F645754-F307-424E-975B-0EE5BEB2BB9A}" srcOrd="1" destOrd="0" presId="urn:microsoft.com/office/officeart/2005/8/layout/vList3"/>
    <dgm:cxn modelId="{4E203AE4-7FF1-4D9C-BD94-D32CD9E355C3}" type="presParOf" srcId="{C08BFA66-9B75-4031-B345-700AC29B8191}" destId="{8C18EA9B-8166-4E2E-96A8-0F5658B698BD}" srcOrd="2" destOrd="0" presId="urn:microsoft.com/office/officeart/2005/8/layout/vList3"/>
    <dgm:cxn modelId="{5AB81220-F5F6-4140-A3A3-C8713A41951D}" type="presParOf" srcId="{8C18EA9B-8166-4E2E-96A8-0F5658B698BD}" destId="{9C365CB5-B72D-40DB-8732-528E8FDA5750}" srcOrd="0" destOrd="0" presId="urn:microsoft.com/office/officeart/2005/8/layout/vList3"/>
    <dgm:cxn modelId="{79C43560-9ACA-4A2A-96ED-75A871BFA21B}" type="presParOf" srcId="{8C18EA9B-8166-4E2E-96A8-0F5658B698BD}" destId="{51BD5739-4267-4BED-BB3F-56D801D622EA}" srcOrd="1" destOrd="0" presId="urn:microsoft.com/office/officeart/2005/8/layout/vList3"/>
    <dgm:cxn modelId="{7CE7B8C4-3237-4058-B9D3-DA45CC7BEB7A}" type="presParOf" srcId="{C08BFA66-9B75-4031-B345-700AC29B8191}" destId="{8F5CB601-C35E-4D1F-9CD2-CB07F342EFA5}" srcOrd="3" destOrd="0" presId="urn:microsoft.com/office/officeart/2005/8/layout/vList3"/>
    <dgm:cxn modelId="{D7896E66-067E-4D69-B63D-C76089134A54}" type="presParOf" srcId="{C08BFA66-9B75-4031-B345-700AC29B8191}" destId="{2A621669-F974-486F-B0CC-D5279C1A8993}" srcOrd="4" destOrd="0" presId="urn:microsoft.com/office/officeart/2005/8/layout/vList3"/>
    <dgm:cxn modelId="{5A6CCE06-C29A-4244-9178-F1107D263CFB}" type="presParOf" srcId="{2A621669-F974-486F-B0CC-D5279C1A8993}" destId="{7495D3D5-9185-4FC6-99EF-F6D4AFA7B3DC}" srcOrd="0" destOrd="0" presId="urn:microsoft.com/office/officeart/2005/8/layout/vList3"/>
    <dgm:cxn modelId="{103D00E4-EE2D-41E7-A78E-1E4EABB71AC6}" type="presParOf" srcId="{2A621669-F974-486F-B0CC-D5279C1A8993}" destId="{36DCB59B-7B0E-4CC8-B732-4523363D854A}"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D19BCF-6FD4-4E0D-A5EB-2EFCE077C912}">
      <dsp:nvSpPr>
        <dsp:cNvPr id="0" name=""/>
        <dsp:cNvSpPr/>
      </dsp:nvSpPr>
      <dsp:spPr>
        <a:xfrm rot="10800000">
          <a:off x="-1" y="155392"/>
          <a:ext cx="7601599" cy="1447346"/>
        </a:xfrm>
        <a:prstGeom prst="homePlat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8240"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@data_dragoness</a:t>
          </a:r>
        </a:p>
      </dsp:txBody>
      <dsp:txXfrm rot="10800000">
        <a:off x="361835" y="155392"/>
        <a:ext cx="7239763" cy="1447346"/>
      </dsp:txXfrm>
    </dsp:sp>
    <dsp:sp modelId="{90975B01-8C93-40D1-9B05-BEEC17814EE0}">
      <dsp:nvSpPr>
        <dsp:cNvPr id="0" name=""/>
        <dsp:cNvSpPr/>
      </dsp:nvSpPr>
      <dsp:spPr>
        <a:xfrm>
          <a:off x="0" y="44265"/>
          <a:ext cx="1447346" cy="1447346"/>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a:effectLst/>
      </dsp:spPr>
      <dsp:style>
        <a:lnRef idx="0">
          <a:scrgbClr r="0" g="0" b="0"/>
        </a:lnRef>
        <a:fillRef idx="1">
          <a:scrgbClr r="0" g="0" b="0"/>
        </a:fillRef>
        <a:effectRef idx="2">
          <a:scrgbClr r="0" g="0" b="0"/>
        </a:effectRef>
        <a:fontRef idx="minor"/>
      </dsp:style>
    </dsp:sp>
    <dsp:sp modelId="{51BD5739-4267-4BED-BB3F-56D801D622EA}">
      <dsp:nvSpPr>
        <dsp:cNvPr id="0" name=""/>
        <dsp:cNvSpPr/>
      </dsp:nvSpPr>
      <dsp:spPr>
        <a:xfrm rot="10800000">
          <a:off x="-1" y="1872839"/>
          <a:ext cx="7601599" cy="1447346"/>
        </a:xfrm>
        <a:prstGeom prst="homePlat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8240" tIns="91440" rIns="170688" bIns="91440" numCol="1" spcCol="1270" anchor="ctr" anchorCtr="0">
          <a:noAutofit/>
        </a:bodyPr>
        <a:lstStyle/>
        <a:p>
          <a:pPr marL="0" lvl="0" indent="0" algn="r" defTabSz="1066800">
            <a:lnSpc>
              <a:spcPct val="90000"/>
            </a:lnSpc>
            <a:spcBef>
              <a:spcPct val="0"/>
            </a:spcBef>
            <a:spcAft>
              <a:spcPct val="35000"/>
            </a:spcAft>
            <a:buNone/>
          </a:pPr>
          <a:r>
            <a:rPr lang="en-US" sz="2400" kern="1200" dirty="0"/>
            <a:t>     </a:t>
          </a:r>
          <a:r>
            <a:rPr lang="en-US" sz="2000" kern="1200" dirty="0">
              <a:hlinkClick xmlns:r="http://schemas.openxmlformats.org/officeDocument/2006/relationships" r:id="rId2">
                <a:extLst>
                  <a:ext uri="{A12FA001-AC4F-418D-AE19-62706E023703}">
                    <ahyp:hlinkClr xmlns:ahyp="http://schemas.microsoft.com/office/drawing/2018/hyperlinkcolor" val="tx"/>
                  </a:ext>
                </a:extLst>
              </a:hlinkClick>
            </a:rPr>
            <a:t>https://dataonwheels.wordpress.com/</a:t>
          </a:r>
          <a:endParaRPr lang="en-US" sz="2400" kern="1200" dirty="0"/>
        </a:p>
      </dsp:txBody>
      <dsp:txXfrm rot="10800000">
        <a:off x="361835" y="1872839"/>
        <a:ext cx="7239763" cy="1447346"/>
      </dsp:txXfrm>
    </dsp:sp>
    <dsp:sp modelId="{9C365CB5-B72D-40DB-8732-528E8FDA5750}">
      <dsp:nvSpPr>
        <dsp:cNvPr id="0" name=""/>
        <dsp:cNvSpPr/>
      </dsp:nvSpPr>
      <dsp:spPr>
        <a:xfrm>
          <a:off x="410424" y="2076380"/>
          <a:ext cx="1166026" cy="1040266"/>
        </a:xfrm>
        <a:prstGeom prst="ellipse">
          <a:avLst/>
        </a:prstGeom>
        <a:blipFill>
          <a:blip xmlns:r="http://schemas.openxmlformats.org/officeDocument/2006/relationships" r:embed="rId3">
            <a:extLst>
              <a:ext uri="{BEBA8EAE-BF5A-486C-A8C5-ECC9F3942E4B}">
                <a14:imgProps xmlns:a14="http://schemas.microsoft.com/office/drawing/2010/main">
                  <a14:imgLayer r:embed="rId4">
                    <a14:imgEffect>
                      <a14:brightnessContrast bright="40000"/>
                    </a14:imgEffect>
                  </a14:imgLayer>
                </a14:imgProps>
              </a:ext>
            </a:extLst>
          </a:blip>
          <a:srcRect/>
          <a:stretch>
            <a:fillRect t="-6000" b="-6000"/>
          </a:stretch>
        </a:blipFill>
        <a:ln>
          <a:noFill/>
        </a:ln>
        <a:effectLst/>
      </dsp:spPr>
      <dsp:style>
        <a:lnRef idx="0">
          <a:scrgbClr r="0" g="0" b="0"/>
        </a:lnRef>
        <a:fillRef idx="1">
          <a:scrgbClr r="0" g="0" b="0"/>
        </a:fillRef>
        <a:effectRef idx="2">
          <a:scrgbClr r="0" g="0" b="0"/>
        </a:effectRef>
        <a:fontRef idx="minor"/>
      </dsp:style>
    </dsp:sp>
    <dsp:sp modelId="{36DCB59B-7B0E-4CC8-B732-4523363D854A}">
      <dsp:nvSpPr>
        <dsp:cNvPr id="0" name=""/>
        <dsp:cNvSpPr/>
      </dsp:nvSpPr>
      <dsp:spPr>
        <a:xfrm rot="10800000">
          <a:off x="48855" y="3759814"/>
          <a:ext cx="7503884" cy="1447346"/>
        </a:xfrm>
        <a:prstGeom prst="homePlat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8240" tIns="106680" rIns="199136" bIns="106680" numCol="1" spcCol="1270" anchor="ctr" anchorCtr="0">
          <a:noAutofit/>
        </a:bodyPr>
        <a:lstStyle/>
        <a:p>
          <a:pPr marL="0" lvl="0" indent="0" algn="r" defTabSz="1244600">
            <a:lnSpc>
              <a:spcPct val="90000"/>
            </a:lnSpc>
            <a:spcBef>
              <a:spcPct val="0"/>
            </a:spcBef>
            <a:spcAft>
              <a:spcPct val="35000"/>
            </a:spcAft>
            <a:buNone/>
          </a:pPr>
          <a:r>
            <a:rPr lang="en-US" sz="2800" kern="1200" dirty="0"/>
            <a:t>   kristyna@dataonwheels.com</a:t>
          </a:r>
        </a:p>
      </dsp:txBody>
      <dsp:txXfrm rot="10800000">
        <a:off x="410691" y="3759814"/>
        <a:ext cx="7142048" cy="1447346"/>
      </dsp:txXfrm>
    </dsp:sp>
    <dsp:sp modelId="{7495D3D5-9185-4FC6-99EF-F6D4AFA7B3DC}">
      <dsp:nvSpPr>
        <dsp:cNvPr id="0" name=""/>
        <dsp:cNvSpPr/>
      </dsp:nvSpPr>
      <dsp:spPr>
        <a:xfrm>
          <a:off x="0" y="3760848"/>
          <a:ext cx="1447346" cy="1447346"/>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a:noFill/>
        </a:ln>
        <a:effectLst/>
      </dsp:spPr>
      <dsp:style>
        <a:lnRef idx="0">
          <a:scrgbClr r="0" g="0" b="0"/>
        </a:lnRef>
        <a:fillRef idx="1">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A4F6D-F7EB-0F4A-A981-95137ADA69AB}" type="datetimeFigureOut">
              <a:rPr lang="en-US" smtClean="0"/>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BA35C1-8278-9748-8225-80C021D66BB2}" type="slidenum">
              <a:rPr lang="en-US" smtClean="0"/>
              <a:t>‹#›</a:t>
            </a:fld>
            <a:endParaRPr lang="en-US"/>
          </a:p>
        </p:txBody>
      </p:sp>
    </p:spTree>
    <p:extLst>
      <p:ext uri="{BB962C8B-B14F-4D97-AF65-F5344CB8AC3E}">
        <p14:creationId xmlns:p14="http://schemas.microsoft.com/office/powerpoint/2010/main" val="4077795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typographysmith.com/font-recommendations/top-10-dyslexia-friendly-fonts"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fonts.google.com/specimen/Atkinson+Hyperlegible?preview.script=Latn"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learn.microsoft.com/en-us/fabric/data-warehouse/architecture"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learn.microsoft.com/en-us/fabric/data-warehouse/data-warehousing"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learn.microsoft.com/en-us/fabric/data-warehouse/architecture"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learn.microsoft.com/en-us/fabric/data-warehouse/data-warehousing"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learn.microsoft.com/en-us/fabric/data-warehouse/architecture"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learn.microsoft.com/en-us/fabric/data-warehouse/data-warehousing"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learn.microsoft.com/en-us/fabric/data-warehouse/architecture"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learn.microsoft.com/en-us/fabric/data-warehouse/data-warehousing"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learn.microsoft.com/en-us/fabric/data-warehouse/architecture" TargetMode="External"/><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hyperlink" Target="https://learn.microsoft.com/en-us/fabric/data-warehouse/data-warehousing" TargetMode="Externa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E017B-1703-FAE0-963B-A872FF36AF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A8C013-C586-6F75-4484-4B999B7AD3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5F174-BA68-F0FC-EED2-0A1069E67CEE}"/>
              </a:ext>
            </a:extLst>
          </p:cNvPr>
          <p:cNvSpPr>
            <a:spLocks noGrp="1"/>
          </p:cNvSpPr>
          <p:nvPr>
            <p:ph type="body" idx="1"/>
          </p:nvPr>
        </p:nvSpPr>
        <p:spPr/>
        <p:txBody>
          <a:bodyPr/>
          <a:lstStyle/>
          <a:p>
            <a:r>
              <a:rPr lang="en-US" dirty="0">
                <a:hlinkClick r:id="rId3"/>
              </a:rPr>
              <a:t>Top 10 Dyslexia-Friendly Fonts for 2026 | </a:t>
            </a:r>
            <a:r>
              <a:rPr lang="en-US" dirty="0" err="1">
                <a:hlinkClick r:id="rId3"/>
              </a:rPr>
              <a:t>TypeSmith</a:t>
            </a:r>
            <a:r>
              <a:rPr lang="en-US" dirty="0">
                <a:hlinkClick r:id="rId3"/>
              </a:rPr>
              <a:t> | </a:t>
            </a:r>
            <a:r>
              <a:rPr lang="en-US" dirty="0" err="1">
                <a:hlinkClick r:id="rId3"/>
              </a:rPr>
              <a:t>TypeSmith</a:t>
            </a:r>
            <a:endParaRPr lang="en-US" dirty="0"/>
          </a:p>
          <a:p>
            <a:r>
              <a:rPr lang="en-US" dirty="0"/>
              <a:t>Download the font from </a:t>
            </a:r>
            <a:r>
              <a:rPr lang="en-US" dirty="0">
                <a:hlinkClick r:id="rId4"/>
              </a:rPr>
              <a:t>Atkinson Hyperlegible - Google Fonts</a:t>
            </a:r>
            <a:r>
              <a:rPr lang="en-US" dirty="0"/>
              <a:t> </a:t>
            </a:r>
          </a:p>
          <a:p>
            <a:r>
              <a:rPr lang="en-US" dirty="0"/>
              <a:t>Extract the files</a:t>
            </a:r>
          </a:p>
          <a:p>
            <a:r>
              <a:rPr lang="en-US" dirty="0"/>
              <a:t>Go to computer settings &gt; personalization &gt; fonts and drop in the files</a:t>
            </a:r>
          </a:p>
          <a:p>
            <a:r>
              <a:rPr lang="en-US" dirty="0"/>
              <a:t>Navigate to Power Point Master Slide</a:t>
            </a:r>
          </a:p>
          <a:p>
            <a:r>
              <a:rPr lang="en-US" dirty="0"/>
              <a:t>Change the font to use Open Dyslexic for the headers and body</a:t>
            </a:r>
          </a:p>
          <a:p>
            <a:r>
              <a:rPr lang="en-US"/>
              <a:t>Done!</a:t>
            </a:r>
          </a:p>
          <a:p>
            <a:endParaRPr lang="en-US" dirty="0"/>
          </a:p>
        </p:txBody>
      </p:sp>
      <p:sp>
        <p:nvSpPr>
          <p:cNvPr id="4" name="Slide Number Placeholder 3">
            <a:extLst>
              <a:ext uri="{FF2B5EF4-FFF2-40B4-BE49-F238E27FC236}">
                <a16:creationId xmlns:a16="http://schemas.microsoft.com/office/drawing/2014/main" id="{0C52C316-4A8D-9F4A-46AD-B3172B689484}"/>
              </a:ext>
            </a:extLst>
          </p:cNvPr>
          <p:cNvSpPr>
            <a:spLocks noGrp="1"/>
          </p:cNvSpPr>
          <p:nvPr>
            <p:ph type="sldNum" sz="quarter" idx="5"/>
          </p:nvPr>
        </p:nvSpPr>
        <p:spPr/>
        <p:txBody>
          <a:bodyPr/>
          <a:lstStyle/>
          <a:p>
            <a:fld id="{0C2C13D3-B291-44D2-95AA-8F8B205FDB45}" type="slidenum">
              <a:rPr lang="en-US" smtClean="0"/>
              <a:t>1</a:t>
            </a:fld>
            <a:endParaRPr lang="en-US"/>
          </a:p>
        </p:txBody>
      </p:sp>
    </p:spTree>
    <p:extLst>
      <p:ext uri="{BB962C8B-B14F-4D97-AF65-F5344CB8AC3E}">
        <p14:creationId xmlns:p14="http://schemas.microsoft.com/office/powerpoint/2010/main" val="1508963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HOOK: Don't explain yet. Run both, let them feel the gap, then ask 'why?'</a:t>
            </a:r>
          </a:p>
          <a:p>
            <a:r>
              <a:rPr dirty="0"/>
              <a:t>Demo script: 03_demo_warehouse_vs_sqldb.sql, DEMO 3A (temp table loop) vs the 'SUPER FAST IN WH' CTE loop.</a:t>
            </a:r>
          </a:p>
          <a:p>
            <a:r>
              <a:rPr dirty="0"/>
              <a:t>Run each in its own session so they're easy to compare in Query Activity / </a:t>
            </a:r>
            <a:r>
              <a:rPr dirty="0" err="1"/>
              <a:t>queryinsights.exec_requests_history</a:t>
            </a:r>
            <a:r>
              <a:rPr dirty="0"/>
              <a:t>.</a:t>
            </a:r>
          </a:p>
          <a:p>
            <a:r>
              <a:rPr dirty="0"/>
              <a:t>Promise: by the end you'll know exactly why. Payoff is on the Writes slide: every #stage is a write = new Parquet files + a manifest commit.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82438-1C40-0143-C968-DE45132FA6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E6964D-B70D-1FD1-D903-C340113CAE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0B2F07-47A1-A981-C04B-10F06570F845}"/>
              </a:ext>
            </a:extLst>
          </p:cNvPr>
          <p:cNvSpPr>
            <a:spLocks noGrp="1"/>
          </p:cNvSpPr>
          <p:nvPr>
            <p:ph type="body" idx="1"/>
          </p:nvPr>
        </p:nvSpPr>
        <p:spPr/>
        <p:txBody>
          <a:bodyPr/>
          <a:lstStyle/>
          <a:p>
            <a:r>
              <a:rPr dirty="0"/>
              <a:t>OLD WORLD</a:t>
            </a:r>
            <a:r>
              <a:rPr lang="en-US" dirty="0"/>
              <a:t>: </a:t>
            </a:r>
            <a:r>
              <a:rPr dirty="0"/>
              <a:t>compute and data were coupled and every node held its own slice, so a node failure meant data unavailable and resizing meant killing queries and reattaching storage. Spark did prep, SQL DW did analytics, ETL copied data between them. Two-phase compilation was brittle. Polaris: one engine, one format, one copy.</a:t>
            </a:r>
          </a:p>
          <a:p>
            <a:endParaRPr dirty="0"/>
          </a:p>
          <a:p>
            <a:r>
              <a:rPr dirty="0"/>
              <a:t>Official architecture doc: Architecture of Fabric Data Warehouse - Microsoft Fabric | Microsoft Learn</a:t>
            </a:r>
          </a:p>
          <a:p>
            <a:r>
              <a:rPr dirty="0"/>
              <a:t>What Is Fabric Data Warehouse? - Microsoft Fabric | Microsoft Learn</a:t>
            </a:r>
          </a:p>
          <a:p>
            <a:endParaRPr dirty="0"/>
          </a:p>
        </p:txBody>
      </p:sp>
      <p:sp>
        <p:nvSpPr>
          <p:cNvPr id="4" name="Slide Number Placeholder 3">
            <a:extLst>
              <a:ext uri="{FF2B5EF4-FFF2-40B4-BE49-F238E27FC236}">
                <a16:creationId xmlns:a16="http://schemas.microsoft.com/office/drawing/2014/main" id="{459F9768-4F50-F022-8E6D-99F6BB44972E}"/>
              </a:ext>
            </a:extLst>
          </p:cNvPr>
          <p:cNvSpPr>
            <a:spLocks noGrp="1"/>
          </p:cNvSpPr>
          <p:nvPr>
            <p:ph type="sldNum" sz="quarter" idx="5"/>
          </p:nvPr>
        </p:nvSpPr>
        <p:spPr/>
        <p:txBody>
          <a:bodyPr/>
          <a:lstStyle/>
          <a:p>
            <a:fld id="{58BA35C1-8278-9748-8225-80C021D66BB2}" type="slidenum">
              <a:rPr lang="en-US" smtClean="0"/>
              <a:t>4</a:t>
            </a:fld>
            <a:endParaRPr lang="en-US"/>
          </a:p>
        </p:txBody>
      </p:sp>
    </p:spTree>
    <p:extLst>
      <p:ext uri="{BB962C8B-B14F-4D97-AF65-F5344CB8AC3E}">
        <p14:creationId xmlns:p14="http://schemas.microsoft.com/office/powerpoint/2010/main" val="790023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7234F-F423-FE63-9EBE-15EDB0471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18508F-C185-49F5-EF9D-5D50517FF5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029A9-16BF-4557-2F61-FB4D0B429CF6}"/>
              </a:ext>
            </a:extLst>
          </p:cNvPr>
          <p:cNvSpPr>
            <a:spLocks noGrp="1"/>
          </p:cNvSpPr>
          <p:nvPr>
            <p:ph type="body" idx="1"/>
          </p:nvPr>
        </p:nvSpPr>
        <p:spPr/>
        <p:txBody>
          <a:bodyPr/>
          <a:lstStyle/>
          <a:p>
            <a:r>
              <a:rPr lang="en-US" dirty="0"/>
              <a:t>Official architecture doc: </a:t>
            </a:r>
            <a:r>
              <a:rPr lang="en-US" dirty="0">
                <a:hlinkClick r:id="rId3"/>
              </a:rPr>
              <a:t>Architecture of Fabric Data Warehouse - Microsoft Fabric | Microsoft Learn</a:t>
            </a:r>
            <a:endParaRPr lang="en-US" dirty="0"/>
          </a:p>
          <a:p>
            <a:r>
              <a:rPr lang="en-US" dirty="0">
                <a:hlinkClick r:id="rId4"/>
              </a:rPr>
              <a:t>What Is Fabric Data Warehouse? - Microsoft Fabric | Microsoft Learn</a:t>
            </a:r>
            <a:endParaRPr lang="en-US" dirty="0"/>
          </a:p>
          <a:p>
            <a:endParaRPr lang="en-US" dirty="0"/>
          </a:p>
        </p:txBody>
      </p:sp>
      <p:sp>
        <p:nvSpPr>
          <p:cNvPr id="4" name="Slide Number Placeholder 3">
            <a:extLst>
              <a:ext uri="{FF2B5EF4-FFF2-40B4-BE49-F238E27FC236}">
                <a16:creationId xmlns:a16="http://schemas.microsoft.com/office/drawing/2014/main" id="{D50C21A7-58EC-8758-C1D6-DFA9A089D51D}"/>
              </a:ext>
            </a:extLst>
          </p:cNvPr>
          <p:cNvSpPr>
            <a:spLocks noGrp="1"/>
          </p:cNvSpPr>
          <p:nvPr>
            <p:ph type="sldNum" sz="quarter" idx="5"/>
          </p:nvPr>
        </p:nvSpPr>
        <p:spPr/>
        <p:txBody>
          <a:bodyPr/>
          <a:lstStyle/>
          <a:p>
            <a:fld id="{58BA35C1-8278-9748-8225-80C021D66BB2}" type="slidenum">
              <a:rPr lang="en-US" smtClean="0"/>
              <a:t>5</a:t>
            </a:fld>
            <a:endParaRPr lang="en-US"/>
          </a:p>
        </p:txBody>
      </p:sp>
    </p:spTree>
    <p:extLst>
      <p:ext uri="{BB962C8B-B14F-4D97-AF65-F5344CB8AC3E}">
        <p14:creationId xmlns:p14="http://schemas.microsoft.com/office/powerpoint/2010/main" val="1285198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B67FF-9AA4-26FA-AC97-A5658F1FB0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7F0600-395B-FA6B-6C1E-64331FA4AC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F076E-0FF2-F76B-993D-858BCCD84234}"/>
              </a:ext>
            </a:extLst>
          </p:cNvPr>
          <p:cNvSpPr>
            <a:spLocks noGrp="1"/>
          </p:cNvSpPr>
          <p:nvPr>
            <p:ph type="body" idx="1"/>
          </p:nvPr>
        </p:nvSpPr>
        <p:spPr/>
        <p:txBody>
          <a:bodyPr/>
          <a:lstStyle/>
          <a:p>
            <a:pPr marL="285750" indent="-285750">
              <a:buFont typeface="Arial" panose="020B0604020202020204" pitchFamily="34" charset="0"/>
              <a:buChar char="•"/>
            </a:pPr>
            <a:endParaRPr lang="en-US" sz="1200" dirty="0">
              <a:solidFill>
                <a:schemeClr val="accent1"/>
              </a:solidFill>
              <a:latin typeface="+mn-lt"/>
            </a:endParaRPr>
          </a:p>
          <a:p>
            <a:r>
              <a:rPr lang="en-US" sz="1200" dirty="0">
                <a:solidFill>
                  <a:schemeClr val="accent1"/>
                </a:solidFill>
                <a:latin typeface="+mn-lt"/>
              </a:rPr>
              <a:t>MY NOTES:</a:t>
            </a:r>
          </a:p>
          <a:p>
            <a:pPr marL="285750" indent="-285750">
              <a:buFont typeface="Arial" panose="020B0604020202020204" pitchFamily="34" charset="0"/>
              <a:buChar char="•"/>
            </a:pPr>
            <a:r>
              <a:rPr lang="en-US" sz="1200" dirty="0">
                <a:solidFill>
                  <a:schemeClr val="accent1"/>
                </a:solidFill>
                <a:latin typeface="+mn-lt"/>
              </a:rPr>
              <a:t>Look at the Azure Storage Explorer and see the table folder in </a:t>
            </a:r>
            <a:r>
              <a:rPr lang="en-US" sz="1200" dirty="0" err="1">
                <a:solidFill>
                  <a:schemeClr val="accent1"/>
                </a:solidFill>
                <a:latin typeface="+mn-lt"/>
              </a:rPr>
              <a:t>OneLake</a:t>
            </a:r>
            <a:r>
              <a:rPr lang="en-US" sz="1200" dirty="0">
                <a:solidFill>
                  <a:schemeClr val="accent1"/>
                </a:solidFill>
                <a:latin typeface="+mn-lt"/>
              </a:rPr>
              <a:t>. </a:t>
            </a:r>
          </a:p>
          <a:p>
            <a:pPr marL="742950" lvl="1" indent="-285750">
              <a:buFont typeface="Arial" panose="020B0604020202020204" pitchFamily="34" charset="0"/>
              <a:buChar char="•"/>
            </a:pPr>
            <a:r>
              <a:rPr lang="en-US" sz="1200" dirty="0">
                <a:solidFill>
                  <a:schemeClr val="accent1"/>
                </a:solidFill>
                <a:latin typeface="+mn-lt"/>
              </a:rPr>
              <a:t>Connect to it as a ADLS Gen 2. https://onelake.dfs.fabric.microsoft.com/&lt;your-workspace-name&gt;. Spaces are okay.</a:t>
            </a:r>
          </a:p>
          <a:p>
            <a:pPr marL="742950" lvl="1" indent="-285750">
              <a:buFont typeface="Arial" panose="020B0604020202020204" pitchFamily="34" charset="0"/>
              <a:buChar char="•"/>
            </a:pPr>
            <a:r>
              <a:rPr lang="en-US" sz="1200" dirty="0">
                <a:solidFill>
                  <a:schemeClr val="accent1"/>
                </a:solidFill>
                <a:latin typeface="+mn-lt"/>
              </a:rPr>
              <a:t>Example: https://onelake.dfs.fabric.microsoft.com/Fabric </a:t>
            </a:r>
            <a:r>
              <a:rPr lang="en-US" sz="1200">
                <a:solidFill>
                  <a:schemeClr val="accent1"/>
                </a:solidFill>
                <a:latin typeface="+mn-lt"/>
              </a:rPr>
              <a:t>of Middle-Earth</a:t>
            </a:r>
            <a:endParaRPr lang="en-US" sz="1200" dirty="0">
              <a:solidFill>
                <a:schemeClr val="accent1"/>
              </a:solidFill>
              <a:latin typeface="+mn-lt"/>
            </a:endParaRPr>
          </a:p>
          <a:p>
            <a:pPr marL="742950" lvl="1" indent="-285750">
              <a:buFont typeface="Arial" panose="020B0604020202020204" pitchFamily="34" charset="0"/>
              <a:buChar char="•"/>
            </a:pPr>
            <a:r>
              <a:rPr lang="en-US" sz="1200" dirty="0">
                <a:solidFill>
                  <a:schemeClr val="accent1"/>
                </a:solidFill>
                <a:latin typeface="+mn-lt"/>
              </a:rPr>
              <a:t>Ignore the suffix warning and keep going</a:t>
            </a:r>
          </a:p>
          <a:p>
            <a:pPr marL="285750" indent="-285750">
              <a:buFont typeface="Arial" panose="020B0604020202020204" pitchFamily="34" charset="0"/>
              <a:buChar char="•"/>
            </a:pPr>
            <a:r>
              <a:rPr lang="en-US" sz="1200" dirty="0">
                <a:solidFill>
                  <a:schemeClr val="accent1"/>
                </a:solidFill>
                <a:latin typeface="+mn-lt"/>
              </a:rPr>
              <a:t>Show the delta log/directory in its JSON manifest files</a:t>
            </a:r>
          </a:p>
          <a:p>
            <a:pPr marL="742950" lvl="1" indent="-285750">
              <a:buFont typeface="Arial" panose="020B0604020202020204" pitchFamily="34" charset="0"/>
              <a:buChar char="•"/>
            </a:pPr>
            <a:r>
              <a:rPr lang="en-US" sz="1200" dirty="0">
                <a:solidFill>
                  <a:schemeClr val="accent1"/>
                </a:solidFill>
                <a:latin typeface="+mn-lt"/>
              </a:rPr>
              <a:t>You’ll find this in the table folders</a:t>
            </a:r>
          </a:p>
          <a:p>
            <a:pPr marL="285750" indent="-285750">
              <a:buFont typeface="Arial" panose="020B0604020202020204" pitchFamily="34" charset="0"/>
              <a:buChar char="•"/>
            </a:pPr>
            <a:r>
              <a:rPr lang="en-US" sz="1200" dirty="0">
                <a:solidFill>
                  <a:schemeClr val="accent1"/>
                </a:solidFill>
                <a:latin typeface="+mn-lt"/>
              </a:rPr>
              <a:t>Open a manifest file to show the add/remove actions and parquet references</a:t>
            </a:r>
          </a:p>
          <a:p>
            <a:pPr marL="285750" indent="-285750">
              <a:buFont typeface="Arial" panose="020B0604020202020204" pitchFamily="34" charset="0"/>
              <a:buChar char="•"/>
            </a:pPr>
            <a:r>
              <a:rPr lang="en-US" sz="1200" dirty="0">
                <a:solidFill>
                  <a:schemeClr val="accent1"/>
                </a:solidFill>
                <a:latin typeface="+mn-lt"/>
              </a:rPr>
              <a:t>Show checkpoint file and explain how it consolidated manifests</a:t>
            </a:r>
          </a:p>
          <a:p>
            <a:pPr marL="285750" indent="-285750">
              <a:buFont typeface="Arial" panose="020B0604020202020204" pitchFamily="34" charset="0"/>
              <a:buChar char="•"/>
            </a:pPr>
            <a:r>
              <a:rPr lang="en-US" sz="1200" dirty="0">
                <a:solidFill>
                  <a:schemeClr val="accent1"/>
                </a:solidFill>
                <a:latin typeface="+mn-lt"/>
              </a:rPr>
              <a:t>Open one of the parquet files in a viewer</a:t>
            </a:r>
          </a:p>
          <a:p>
            <a:pPr marL="285750" indent="-285750">
              <a:buFont typeface="Arial" panose="020B0604020202020204" pitchFamily="34" charset="0"/>
              <a:buChar char="•"/>
            </a:pPr>
            <a:r>
              <a:rPr lang="en-US" sz="1200" dirty="0">
                <a:solidFill>
                  <a:schemeClr val="accent1"/>
                </a:solidFill>
                <a:latin typeface="+mn-lt"/>
              </a:rPr>
              <a:t>Point out row group metadata, column encodings, and v-order markers</a:t>
            </a:r>
          </a:p>
          <a:p>
            <a:endParaRPr lang="en-US" dirty="0"/>
          </a:p>
        </p:txBody>
      </p:sp>
      <p:sp>
        <p:nvSpPr>
          <p:cNvPr id="4" name="Slide Number Placeholder 3">
            <a:extLst>
              <a:ext uri="{FF2B5EF4-FFF2-40B4-BE49-F238E27FC236}">
                <a16:creationId xmlns:a16="http://schemas.microsoft.com/office/drawing/2014/main" id="{B859A8A2-38D5-ADF3-A820-163C022026A3}"/>
              </a:ext>
            </a:extLst>
          </p:cNvPr>
          <p:cNvSpPr>
            <a:spLocks noGrp="1"/>
          </p:cNvSpPr>
          <p:nvPr>
            <p:ph type="sldNum" sz="quarter" idx="5"/>
          </p:nvPr>
        </p:nvSpPr>
        <p:spPr/>
        <p:txBody>
          <a:bodyPr/>
          <a:lstStyle/>
          <a:p>
            <a:fld id="{58BA35C1-8278-9748-8225-80C021D66BB2}" type="slidenum">
              <a:rPr lang="en-US" smtClean="0"/>
              <a:t>6</a:t>
            </a:fld>
            <a:endParaRPr lang="en-US"/>
          </a:p>
        </p:txBody>
      </p:sp>
    </p:spTree>
    <p:extLst>
      <p:ext uri="{BB962C8B-B14F-4D97-AF65-F5344CB8AC3E}">
        <p14:creationId xmlns:p14="http://schemas.microsoft.com/office/powerpoint/2010/main" val="1658445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C93C2-4F52-70CF-91E4-7C050D6378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523EFA-C78F-80EB-2EB4-1DCAA4AA1E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6090E6-0F26-3135-0E04-AEDBB6D0FB66}"/>
              </a:ext>
            </a:extLst>
          </p:cNvPr>
          <p:cNvSpPr>
            <a:spLocks noGrp="1"/>
          </p:cNvSpPr>
          <p:nvPr>
            <p:ph type="body" idx="1"/>
          </p:nvPr>
        </p:nvSpPr>
        <p:spPr/>
        <p:txBody>
          <a:bodyPr/>
          <a:lstStyle/>
          <a:p>
            <a:r>
              <a:rPr lang="en-US" dirty="0"/>
              <a:t>Official architecture doc: </a:t>
            </a:r>
            <a:r>
              <a:rPr lang="en-US" dirty="0">
                <a:hlinkClick r:id="rId3"/>
              </a:rPr>
              <a:t>Architecture of Fabric Data Warehouse - Microsoft Fabric | Microsoft Learn</a:t>
            </a:r>
            <a:endParaRPr lang="en-US" dirty="0"/>
          </a:p>
          <a:p>
            <a:r>
              <a:rPr lang="en-US" dirty="0">
                <a:hlinkClick r:id="rId4"/>
              </a:rPr>
              <a:t>What Is Fabric Data Warehouse? - Microsoft Fabric | Microsoft Learn</a:t>
            </a:r>
            <a:endParaRPr lang="en-US" dirty="0"/>
          </a:p>
          <a:p>
            <a:endParaRPr lang="en-US" dirty="0"/>
          </a:p>
        </p:txBody>
      </p:sp>
      <p:sp>
        <p:nvSpPr>
          <p:cNvPr id="4" name="Slide Number Placeholder 3">
            <a:extLst>
              <a:ext uri="{FF2B5EF4-FFF2-40B4-BE49-F238E27FC236}">
                <a16:creationId xmlns:a16="http://schemas.microsoft.com/office/drawing/2014/main" id="{2DA272E1-0A32-3B2F-C33B-E873D02D4AF6}"/>
              </a:ext>
            </a:extLst>
          </p:cNvPr>
          <p:cNvSpPr>
            <a:spLocks noGrp="1"/>
          </p:cNvSpPr>
          <p:nvPr>
            <p:ph type="sldNum" sz="quarter" idx="5"/>
          </p:nvPr>
        </p:nvSpPr>
        <p:spPr/>
        <p:txBody>
          <a:bodyPr/>
          <a:lstStyle/>
          <a:p>
            <a:fld id="{58BA35C1-8278-9748-8225-80C021D66BB2}" type="slidenum">
              <a:rPr lang="en-US" smtClean="0"/>
              <a:t>7</a:t>
            </a:fld>
            <a:endParaRPr lang="en-US"/>
          </a:p>
        </p:txBody>
      </p:sp>
    </p:spTree>
    <p:extLst>
      <p:ext uri="{BB962C8B-B14F-4D97-AF65-F5344CB8AC3E}">
        <p14:creationId xmlns:p14="http://schemas.microsoft.com/office/powerpoint/2010/main" val="3439259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concept. A cell is defined by two dimensions: a partition (user-defined key ordering) and a distribution (system-defined hash bucket). The DQP doesn't care what's inside a cell. It just assigns cells to nodes. The SQL Server instance on each node does the actual Parquet reading. Because the cell-to-node mapping is stored externally, you can add/remove nodes without losing state. Compare to Spark RDDs if your audience knows Spark.</a:t>
            </a:r>
          </a:p>
          <a:p>
            <a:endParaRPr lang="en-US" dirty="0"/>
          </a:p>
          <a:p>
            <a:r>
              <a:rPr lang="en-US" dirty="0"/>
              <a:t>Official architecture doc: </a:t>
            </a:r>
            <a:r>
              <a:rPr lang="en-US" dirty="0">
                <a:hlinkClick r:id="rId3"/>
              </a:rPr>
              <a:t>Architecture of Fabric Data Warehouse - Microsoft Fabric | Microsoft Learn</a:t>
            </a:r>
            <a:endParaRPr lang="en-US" dirty="0"/>
          </a:p>
          <a:p>
            <a:r>
              <a:rPr lang="en-US" dirty="0">
                <a:hlinkClick r:id="rId4"/>
              </a:rPr>
              <a:t>What Is Fabric Data Warehouse? - Microsoft Fabric | Microsoft Learn</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architectural principle that makes everything work. Compute nodes hold nothing essential. You can kill any compute node at any time and the system recovers. This is different from traditional MPP warehouses where data is distributed across nodes. In Polaris, all data lives in OneLake. Compute nodes are just workers that read from it. </a:t>
            </a:r>
          </a:p>
          <a:p>
            <a:endParaRPr lang="en-US" dirty="0"/>
          </a:p>
          <a:p>
            <a:r>
              <a:rPr lang="en-US" dirty="0"/>
              <a:t>Quote from the paper: separating state is necessary but not sufficient. State must also not cross component boundaries. This reduces communication overhead, failure points, and engineering complexity.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99C1B-5828-E510-36E1-A2E70FBDD4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8022E-0285-A423-D857-AEF5743B0B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802787-2B30-EA66-ACC0-A136D4412256}"/>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r>
              <a:rPr lang="en-US" dirty="0"/>
              <a:t>Compilation is now single-phase in SQL-FE, not 2-phase like old SQL DW. This eliminates metadata sharing in BE nodes. </a:t>
            </a: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r>
              <a:rPr lang="en-US" dirty="0"/>
              <a:t>The DQP doesn't know or care that cells contain Parquet. It just assigns cells to nodes. </a:t>
            </a: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r>
              <a:rPr lang="en-US" dirty="0"/>
              <a:t>The physical metadata layer in SQL-BE caches the reconstructed table state and can serve different snapshots from the same cache. </a:t>
            </a: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r>
              <a:rPr lang="en-US" dirty="0"/>
              <a:t>The SQL Server QE does the actual Parquet reading. This is where V-Order pays off.</a:t>
            </a:r>
          </a:p>
          <a:p>
            <a:endParaRPr lang="en-US" dirty="0"/>
          </a:p>
        </p:txBody>
      </p:sp>
      <p:sp>
        <p:nvSpPr>
          <p:cNvPr id="4" name="Slide Number Placeholder 3">
            <a:extLst>
              <a:ext uri="{FF2B5EF4-FFF2-40B4-BE49-F238E27FC236}">
                <a16:creationId xmlns:a16="http://schemas.microsoft.com/office/drawing/2014/main" id="{B6BB65F1-94B2-1DFC-A484-F9BC3D184F5C}"/>
              </a:ext>
            </a:extLst>
          </p:cNvPr>
          <p:cNvSpPr>
            <a:spLocks noGrp="1"/>
          </p:cNvSpPr>
          <p:nvPr>
            <p:ph type="sldNum" sz="quarter" idx="5"/>
          </p:nvPr>
        </p:nvSpPr>
        <p:spPr/>
        <p:txBody>
          <a:bodyPr/>
          <a:lstStyle/>
          <a:p>
            <a:fld id="{58BA35C1-8278-9748-8225-80C021D66BB2}" type="slidenum">
              <a:rPr lang="en-US" smtClean="0"/>
              <a:t>10</a:t>
            </a:fld>
            <a:endParaRPr lang="en-US"/>
          </a:p>
        </p:txBody>
      </p:sp>
    </p:spTree>
    <p:extLst>
      <p:ext uri="{BB962C8B-B14F-4D97-AF65-F5344CB8AC3E}">
        <p14:creationId xmlns:p14="http://schemas.microsoft.com/office/powerpoint/2010/main" val="1309703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4EF69-412E-B0A5-8A29-C4E98C7C4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C7CAA5-FE0C-7852-521A-5F00CAA530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F5874-E78E-EF31-F5AF-C411812853D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DEMO: Use the Fabric warehouse SQL editor. Show distributed plan steps. The DMVs reveal how Polaris breaks the query into tasks and assigns them to compute nodes. If you have multiple CU levels available, show the same query scaling to more nodes. The key insight is that the DQP is just shuffling cells around.</a:t>
            </a:r>
          </a:p>
          <a:p>
            <a:pPr marL="285750" indent="-285750">
              <a:buFont typeface="Arial" panose="020B0604020202020204" pitchFamily="34" charset="0"/>
              <a:buChar char="•"/>
            </a:pPr>
            <a:endParaRPr lang="en-US" sz="1200" dirty="0">
              <a:solidFill>
                <a:schemeClr val="accent1"/>
              </a:solidFill>
              <a:latin typeface="+mn-lt"/>
            </a:endParaRPr>
          </a:p>
          <a:p>
            <a:pPr lvl="0" rtl="0"/>
            <a:r>
              <a:rPr lang="en-US" dirty="0"/>
              <a:t>Run a simple partition-filtered aggregate, then a cross join</a:t>
            </a:r>
          </a:p>
          <a:p>
            <a:pPr lvl="0" rtl="0"/>
            <a:r>
              <a:rPr lang="en-US" dirty="0"/>
              <a:t>Compare </a:t>
            </a:r>
            <a:r>
              <a:rPr lang="en-US" sz="1200" kern="1200" dirty="0" err="1">
                <a:solidFill>
                  <a:schemeClr val="tx1"/>
                </a:solidFill>
                <a:latin typeface="+mn-lt"/>
                <a:ea typeface="+mn-ea"/>
                <a:cs typeface="+mn-cs"/>
              </a:rPr>
              <a:t>total_elapsed_time</a:t>
            </a:r>
            <a:r>
              <a:rPr lang="en-US" dirty="0"/>
              <a:t>, </a:t>
            </a:r>
            <a:r>
              <a:rPr lang="en-US" sz="1200" kern="1200" dirty="0" err="1">
                <a:solidFill>
                  <a:schemeClr val="tx1"/>
                </a:solidFill>
                <a:latin typeface="+mn-lt"/>
                <a:ea typeface="+mn-ea"/>
                <a:cs typeface="+mn-cs"/>
              </a:rPr>
              <a:t>is_distributed</a:t>
            </a:r>
            <a:r>
              <a:rPr lang="en-US" dirty="0"/>
              <a:t>, and row counts side by side</a:t>
            </a:r>
          </a:p>
          <a:p>
            <a:pPr lvl="0" rtl="0"/>
            <a:r>
              <a:rPr lang="en-US" dirty="0"/>
              <a:t>The narrative becomes: "Fabric abstracts away the distribution mechanics. You don't choose ROUND_ROBIN or HASH anymore, the engine decides. But you can still see the </a:t>
            </a:r>
            <a:r>
              <a:rPr lang="en-US" i="1" dirty="0"/>
              <a:t>impact</a:t>
            </a:r>
            <a:r>
              <a:rPr lang="en-US" dirty="0"/>
              <a:t>: this simple aggregate took 200ms and didn't distribute. This cross join took 45 seconds and did. The cell abstraction is doing the work under the hood."</a:t>
            </a:r>
          </a:p>
          <a:p>
            <a:pPr rtl="0"/>
            <a:r>
              <a:rPr lang="en-US" dirty="0"/>
              <a:t>The whole point of Polaris is that you don't manage distribution anymore. Showing that the old DMVs are gone reinforces that message.</a:t>
            </a:r>
          </a:p>
          <a:p>
            <a:pPr marL="285750" indent="-285750">
              <a:buFont typeface="Arial" panose="020B0604020202020204" pitchFamily="34" charset="0"/>
              <a:buChar char="•"/>
            </a:pPr>
            <a:endParaRPr lang="en-US" sz="1200" dirty="0">
              <a:solidFill>
                <a:schemeClr val="accent1"/>
              </a:solidFill>
              <a:latin typeface="+mn-lt"/>
            </a:endParaRPr>
          </a:p>
          <a:p>
            <a:pPr marL="285750" indent="-285750">
              <a:buFont typeface="Arial" panose="020B0604020202020204" pitchFamily="34" charset="0"/>
              <a:buChar char="•"/>
            </a:pPr>
            <a:endParaRPr lang="en-US" sz="1200" dirty="0">
              <a:solidFill>
                <a:schemeClr val="accent1"/>
              </a:solidFill>
              <a:latin typeface="+mn-lt"/>
            </a:endParaRPr>
          </a:p>
          <a:p>
            <a:pPr marL="0" indent="0">
              <a:buFont typeface="Wingdings" panose="05000000000000000000" pitchFamily="2" charset="2"/>
              <a:buNone/>
            </a:pPr>
            <a:r>
              <a:rPr lang="en-US" sz="1200" dirty="0">
                <a:solidFill>
                  <a:schemeClr val="accent1"/>
                </a:solidFill>
                <a:latin typeface="+mn-lt"/>
              </a:rPr>
              <a:t>Run your query first, then immediately query the DMVs:</a:t>
            </a:r>
          </a:p>
          <a:p>
            <a:pPr marL="171450" indent="-171450">
              <a:buFont typeface="Wingdings" panose="05000000000000000000" pitchFamily="2" charset="2"/>
              <a:buChar char="n"/>
            </a:pPr>
            <a:endParaRPr lang="en-US" sz="1200" dirty="0">
              <a:solidFill>
                <a:schemeClr val="accent1"/>
              </a:solidFill>
              <a:latin typeface="+mn-lt"/>
            </a:endParaRPr>
          </a:p>
          <a:p>
            <a:pPr marL="0" indent="0">
              <a:buFont typeface="Wingdings" panose="05000000000000000000" pitchFamily="2" charset="2"/>
              <a:buNone/>
            </a:pPr>
            <a:r>
              <a:rPr lang="en-US" sz="1200" dirty="0">
                <a:solidFill>
                  <a:schemeClr val="accent1"/>
                </a:solidFill>
                <a:latin typeface="+mn-lt"/>
              </a:rPr>
              <a:t>Doesn’t work anymore: </a:t>
            </a:r>
            <a:r>
              <a:rPr lang="en-US" sz="1200" b="0" i="0" kern="1200" dirty="0" err="1">
                <a:solidFill>
                  <a:schemeClr val="tx1"/>
                </a:solidFill>
                <a:effectLst/>
                <a:latin typeface="+mn-lt"/>
                <a:ea typeface="+mn-ea"/>
                <a:cs typeface="+mn-cs"/>
              </a:rPr>
              <a:t>sys.dm_exec_distributed_request_steps</a:t>
            </a:r>
            <a:endParaRPr lang="en-US" sz="1200" dirty="0">
              <a:solidFill>
                <a:schemeClr val="accent1"/>
              </a:solidFill>
              <a:latin typeface="+mn-lt"/>
            </a:endParaRPr>
          </a:p>
          <a:p>
            <a:pPr marL="0" indent="0">
              <a:buFont typeface="Arial" panose="020B0604020202020204" pitchFamily="34" charset="0"/>
              <a:buNone/>
            </a:pPr>
            <a:endParaRPr lang="en-US" sz="1200" dirty="0">
              <a:solidFill>
                <a:schemeClr val="accent1"/>
              </a:solidFill>
              <a:latin typeface="+mn-lt"/>
            </a:endParaRPr>
          </a:p>
          <a:p>
            <a:pPr marL="0" indent="0">
              <a:buFont typeface="Arial" panose="020B0604020202020204" pitchFamily="34" charset="0"/>
              <a:buNone/>
            </a:pPr>
            <a:r>
              <a:rPr lang="en-US" sz="1200" dirty="0">
                <a:solidFill>
                  <a:schemeClr val="accent1"/>
                </a:solidFill>
                <a:latin typeface="+mn-lt"/>
              </a:rPr>
              <a:t>SELECT * FROM </a:t>
            </a:r>
            <a:r>
              <a:rPr lang="en-US" sz="1200" dirty="0" err="1">
                <a:solidFill>
                  <a:schemeClr val="accent1"/>
                </a:solidFill>
                <a:latin typeface="+mn-lt"/>
              </a:rPr>
              <a:t>sys.dm_exec_requests</a:t>
            </a:r>
            <a:r>
              <a:rPr lang="en-US" sz="1200" dirty="0">
                <a:solidFill>
                  <a:schemeClr val="accent1"/>
                </a:solidFill>
                <a:latin typeface="+mn-lt"/>
              </a:rPr>
              <a:t> WHERE status = 'running';</a:t>
            </a:r>
          </a:p>
          <a:p>
            <a:pPr marL="0" indent="0">
              <a:buFont typeface="Arial" panose="020B0604020202020204" pitchFamily="34" charset="0"/>
              <a:buNone/>
            </a:pPr>
            <a:endParaRPr lang="en-US" sz="1200" dirty="0">
              <a:solidFill>
                <a:schemeClr val="accent1"/>
              </a:solidFill>
              <a:latin typeface="+mn-lt"/>
            </a:endParaRPr>
          </a:p>
          <a:p>
            <a:pPr marL="285750" indent="-285750">
              <a:buFont typeface="Arial" panose="020B0604020202020204" pitchFamily="34" charset="0"/>
              <a:buChar char="•"/>
            </a:pPr>
            <a:endParaRPr lang="en-US" sz="1200" dirty="0">
              <a:solidFill>
                <a:schemeClr val="accent1"/>
              </a:solidFill>
              <a:latin typeface="+mn-lt"/>
            </a:endParaRPr>
          </a:p>
          <a:p>
            <a:pPr marL="0" indent="0">
              <a:buFont typeface="Arial" panose="020B0604020202020204" pitchFamily="34" charset="0"/>
              <a:buNone/>
            </a:pPr>
            <a:r>
              <a:rPr lang="en-US" sz="1200" dirty="0">
                <a:solidFill>
                  <a:schemeClr val="accent1"/>
                </a:solidFill>
                <a:latin typeface="+mn-lt"/>
              </a:rPr>
              <a:t>SELECT * FROM </a:t>
            </a:r>
            <a:r>
              <a:rPr lang="en-US" sz="1200" dirty="0" err="1">
                <a:solidFill>
                  <a:schemeClr val="accent1"/>
                </a:solidFill>
                <a:latin typeface="+mn-lt"/>
              </a:rPr>
              <a:t>queryinsights.exec_requests_history</a:t>
            </a:r>
            <a:endParaRPr lang="en-US" sz="1200" dirty="0">
              <a:solidFill>
                <a:schemeClr val="accent1"/>
              </a:solidFill>
              <a:latin typeface="+mn-lt"/>
            </a:endParaRPr>
          </a:p>
          <a:p>
            <a:pPr marL="0" indent="0">
              <a:buFont typeface="Arial" panose="020B0604020202020204" pitchFamily="34" charset="0"/>
              <a:buNone/>
            </a:pPr>
            <a:r>
              <a:rPr lang="en-US" sz="1200" dirty="0">
                <a:solidFill>
                  <a:schemeClr val="accent1"/>
                </a:solidFill>
                <a:latin typeface="+mn-lt"/>
              </a:rPr>
              <a:t>ORDER BY </a:t>
            </a:r>
            <a:r>
              <a:rPr lang="en-US" sz="1200" dirty="0" err="1">
                <a:solidFill>
                  <a:schemeClr val="accent1"/>
                </a:solidFill>
                <a:latin typeface="+mn-lt"/>
              </a:rPr>
              <a:t>start_time</a:t>
            </a:r>
            <a:r>
              <a:rPr lang="en-US" sz="1200" dirty="0">
                <a:solidFill>
                  <a:schemeClr val="accent1"/>
                </a:solidFill>
                <a:latin typeface="+mn-lt"/>
              </a:rPr>
              <a:t> DESC;</a:t>
            </a:r>
          </a:p>
          <a:p>
            <a:pPr marL="0" indent="0">
              <a:buFont typeface="Arial" panose="020B0604020202020204" pitchFamily="34" charset="0"/>
              <a:buNone/>
            </a:pPr>
            <a:endParaRPr lang="en-US" sz="1200" dirty="0">
              <a:solidFill>
                <a:schemeClr val="accent1"/>
              </a:solidFill>
              <a:latin typeface="+mn-lt"/>
            </a:endParaRPr>
          </a:p>
          <a:p>
            <a:pPr marL="0" indent="0">
              <a:buFont typeface="Arial" panose="020B0604020202020204" pitchFamily="34" charset="0"/>
              <a:buNone/>
            </a:pPr>
            <a:r>
              <a:rPr lang="en-US" sz="1200" dirty="0">
                <a:solidFill>
                  <a:schemeClr val="accent1"/>
                </a:solidFill>
                <a:latin typeface="+mn-lt"/>
              </a:rPr>
              <a:t>Can also see this in Fabric’s Query Activity view. </a:t>
            </a:r>
          </a:p>
          <a:p>
            <a:pPr marL="0" indent="0">
              <a:buFont typeface="Arial" panose="020B0604020202020204" pitchFamily="34" charset="0"/>
              <a:buNone/>
            </a:pPr>
            <a:r>
              <a:rPr lang="en-US" sz="1200" dirty="0">
                <a:solidFill>
                  <a:schemeClr val="accent1"/>
                </a:solidFill>
                <a:latin typeface="+mn-lt"/>
              </a:rPr>
              <a:t>Key DMVs are not visible in fabric BECAUSE we don’t manage this distribution anymore. </a:t>
            </a:r>
          </a:p>
          <a:p>
            <a:pPr marL="0" indent="0">
              <a:buFont typeface="Arial" panose="020B0604020202020204" pitchFamily="34" charset="0"/>
              <a:buNone/>
            </a:pPr>
            <a:endParaRPr lang="en-US" sz="1200" dirty="0">
              <a:solidFill>
                <a:schemeClr val="accent1"/>
              </a:solidFill>
              <a:latin typeface="+mn-lt"/>
            </a:endParaRPr>
          </a:p>
        </p:txBody>
      </p:sp>
      <p:sp>
        <p:nvSpPr>
          <p:cNvPr id="4" name="Slide Number Placeholder 3">
            <a:extLst>
              <a:ext uri="{FF2B5EF4-FFF2-40B4-BE49-F238E27FC236}">
                <a16:creationId xmlns:a16="http://schemas.microsoft.com/office/drawing/2014/main" id="{D0F1B1BA-9DB0-D37A-327F-06D22979F13B}"/>
              </a:ext>
            </a:extLst>
          </p:cNvPr>
          <p:cNvSpPr>
            <a:spLocks noGrp="1"/>
          </p:cNvSpPr>
          <p:nvPr>
            <p:ph type="sldNum" sz="quarter" idx="5"/>
          </p:nvPr>
        </p:nvSpPr>
        <p:spPr/>
        <p:txBody>
          <a:bodyPr/>
          <a:lstStyle/>
          <a:p>
            <a:fld id="{58BA35C1-8278-9748-8225-80C021D66BB2}" type="slidenum">
              <a:rPr lang="en-US" smtClean="0"/>
              <a:t>11</a:t>
            </a:fld>
            <a:endParaRPr lang="en-US"/>
          </a:p>
        </p:txBody>
      </p:sp>
    </p:spTree>
    <p:extLst>
      <p:ext uri="{BB962C8B-B14F-4D97-AF65-F5344CB8AC3E}">
        <p14:creationId xmlns:p14="http://schemas.microsoft.com/office/powerpoint/2010/main" val="30217920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BA35C1-8278-9748-8225-80C021D66BB2}" type="slidenum">
              <a:rPr lang="en-US" smtClean="0"/>
              <a:t>12</a:t>
            </a:fld>
            <a:endParaRPr lang="en-US"/>
          </a:p>
        </p:txBody>
      </p:sp>
    </p:spTree>
    <p:extLst>
      <p:ext uri="{BB962C8B-B14F-4D97-AF65-F5344CB8AC3E}">
        <p14:creationId xmlns:p14="http://schemas.microsoft.com/office/powerpoint/2010/main" val="10564408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COMMIT PATH (moved from the cut slide, only if someone asks):</a:t>
            </a:r>
          </a:p>
          <a:p>
            <a:r>
              <a:t>1. SQL-FE upserts the WriteSets table (which tables/files this transaction modified).</a:t>
            </a:r>
          </a:p>
          <a:p>
            <a:r>
              <a:t>2. Acquire commit lock. Serialization point: one commit at a time.</a:t>
            </a:r>
          </a:p>
          <a:p>
            <a:r>
              <a:t>3. Insert manifest row. New Parquet files + deletion vectors become visible to future reads.</a:t>
            </a:r>
          </a:p>
          <a:p>
            <a:r>
              <a:t>4. Commit the SQL DB transaction. All blocks commit atomically; the ADLS block blob API lets multiple SQL-BE instances write blocks to the same manifest concurrently.</a:t>
            </a:r>
          </a:p>
          <a:p>
            <a:endParaRPr/>
          </a:p>
          <a:p>
            <a:r>
              <a:t>HOOK PAYOFF: go back to the two queries. Query A pays for a write (Parquet + manifest + commit) on every loop iteration. Query B doesn't.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9BBCD-AF6B-AE7F-2BE9-B6AFFAC624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D0E663-ACB6-29C5-FC57-A1EEA350A9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ED6C96-6A63-813D-811C-4A25326900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08E5F4-F797-8379-E945-6EA905B6024E}"/>
              </a:ext>
            </a:extLst>
          </p:cNvPr>
          <p:cNvSpPr>
            <a:spLocks noGrp="1"/>
          </p:cNvSpPr>
          <p:nvPr>
            <p:ph type="sldNum" sz="quarter" idx="5"/>
          </p:nvPr>
        </p:nvSpPr>
        <p:spPr/>
        <p:txBody>
          <a:bodyPr/>
          <a:lstStyle/>
          <a:p>
            <a:fld id="{58BA35C1-8278-9748-8225-80C021D66BB2}" type="slidenum">
              <a:rPr lang="en-US" smtClean="0"/>
              <a:t>14</a:t>
            </a:fld>
            <a:endParaRPr lang="en-US"/>
          </a:p>
        </p:txBody>
      </p:sp>
    </p:spTree>
    <p:extLst>
      <p:ext uri="{BB962C8B-B14F-4D97-AF65-F5344CB8AC3E}">
        <p14:creationId xmlns:p14="http://schemas.microsoft.com/office/powerpoint/2010/main" val="5725032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 is a background micro-service that watches for degradation patterns: fragmented data files, too many small files, growing manifest lists, and orphaned files. </a:t>
            </a:r>
          </a:p>
          <a:p>
            <a:r>
              <a:rPr lang="en-US" dirty="0"/>
              <a:t>It triggers compaction, checkpointing, and garbage collection automatically.</a:t>
            </a:r>
          </a:p>
          <a:p>
            <a:r>
              <a:rPr lang="en-US" dirty="0"/>
              <a:t> Compaction runs as its own Polaris transaction, which means it gets the same SI guarantees. </a:t>
            </a:r>
          </a:p>
          <a:p>
            <a:r>
              <a:rPr lang="en-US" dirty="0"/>
              <a:t>The async snapshot publishing is how the 'one copy of data' vision works. </a:t>
            </a:r>
          </a:p>
          <a:p>
            <a:r>
              <a:rPr lang="en-US" dirty="0"/>
              <a:t>Polaris writes data internally, then publishes Delta metadata so other engines can read the same Parquet files.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BA35C1-8278-9748-8225-80C021D66BB2}" type="slidenum">
              <a:rPr lang="en-US" smtClean="0"/>
              <a:t>17</a:t>
            </a:fld>
            <a:endParaRPr lang="en-US"/>
          </a:p>
        </p:txBody>
      </p:sp>
    </p:spTree>
    <p:extLst>
      <p:ext uri="{BB962C8B-B14F-4D97-AF65-F5344CB8AC3E}">
        <p14:creationId xmlns:p14="http://schemas.microsoft.com/office/powerpoint/2010/main" val="11601175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D58ED-27DB-EB95-4B31-E759926A0E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8C3AFD-409F-EAA8-6B9C-A0FE9A8CB5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428501-C9E9-8339-E472-BA0F5CE9F83E}"/>
              </a:ext>
            </a:extLst>
          </p:cNvPr>
          <p:cNvSpPr>
            <a:spLocks noGrp="1"/>
          </p:cNvSpPr>
          <p:nvPr>
            <p:ph type="body" idx="1"/>
          </p:nvPr>
        </p:nvSpPr>
        <p:spPr/>
        <p:txBody>
          <a:bodyPr/>
          <a:lstStyle/>
          <a:p>
            <a:r>
              <a:rPr lang="en-US" dirty="0"/>
              <a:t>Official architecture doc: </a:t>
            </a:r>
            <a:r>
              <a:rPr lang="en-US" dirty="0">
                <a:hlinkClick r:id="rId3"/>
              </a:rPr>
              <a:t>Architecture of Fabric Data Warehouse - Microsoft Fabric | Microsoft Learn</a:t>
            </a:r>
            <a:endParaRPr lang="en-US" dirty="0"/>
          </a:p>
          <a:p>
            <a:r>
              <a:rPr lang="en-US" dirty="0">
                <a:hlinkClick r:id="rId4"/>
              </a:rPr>
              <a:t>What Is Fabric Data Warehouse? - Microsoft Fabric | Microsoft Learn</a:t>
            </a:r>
            <a:endParaRPr lang="en-US" dirty="0"/>
          </a:p>
          <a:p>
            <a:endParaRPr lang="en-US" dirty="0"/>
          </a:p>
        </p:txBody>
      </p:sp>
      <p:sp>
        <p:nvSpPr>
          <p:cNvPr id="4" name="Slide Number Placeholder 3">
            <a:extLst>
              <a:ext uri="{FF2B5EF4-FFF2-40B4-BE49-F238E27FC236}">
                <a16:creationId xmlns:a16="http://schemas.microsoft.com/office/drawing/2014/main" id="{F2B62440-9A55-445E-6D0F-340E7276D338}"/>
              </a:ext>
            </a:extLst>
          </p:cNvPr>
          <p:cNvSpPr>
            <a:spLocks noGrp="1"/>
          </p:cNvSpPr>
          <p:nvPr>
            <p:ph type="sldNum" sz="quarter" idx="5"/>
          </p:nvPr>
        </p:nvSpPr>
        <p:spPr/>
        <p:txBody>
          <a:bodyPr/>
          <a:lstStyle/>
          <a:p>
            <a:fld id="{58BA35C1-8278-9748-8225-80C021D66BB2}" type="slidenum">
              <a:rPr lang="en-US" smtClean="0"/>
              <a:t>22</a:t>
            </a:fld>
            <a:endParaRPr lang="en-US"/>
          </a:p>
        </p:txBody>
      </p:sp>
    </p:spTree>
    <p:extLst>
      <p:ext uri="{BB962C8B-B14F-4D97-AF65-F5344CB8AC3E}">
        <p14:creationId xmlns:p14="http://schemas.microsoft.com/office/powerpoint/2010/main" val="7262556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C9A2E-12D0-CAD8-8617-A2A5469FC3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FF473F-8E25-C5AA-F667-A56A3FA5F3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0512A-9A5F-E3D8-3639-8EA51B0897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719018-0BBD-A828-C1BC-380EC5D23E2B}"/>
              </a:ext>
            </a:extLst>
          </p:cNvPr>
          <p:cNvSpPr>
            <a:spLocks noGrp="1"/>
          </p:cNvSpPr>
          <p:nvPr>
            <p:ph type="sldNum" sz="quarter" idx="5"/>
          </p:nvPr>
        </p:nvSpPr>
        <p:spPr/>
        <p:txBody>
          <a:bodyPr/>
          <a:lstStyle/>
          <a:p>
            <a:fld id="{58BA35C1-8278-9748-8225-80C021D66BB2}" type="slidenum">
              <a:rPr lang="en-US" smtClean="0"/>
              <a:t>23</a:t>
            </a:fld>
            <a:endParaRPr lang="en-US"/>
          </a:p>
        </p:txBody>
      </p:sp>
    </p:spTree>
    <p:extLst>
      <p:ext uri="{BB962C8B-B14F-4D97-AF65-F5344CB8AC3E}">
        <p14:creationId xmlns:p14="http://schemas.microsoft.com/office/powerpoint/2010/main" val="11327154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C2C13D3-B291-44D2-95AA-8F8B205FDB45}" type="slidenum">
              <a:rPr lang="en-US" smtClean="0"/>
              <a:t>24</a:t>
            </a:fld>
            <a:endParaRPr lang="en-US"/>
          </a:p>
        </p:txBody>
      </p:sp>
    </p:spTree>
    <p:extLst>
      <p:ext uri="{BB962C8B-B14F-4D97-AF65-F5344CB8AC3E}">
        <p14:creationId xmlns:p14="http://schemas.microsoft.com/office/powerpoint/2010/main" val="2260321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65EAD-5F9F-EF07-3462-789BCE2D2E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136DFB-70E7-9E50-02C9-7ABA06DE48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DFB43-17FB-4DEC-BBE3-0930F5EE11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4994AB-998A-AA9E-15CE-863364877A48}"/>
              </a:ext>
            </a:extLst>
          </p:cNvPr>
          <p:cNvSpPr>
            <a:spLocks noGrp="1"/>
          </p:cNvSpPr>
          <p:nvPr>
            <p:ph type="sldNum" sz="quarter" idx="5"/>
          </p:nvPr>
        </p:nvSpPr>
        <p:spPr/>
        <p:txBody>
          <a:bodyPr/>
          <a:lstStyle/>
          <a:p>
            <a:fld id="{58BA35C1-8278-9748-8225-80C021D66BB2}" type="slidenum">
              <a:rPr lang="en-US" smtClean="0"/>
              <a:t>25</a:t>
            </a:fld>
            <a:endParaRPr lang="en-US"/>
          </a:p>
        </p:txBody>
      </p:sp>
    </p:spTree>
    <p:extLst>
      <p:ext uri="{BB962C8B-B14F-4D97-AF65-F5344CB8AC3E}">
        <p14:creationId xmlns:p14="http://schemas.microsoft.com/office/powerpoint/2010/main" val="13531096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CC491-CA30-30CC-BC58-72C1AD2827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2C821-5037-A679-8615-57C87454F6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DE820C-0B36-DEC3-7FBE-AB5445D522D8}"/>
              </a:ext>
            </a:extLst>
          </p:cNvPr>
          <p:cNvSpPr>
            <a:spLocks noGrp="1"/>
          </p:cNvSpPr>
          <p:nvPr>
            <p:ph type="body" idx="1"/>
          </p:nvPr>
        </p:nvSpPr>
        <p:spPr/>
        <p:txBody>
          <a:bodyPr/>
          <a:lstStyle/>
          <a:p>
            <a:r>
              <a:rPr lang="en-US" dirty="0"/>
              <a:t>Official architecture doc: </a:t>
            </a:r>
            <a:r>
              <a:rPr lang="en-US" dirty="0">
                <a:hlinkClick r:id="rId3"/>
              </a:rPr>
              <a:t>Architecture of Fabric Data Warehouse - Microsoft Fabric | Microsoft Learn</a:t>
            </a:r>
            <a:endParaRPr lang="en-US" dirty="0"/>
          </a:p>
          <a:p>
            <a:r>
              <a:rPr lang="en-US" dirty="0">
                <a:hlinkClick r:id="rId4"/>
              </a:rPr>
              <a:t>What Is Fabric Data Warehouse? - Microsoft Fabric | Microsoft Learn</a:t>
            </a:r>
            <a:endParaRPr lang="en-US" dirty="0"/>
          </a:p>
        </p:txBody>
      </p:sp>
      <p:sp>
        <p:nvSpPr>
          <p:cNvPr id="4" name="Slide Number Placeholder 3">
            <a:extLst>
              <a:ext uri="{FF2B5EF4-FFF2-40B4-BE49-F238E27FC236}">
                <a16:creationId xmlns:a16="http://schemas.microsoft.com/office/drawing/2014/main" id="{312D7AE1-4977-AC4C-2279-BE76DFB76322}"/>
              </a:ext>
            </a:extLst>
          </p:cNvPr>
          <p:cNvSpPr>
            <a:spLocks noGrp="1"/>
          </p:cNvSpPr>
          <p:nvPr>
            <p:ph type="sldNum" sz="quarter" idx="5"/>
          </p:nvPr>
        </p:nvSpPr>
        <p:spPr/>
        <p:txBody>
          <a:bodyPr/>
          <a:lstStyle/>
          <a:p>
            <a:fld id="{58BA35C1-8278-9748-8225-80C021D66BB2}" type="slidenum">
              <a:rPr lang="en-US" smtClean="0"/>
              <a:t>27</a:t>
            </a:fld>
            <a:endParaRPr lang="en-US"/>
          </a:p>
        </p:txBody>
      </p:sp>
    </p:spTree>
    <p:extLst>
      <p:ext uri="{BB962C8B-B14F-4D97-AF65-F5344CB8AC3E}">
        <p14:creationId xmlns:p14="http://schemas.microsoft.com/office/powerpoint/2010/main" val="20613080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87507-76BC-454D-902A-B07F930F4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CB9C56-208C-0DD1-3D84-6935FADB90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6F1E9-DBEA-4B5E-67AD-86542CFBE1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ADE4B3-807F-AA5F-60B8-AFECEBC6DC80}"/>
              </a:ext>
            </a:extLst>
          </p:cNvPr>
          <p:cNvSpPr>
            <a:spLocks noGrp="1"/>
          </p:cNvSpPr>
          <p:nvPr>
            <p:ph type="sldNum" sz="quarter" idx="5"/>
          </p:nvPr>
        </p:nvSpPr>
        <p:spPr/>
        <p:txBody>
          <a:bodyPr/>
          <a:lstStyle/>
          <a:p>
            <a:fld id="{58BA35C1-8278-9748-8225-80C021D66BB2}" type="slidenum">
              <a:rPr lang="en-US" smtClean="0"/>
              <a:t>29</a:t>
            </a:fld>
            <a:endParaRPr lang="en-US"/>
          </a:p>
        </p:txBody>
      </p:sp>
    </p:spTree>
    <p:extLst>
      <p:ext uri="{BB962C8B-B14F-4D97-AF65-F5344CB8AC3E}">
        <p14:creationId xmlns:p14="http://schemas.microsoft.com/office/powerpoint/2010/main" val="3836107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A936B-A28C-1A96-2381-A23072DF1DB4}"/>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65978032-CBC2-17AF-8475-0D33CAB70B88}"/>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137EBB5-F1E4-119A-DD99-CE9E784D1981}"/>
              </a:ext>
            </a:extLst>
          </p:cNvPr>
          <p:cNvSpPr>
            <a:spLocks noGrp="1"/>
          </p:cNvSpPr>
          <p:nvPr>
            <p:ph type="dt" sz="half" idx="10"/>
          </p:nvPr>
        </p:nvSpPr>
        <p:spPr/>
        <p:txBody>
          <a:bodyPr/>
          <a:lstStyle/>
          <a:p>
            <a:fld id="{19424AB6-689F-4D94-89E3-667E6F78A9F8}" type="datetimeFigureOut">
              <a:rPr lang="en-US" smtClean="0"/>
              <a:t>9/24/2026</a:t>
            </a:fld>
            <a:endParaRPr lang="en-US"/>
          </a:p>
        </p:txBody>
      </p:sp>
      <p:sp>
        <p:nvSpPr>
          <p:cNvPr id="5" name="Footer Placeholder 4">
            <a:extLst>
              <a:ext uri="{FF2B5EF4-FFF2-40B4-BE49-F238E27FC236}">
                <a16:creationId xmlns:a16="http://schemas.microsoft.com/office/drawing/2014/main" id="{C559F3E4-6AED-C2C1-22CD-6DDF37FF0A90}"/>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E3A67511-ADC3-08D3-1C96-595B954DC39D}"/>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2561251683"/>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E8FE2-1D11-C9BB-4769-50F159D33F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F10C1D-8C1D-E41D-896E-AFEDECCA6F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B4D424-5FE7-A9C9-0449-0A770C348AB0}"/>
              </a:ext>
            </a:extLst>
          </p:cNvPr>
          <p:cNvSpPr>
            <a:spLocks noGrp="1"/>
          </p:cNvSpPr>
          <p:nvPr>
            <p:ph type="dt" sz="half" idx="10"/>
          </p:nvPr>
        </p:nvSpPr>
        <p:spPr/>
        <p:txBody>
          <a:bodyPr/>
          <a:lstStyle/>
          <a:p>
            <a:fld id="{19424AB6-689F-4D94-89E3-667E6F78A9F8}" type="datetimeFigureOut">
              <a:rPr lang="en-US" smtClean="0"/>
              <a:t>9/24/2026</a:t>
            </a:fld>
            <a:endParaRPr lang="en-US"/>
          </a:p>
        </p:txBody>
      </p:sp>
      <p:sp>
        <p:nvSpPr>
          <p:cNvPr id="5" name="Footer Placeholder 4">
            <a:extLst>
              <a:ext uri="{FF2B5EF4-FFF2-40B4-BE49-F238E27FC236}">
                <a16:creationId xmlns:a16="http://schemas.microsoft.com/office/drawing/2014/main" id="{750B0E69-3B14-7DDA-99FF-908BA5F68DD1}"/>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7FCAA6B6-7DB8-CBA4-FA58-5B136CED3554}"/>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013343467"/>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FA54C-E0BB-9B2A-671F-D82E225B42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8F187F9-6B3C-D7A8-E1DC-115DE531A5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F0942B-25D8-59D9-AB2A-662BD452BFB3}"/>
              </a:ext>
            </a:extLst>
          </p:cNvPr>
          <p:cNvSpPr>
            <a:spLocks noGrp="1"/>
          </p:cNvSpPr>
          <p:nvPr>
            <p:ph type="dt" sz="half" idx="10"/>
          </p:nvPr>
        </p:nvSpPr>
        <p:spPr/>
        <p:txBody>
          <a:bodyPr/>
          <a:lstStyle/>
          <a:p>
            <a:fld id="{19424AB6-689F-4D94-89E3-667E6F78A9F8}" type="datetimeFigureOut">
              <a:rPr lang="en-US" smtClean="0"/>
              <a:t>9/24/2026</a:t>
            </a:fld>
            <a:endParaRPr lang="en-US"/>
          </a:p>
        </p:txBody>
      </p:sp>
      <p:sp>
        <p:nvSpPr>
          <p:cNvPr id="5" name="Footer Placeholder 4">
            <a:extLst>
              <a:ext uri="{FF2B5EF4-FFF2-40B4-BE49-F238E27FC236}">
                <a16:creationId xmlns:a16="http://schemas.microsoft.com/office/drawing/2014/main" id="{1B226278-764A-0F92-7100-CBDA0E72D4A5}"/>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BAC43A11-2135-7C94-3D70-D4463174B30E}"/>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5815612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D60A3-3D76-B6EB-ED61-B6A187F5F4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F76AA-8BFE-18BF-422A-C954F62FFC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1BA4C6-D0DE-F4E8-9F3F-710B6FDFBC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E927C0-DD26-DFA5-E0C9-559B12F06132}"/>
              </a:ext>
            </a:extLst>
          </p:cNvPr>
          <p:cNvSpPr>
            <a:spLocks noGrp="1"/>
          </p:cNvSpPr>
          <p:nvPr>
            <p:ph type="dt" sz="half" idx="10"/>
          </p:nvPr>
        </p:nvSpPr>
        <p:spPr/>
        <p:txBody>
          <a:bodyPr/>
          <a:lstStyle/>
          <a:p>
            <a:fld id="{19424AB6-689F-4D94-89E3-667E6F78A9F8}" type="datetimeFigureOut">
              <a:rPr lang="en-US" smtClean="0"/>
              <a:t>9/24/2026</a:t>
            </a:fld>
            <a:endParaRPr lang="en-US"/>
          </a:p>
        </p:txBody>
      </p:sp>
      <p:sp>
        <p:nvSpPr>
          <p:cNvPr id="6" name="Footer Placeholder 5">
            <a:extLst>
              <a:ext uri="{FF2B5EF4-FFF2-40B4-BE49-F238E27FC236}">
                <a16:creationId xmlns:a16="http://schemas.microsoft.com/office/drawing/2014/main" id="{4F9E5FC7-F4B0-AED8-BE74-4688FD705013}"/>
              </a:ext>
            </a:extLst>
          </p:cNvPr>
          <p:cNvSpPr>
            <a:spLocks noGrp="1"/>
          </p:cNvSpPr>
          <p:nvPr>
            <p:ph type="ftr" sz="quarter" idx="11"/>
          </p:nvPr>
        </p:nvSpPr>
        <p:spPr/>
        <p:txBody>
          <a:bodyPr/>
          <a:lstStyle/>
          <a:p>
            <a:r>
              <a:rPr lang="en-US"/>
              <a:t>| Presentation Title Goes Here</a:t>
            </a:r>
            <a:endParaRPr lang="en-US" dirty="0"/>
          </a:p>
        </p:txBody>
      </p:sp>
      <p:sp>
        <p:nvSpPr>
          <p:cNvPr id="7" name="Slide Number Placeholder 6">
            <a:extLst>
              <a:ext uri="{FF2B5EF4-FFF2-40B4-BE49-F238E27FC236}">
                <a16:creationId xmlns:a16="http://schemas.microsoft.com/office/drawing/2014/main" id="{FD400CAD-E7B9-6EEA-F476-FAF9D19D577B}"/>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183977187"/>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A497B-CD00-1E21-D503-C48003C586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3A4DA8-C321-24CF-2130-972E5AF5A7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485477-42D0-8931-1243-28CEDE8CB4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EA838D-5752-53BB-C302-81B5A57B44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3D6A8A-FD6A-FAF8-3349-7211853807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F40C4D-1EEC-4B8B-60D2-CE53F4895D2F}"/>
              </a:ext>
            </a:extLst>
          </p:cNvPr>
          <p:cNvSpPr>
            <a:spLocks noGrp="1"/>
          </p:cNvSpPr>
          <p:nvPr>
            <p:ph type="dt" sz="half" idx="10"/>
          </p:nvPr>
        </p:nvSpPr>
        <p:spPr/>
        <p:txBody>
          <a:bodyPr/>
          <a:lstStyle/>
          <a:p>
            <a:fld id="{19424AB6-689F-4D94-89E3-667E6F78A9F8}" type="datetimeFigureOut">
              <a:rPr lang="en-US" smtClean="0"/>
              <a:t>9/24/2026</a:t>
            </a:fld>
            <a:endParaRPr lang="en-US"/>
          </a:p>
        </p:txBody>
      </p:sp>
      <p:sp>
        <p:nvSpPr>
          <p:cNvPr id="8" name="Footer Placeholder 7">
            <a:extLst>
              <a:ext uri="{FF2B5EF4-FFF2-40B4-BE49-F238E27FC236}">
                <a16:creationId xmlns:a16="http://schemas.microsoft.com/office/drawing/2014/main" id="{EFF76F80-8361-624D-BE87-0E4C70369F00}"/>
              </a:ext>
            </a:extLst>
          </p:cNvPr>
          <p:cNvSpPr>
            <a:spLocks noGrp="1"/>
          </p:cNvSpPr>
          <p:nvPr>
            <p:ph type="ftr" sz="quarter" idx="11"/>
          </p:nvPr>
        </p:nvSpPr>
        <p:spPr/>
        <p:txBody>
          <a:bodyPr/>
          <a:lstStyle/>
          <a:p>
            <a:r>
              <a:rPr lang="en-US"/>
              <a:t>| Presentation Title Goes Here</a:t>
            </a:r>
            <a:endParaRPr lang="en-US" dirty="0"/>
          </a:p>
        </p:txBody>
      </p:sp>
      <p:sp>
        <p:nvSpPr>
          <p:cNvPr id="9" name="Slide Number Placeholder 8">
            <a:extLst>
              <a:ext uri="{FF2B5EF4-FFF2-40B4-BE49-F238E27FC236}">
                <a16:creationId xmlns:a16="http://schemas.microsoft.com/office/drawing/2014/main" id="{14095192-C85F-66B8-F7F5-946B11817C18}"/>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1186356722"/>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C73F1-0C8A-BB78-70BE-BEF5C51A9C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565667-B36F-ABE7-D0C2-FED12A44AB6B}"/>
              </a:ext>
            </a:extLst>
          </p:cNvPr>
          <p:cNvSpPr>
            <a:spLocks noGrp="1"/>
          </p:cNvSpPr>
          <p:nvPr>
            <p:ph type="dt" sz="half" idx="10"/>
          </p:nvPr>
        </p:nvSpPr>
        <p:spPr/>
        <p:txBody>
          <a:bodyPr/>
          <a:lstStyle/>
          <a:p>
            <a:fld id="{19424AB6-689F-4D94-89E3-667E6F78A9F8}" type="datetimeFigureOut">
              <a:rPr lang="en-US" smtClean="0"/>
              <a:t>9/24/2026</a:t>
            </a:fld>
            <a:endParaRPr lang="en-US"/>
          </a:p>
        </p:txBody>
      </p:sp>
      <p:sp>
        <p:nvSpPr>
          <p:cNvPr id="4" name="Footer Placeholder 3">
            <a:extLst>
              <a:ext uri="{FF2B5EF4-FFF2-40B4-BE49-F238E27FC236}">
                <a16:creationId xmlns:a16="http://schemas.microsoft.com/office/drawing/2014/main" id="{2461C30D-B797-0348-2377-952FA3C8437C}"/>
              </a:ext>
            </a:extLst>
          </p:cNvPr>
          <p:cNvSpPr>
            <a:spLocks noGrp="1"/>
          </p:cNvSpPr>
          <p:nvPr>
            <p:ph type="ftr" sz="quarter" idx="11"/>
          </p:nvPr>
        </p:nvSpPr>
        <p:spPr/>
        <p:txBody>
          <a:bodyPr/>
          <a:lstStyle/>
          <a:p>
            <a:r>
              <a:rPr lang="en-US"/>
              <a:t>| Presentation Title Goes Here</a:t>
            </a:r>
            <a:endParaRPr lang="en-US" dirty="0"/>
          </a:p>
        </p:txBody>
      </p:sp>
      <p:sp>
        <p:nvSpPr>
          <p:cNvPr id="5" name="Slide Number Placeholder 4">
            <a:extLst>
              <a:ext uri="{FF2B5EF4-FFF2-40B4-BE49-F238E27FC236}">
                <a16:creationId xmlns:a16="http://schemas.microsoft.com/office/drawing/2014/main" id="{0BEC6FAB-F92A-9A45-3823-03213ED969AF}"/>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243718405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76E47C-A774-A701-1858-FDDDFEED5A0C}"/>
              </a:ext>
            </a:extLst>
          </p:cNvPr>
          <p:cNvSpPr>
            <a:spLocks noGrp="1"/>
          </p:cNvSpPr>
          <p:nvPr>
            <p:ph type="dt" sz="half" idx="10"/>
          </p:nvPr>
        </p:nvSpPr>
        <p:spPr/>
        <p:txBody>
          <a:bodyPr/>
          <a:lstStyle/>
          <a:p>
            <a:fld id="{19424AB6-689F-4D94-89E3-667E6F78A9F8}" type="datetimeFigureOut">
              <a:rPr lang="en-US" smtClean="0"/>
              <a:t>9/24/2026</a:t>
            </a:fld>
            <a:endParaRPr lang="en-US"/>
          </a:p>
        </p:txBody>
      </p:sp>
      <p:sp>
        <p:nvSpPr>
          <p:cNvPr id="3" name="Footer Placeholder 2">
            <a:extLst>
              <a:ext uri="{FF2B5EF4-FFF2-40B4-BE49-F238E27FC236}">
                <a16:creationId xmlns:a16="http://schemas.microsoft.com/office/drawing/2014/main" id="{E1F9C858-D4F6-0CF3-682C-3AC192F2B4DC}"/>
              </a:ext>
            </a:extLst>
          </p:cNvPr>
          <p:cNvSpPr>
            <a:spLocks noGrp="1"/>
          </p:cNvSpPr>
          <p:nvPr>
            <p:ph type="ftr" sz="quarter" idx="11"/>
          </p:nvPr>
        </p:nvSpPr>
        <p:spPr/>
        <p:txBody>
          <a:bodyPr/>
          <a:lstStyle/>
          <a:p>
            <a:r>
              <a:rPr lang="en-US"/>
              <a:t>| Presentation Title Goes Here</a:t>
            </a:r>
            <a:endParaRPr lang="en-US" dirty="0"/>
          </a:p>
        </p:txBody>
      </p:sp>
      <p:sp>
        <p:nvSpPr>
          <p:cNvPr id="4" name="Slide Number Placeholder 3">
            <a:extLst>
              <a:ext uri="{FF2B5EF4-FFF2-40B4-BE49-F238E27FC236}">
                <a16:creationId xmlns:a16="http://schemas.microsoft.com/office/drawing/2014/main" id="{3C89881C-16D8-60B0-A68D-3908D2AEDF82}"/>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760728708"/>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80326-0548-4D72-9AD7-829ED8108D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2FA056-63B4-541B-2EAA-3918E38B7C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F113B2-8F9F-76CB-24A6-B8E68CF8FF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6FFE3D-B9AD-70A9-CAC2-4780DFF0549E}"/>
              </a:ext>
            </a:extLst>
          </p:cNvPr>
          <p:cNvSpPr>
            <a:spLocks noGrp="1"/>
          </p:cNvSpPr>
          <p:nvPr>
            <p:ph type="dt" sz="half" idx="10"/>
          </p:nvPr>
        </p:nvSpPr>
        <p:spPr/>
        <p:txBody>
          <a:bodyPr/>
          <a:lstStyle/>
          <a:p>
            <a:fld id="{19424AB6-689F-4D94-89E3-667E6F78A9F8}" type="datetimeFigureOut">
              <a:rPr lang="en-US" smtClean="0"/>
              <a:t>9/24/2026</a:t>
            </a:fld>
            <a:endParaRPr lang="en-US"/>
          </a:p>
        </p:txBody>
      </p:sp>
      <p:sp>
        <p:nvSpPr>
          <p:cNvPr id="6" name="Footer Placeholder 5">
            <a:extLst>
              <a:ext uri="{FF2B5EF4-FFF2-40B4-BE49-F238E27FC236}">
                <a16:creationId xmlns:a16="http://schemas.microsoft.com/office/drawing/2014/main" id="{29835816-0555-80E6-A6C3-DF4B7B2F047E}"/>
              </a:ext>
            </a:extLst>
          </p:cNvPr>
          <p:cNvSpPr>
            <a:spLocks noGrp="1"/>
          </p:cNvSpPr>
          <p:nvPr>
            <p:ph type="ftr" sz="quarter" idx="11"/>
          </p:nvPr>
        </p:nvSpPr>
        <p:spPr/>
        <p:txBody>
          <a:bodyPr/>
          <a:lstStyle/>
          <a:p>
            <a:r>
              <a:rPr lang="en-US"/>
              <a:t>| Presentation Title Goes Here</a:t>
            </a:r>
            <a:endParaRPr lang="en-US" dirty="0"/>
          </a:p>
        </p:txBody>
      </p:sp>
      <p:sp>
        <p:nvSpPr>
          <p:cNvPr id="7" name="Slide Number Placeholder 6">
            <a:extLst>
              <a:ext uri="{FF2B5EF4-FFF2-40B4-BE49-F238E27FC236}">
                <a16:creationId xmlns:a16="http://schemas.microsoft.com/office/drawing/2014/main" id="{A6819928-5761-43BB-1133-6AAC630F0FAB}"/>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2609705019"/>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9D3C7-1E53-0AA0-2FFF-D31088CF9C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A0A5E-EFB3-B7A4-0C90-89522A1DD8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0692035-1084-4AC5-BA26-CE4F8F86F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7E00CD-18DD-749A-86D4-152CA9C4E4F4}"/>
              </a:ext>
            </a:extLst>
          </p:cNvPr>
          <p:cNvSpPr>
            <a:spLocks noGrp="1"/>
          </p:cNvSpPr>
          <p:nvPr>
            <p:ph type="dt" sz="half" idx="10"/>
          </p:nvPr>
        </p:nvSpPr>
        <p:spPr/>
        <p:txBody>
          <a:bodyPr/>
          <a:lstStyle/>
          <a:p>
            <a:fld id="{19424AB6-689F-4D94-89E3-667E6F78A9F8}" type="datetimeFigureOut">
              <a:rPr lang="en-US" smtClean="0"/>
              <a:t>9/24/2026</a:t>
            </a:fld>
            <a:endParaRPr lang="en-US"/>
          </a:p>
        </p:txBody>
      </p:sp>
      <p:sp>
        <p:nvSpPr>
          <p:cNvPr id="6" name="Footer Placeholder 5">
            <a:extLst>
              <a:ext uri="{FF2B5EF4-FFF2-40B4-BE49-F238E27FC236}">
                <a16:creationId xmlns:a16="http://schemas.microsoft.com/office/drawing/2014/main" id="{C217A577-5634-E4A1-F9BE-AB24F8318E38}"/>
              </a:ext>
            </a:extLst>
          </p:cNvPr>
          <p:cNvSpPr>
            <a:spLocks noGrp="1"/>
          </p:cNvSpPr>
          <p:nvPr>
            <p:ph type="ftr" sz="quarter" idx="11"/>
          </p:nvPr>
        </p:nvSpPr>
        <p:spPr/>
        <p:txBody>
          <a:bodyPr/>
          <a:lstStyle/>
          <a:p>
            <a:r>
              <a:rPr lang="en-US"/>
              <a:t>| Presentation Title Goes Here</a:t>
            </a:r>
            <a:endParaRPr lang="en-US" dirty="0"/>
          </a:p>
        </p:txBody>
      </p:sp>
      <p:sp>
        <p:nvSpPr>
          <p:cNvPr id="7" name="Slide Number Placeholder 6">
            <a:extLst>
              <a:ext uri="{FF2B5EF4-FFF2-40B4-BE49-F238E27FC236}">
                <a16:creationId xmlns:a16="http://schemas.microsoft.com/office/drawing/2014/main" id="{1E639290-53C2-44F4-7123-42262B3CC4C4}"/>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803244150"/>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5B169-1BEB-4423-E532-5842DE8C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1F9D34-67D8-4706-993C-2BC74A005A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3A5E2C-C6C4-F9E5-72CC-58544437999C}"/>
              </a:ext>
            </a:extLst>
          </p:cNvPr>
          <p:cNvSpPr>
            <a:spLocks noGrp="1"/>
          </p:cNvSpPr>
          <p:nvPr>
            <p:ph type="dt" sz="half" idx="10"/>
          </p:nvPr>
        </p:nvSpPr>
        <p:spPr/>
        <p:txBody>
          <a:bodyPr/>
          <a:lstStyle/>
          <a:p>
            <a:fld id="{19424AB6-689F-4D94-89E3-667E6F78A9F8}" type="datetimeFigureOut">
              <a:rPr lang="en-US" smtClean="0"/>
              <a:t>9/24/2026</a:t>
            </a:fld>
            <a:endParaRPr lang="en-US"/>
          </a:p>
        </p:txBody>
      </p:sp>
      <p:sp>
        <p:nvSpPr>
          <p:cNvPr id="5" name="Footer Placeholder 4">
            <a:extLst>
              <a:ext uri="{FF2B5EF4-FFF2-40B4-BE49-F238E27FC236}">
                <a16:creationId xmlns:a16="http://schemas.microsoft.com/office/drawing/2014/main" id="{E21ABECA-9F8E-C9F3-088C-BF7C26A5377C}"/>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05443473-F376-ABA2-DF25-4732CA36C164}"/>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80648389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A6FF99-3A97-0EDC-F194-43D6D0A8752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E26A4F-DA34-5362-3A56-A7BBAB7694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4544A2-C13B-43C4-D44B-340EB55FA9B5}"/>
              </a:ext>
            </a:extLst>
          </p:cNvPr>
          <p:cNvSpPr>
            <a:spLocks noGrp="1"/>
          </p:cNvSpPr>
          <p:nvPr>
            <p:ph type="dt" sz="half" idx="10"/>
          </p:nvPr>
        </p:nvSpPr>
        <p:spPr/>
        <p:txBody>
          <a:bodyPr/>
          <a:lstStyle/>
          <a:p>
            <a:fld id="{19424AB6-689F-4D94-89E3-667E6F78A9F8}" type="datetimeFigureOut">
              <a:rPr lang="en-US" smtClean="0"/>
              <a:t>9/24/2026</a:t>
            </a:fld>
            <a:endParaRPr lang="en-US"/>
          </a:p>
        </p:txBody>
      </p:sp>
      <p:sp>
        <p:nvSpPr>
          <p:cNvPr id="5" name="Footer Placeholder 4">
            <a:extLst>
              <a:ext uri="{FF2B5EF4-FFF2-40B4-BE49-F238E27FC236}">
                <a16:creationId xmlns:a16="http://schemas.microsoft.com/office/drawing/2014/main" id="{F5473F04-3778-D19D-1A5A-314AB0387704}"/>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FFF68A62-3E12-37BA-8280-A1E4C4DEE4AB}"/>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550052412"/>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imple List - Bla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8200" y="228601"/>
            <a:ext cx="10517188" cy="1371600"/>
          </a:xfrm>
        </p:spPr>
        <p:txBody>
          <a:bodyPr lIns="0" anchor="b"/>
          <a:lstStyle>
            <a:lvl1pPr>
              <a:defRPr>
                <a:solidFill>
                  <a:schemeClr val="tx1"/>
                </a:solidFill>
              </a:defRPr>
            </a:lvl1p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84F4E837-B477-25CB-E59D-D51511D028F9}"/>
              </a:ext>
            </a:extLst>
          </p:cNvPr>
          <p:cNvSpPr>
            <a:spLocks noGrp="1"/>
          </p:cNvSpPr>
          <p:nvPr>
            <p:ph idx="1"/>
          </p:nvPr>
        </p:nvSpPr>
        <p:spPr>
          <a:xfrm>
            <a:off x="838200" y="2057400"/>
            <a:ext cx="10547242" cy="4114800"/>
          </a:xfrm>
          <a:prstGeom prst="rect">
            <a:avLst/>
          </a:prstGeom>
        </p:spPr>
        <p:txBody>
          <a:bodyPr vert="horz" lIns="0" tIns="45720" rIns="91440" bIns="45720" rtlCol="0">
            <a:normAutofit/>
          </a:bodyPr>
          <a:lstStyle>
            <a:lvl1pPr>
              <a:defRPr sz="180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8">
            <a:extLst>
              <a:ext uri="{FF2B5EF4-FFF2-40B4-BE49-F238E27FC236}">
                <a16:creationId xmlns:a16="http://schemas.microsoft.com/office/drawing/2014/main" id="{81120EEF-FE29-542E-B62F-FBA1DF0DA081}"/>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pic>
        <p:nvPicPr>
          <p:cNvPr id="13" name="Picture 12">
            <a:extLst>
              <a:ext uri="{FF2B5EF4-FFF2-40B4-BE49-F238E27FC236}">
                <a16:creationId xmlns:a16="http://schemas.microsoft.com/office/drawing/2014/main" id="{8F46D13B-7DBD-2DFF-345B-C42514F67D5C}"/>
              </a:ext>
            </a:extLst>
          </p:cNvPr>
          <p:cNvPicPr>
            <a:picLocks noChangeAspect="1"/>
          </p:cNvPicPr>
          <p:nvPr/>
        </p:nvPicPr>
        <p:blipFill>
          <a:blip r:embed="rId2"/>
          <a:srcRect/>
          <a:stretch/>
        </p:blipFill>
        <p:spPr>
          <a:xfrm>
            <a:off x="10236204" y="6365323"/>
            <a:ext cx="1117593" cy="184284"/>
          </a:xfrm>
          <a:prstGeom prst="rect">
            <a:avLst/>
          </a:prstGeom>
        </p:spPr>
      </p:pic>
      <p:pic>
        <p:nvPicPr>
          <p:cNvPr id="4" name="Picture 3">
            <a:extLst>
              <a:ext uri="{FF2B5EF4-FFF2-40B4-BE49-F238E27FC236}">
                <a16:creationId xmlns:a16="http://schemas.microsoft.com/office/drawing/2014/main" id="{180CB4B4-607F-7FA7-219F-61A5EACD211F}"/>
              </a:ext>
            </a:extLst>
          </p:cNvPr>
          <p:cNvPicPr>
            <a:picLocks noChangeAspect="1"/>
          </p:cNvPicPr>
          <p:nvPr userDrawn="1"/>
        </p:nvPicPr>
        <p:blipFill>
          <a:blip r:embed="rId2"/>
          <a:srcRect/>
          <a:stretch/>
        </p:blipFill>
        <p:spPr>
          <a:xfrm>
            <a:off x="10236204" y="6365323"/>
            <a:ext cx="1117593" cy="184284"/>
          </a:xfrm>
          <a:prstGeom prst="rect">
            <a:avLst/>
          </a:prstGeom>
        </p:spPr>
      </p:pic>
    </p:spTree>
    <p:extLst>
      <p:ext uri="{BB962C8B-B14F-4D97-AF65-F5344CB8AC3E}">
        <p14:creationId xmlns:p14="http://schemas.microsoft.com/office/powerpoint/2010/main" val="37263718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 Partnership/Logos">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25A5785-D0A1-3155-049E-3E6B065C8BE2}"/>
              </a:ext>
            </a:extLst>
          </p:cNvPr>
          <p:cNvSpPr>
            <a:spLocks noGrp="1" noRot="1" noMove="1" noResize="1" noEditPoints="1" noAdjustHandles="1" noChangeArrowheads="1" noChangeShapeType="1"/>
          </p:cNvSpPr>
          <p:nvPr/>
        </p:nvSpPr>
        <p:spPr>
          <a:xfrm>
            <a:off x="0" y="0"/>
            <a:ext cx="12192000" cy="6858000"/>
          </a:xfrm>
          <a:prstGeom prst="rect">
            <a:avLst/>
          </a:prstGeom>
          <a:gradFill>
            <a:gsLst>
              <a:gs pos="0">
                <a:schemeClr val="accent2">
                  <a:alpha val="10000"/>
                </a:schemeClr>
              </a:gs>
              <a:gs pos="100000">
                <a:schemeClr val="accent1">
                  <a:alpha val="3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5D4AF3-2440-4267-15A6-29BC874FF240}"/>
              </a:ext>
            </a:extLst>
          </p:cNvPr>
          <p:cNvSpPr>
            <a:spLocks noGrp="1"/>
          </p:cNvSpPr>
          <p:nvPr>
            <p:ph type="ctrTitle" hasCustomPrompt="1"/>
          </p:nvPr>
        </p:nvSpPr>
        <p:spPr>
          <a:xfrm>
            <a:off x="858433" y="2239343"/>
            <a:ext cx="9209905" cy="2387600"/>
          </a:xfrm>
        </p:spPr>
        <p:txBody>
          <a:bodyPr lIns="0" anchor="b">
            <a:noAutofit/>
          </a:bodyPr>
          <a:lstStyle>
            <a:lvl1pPr algn="l">
              <a:lnSpc>
                <a:spcPct val="80000"/>
              </a:lnSpc>
              <a:defRPr sz="8000"/>
            </a:lvl1pPr>
          </a:lstStyle>
          <a:p>
            <a:r>
              <a:rPr lang="en-US" dirty="0"/>
              <a:t>Click To Edit Master Title Style</a:t>
            </a:r>
          </a:p>
        </p:txBody>
      </p:sp>
      <p:pic>
        <p:nvPicPr>
          <p:cNvPr id="9" name="Picture 8" descr="A black background with white lines&#10;&#10;Description automatically generated">
            <a:extLst>
              <a:ext uri="{FF2B5EF4-FFF2-40B4-BE49-F238E27FC236}">
                <a16:creationId xmlns:a16="http://schemas.microsoft.com/office/drawing/2014/main" id="{9EA8E350-8FE0-C635-CEA4-E67702C206D7}"/>
              </a:ext>
            </a:extLst>
          </p:cNvPr>
          <p:cNvPicPr>
            <a:picLocks noChangeAspect="1"/>
          </p:cNvPicPr>
          <p:nvPr/>
        </p:nvPicPr>
        <p:blipFill rotWithShape="1">
          <a:blip r:embed="rId2"/>
          <a:srcRect l="8607" t="-4663" r="8607" b="86478"/>
          <a:stretch/>
        </p:blipFill>
        <p:spPr>
          <a:xfrm>
            <a:off x="0" y="5735637"/>
            <a:ext cx="12192000" cy="1122363"/>
          </a:xfrm>
          <a:prstGeom prst="rect">
            <a:avLst/>
          </a:prstGeom>
        </p:spPr>
      </p:pic>
      <p:sp>
        <p:nvSpPr>
          <p:cNvPr id="10" name="Date Placeholder 9">
            <a:extLst>
              <a:ext uri="{FF2B5EF4-FFF2-40B4-BE49-F238E27FC236}">
                <a16:creationId xmlns:a16="http://schemas.microsoft.com/office/drawing/2014/main" id="{B7064F56-7EE7-8C33-462D-DCEF0BE31B9F}"/>
              </a:ext>
            </a:extLst>
          </p:cNvPr>
          <p:cNvSpPr>
            <a:spLocks noGrp="1"/>
          </p:cNvSpPr>
          <p:nvPr>
            <p:ph type="dt" sz="half" idx="10"/>
          </p:nvPr>
        </p:nvSpPr>
        <p:spPr>
          <a:xfrm>
            <a:off x="858434" y="1839641"/>
            <a:ext cx="2813330" cy="365125"/>
          </a:xfrm>
          <a:prstGeom prst="rect">
            <a:avLst/>
          </a:prstGeom>
        </p:spPr>
        <p:txBody>
          <a:bodyPr lIns="0"/>
          <a:lstStyle>
            <a:lvl1pPr>
              <a:defRPr b="0" i="0">
                <a:solidFill>
                  <a:schemeClr val="accent1"/>
                </a:solidFill>
                <a:latin typeface="Space Grotesk" pitchFamily="2" charset="77"/>
              </a:defRPr>
            </a:lvl1pPr>
          </a:lstStyle>
          <a:p>
            <a:r>
              <a:rPr lang="en-US"/>
              <a:t>DATE</a:t>
            </a:r>
            <a:endParaRPr lang="en-US" dirty="0"/>
          </a:p>
        </p:txBody>
      </p:sp>
      <p:sp>
        <p:nvSpPr>
          <p:cNvPr id="4" name="Date Placeholder 9">
            <a:extLst>
              <a:ext uri="{FF2B5EF4-FFF2-40B4-BE49-F238E27FC236}">
                <a16:creationId xmlns:a16="http://schemas.microsoft.com/office/drawing/2014/main" id="{7893F2CA-7CEB-500D-6636-67665110625B}"/>
              </a:ext>
            </a:extLst>
          </p:cNvPr>
          <p:cNvSpPr txBox="1">
            <a:spLocks/>
          </p:cNvSpPr>
          <p:nvPr/>
        </p:nvSpPr>
        <p:spPr>
          <a:xfrm>
            <a:off x="2875125" y="5093068"/>
            <a:ext cx="218804" cy="365125"/>
          </a:xfrm>
          <a:prstGeom prst="rect">
            <a:avLst/>
          </a:prstGeom>
        </p:spPr>
        <p:txBody>
          <a:bodyPr lIns="0"/>
          <a:lstStyle>
            <a:defPPr>
              <a:defRPr lang="en-US"/>
            </a:defPPr>
            <a:lvl1pPr marL="0" algn="l" defTabSz="914400" rtl="0" eaLnBrk="1" latinLnBrk="0" hangingPunct="1">
              <a:defRPr sz="1800" b="0" i="0" kern="1200">
                <a:solidFill>
                  <a:schemeClr val="accent1"/>
                </a:solidFill>
                <a:latin typeface="Space Grotesk"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3" name="Rectangle 2">
            <a:extLst>
              <a:ext uri="{FF2B5EF4-FFF2-40B4-BE49-F238E27FC236}">
                <a16:creationId xmlns:a16="http://schemas.microsoft.com/office/drawing/2014/main" id="{F4860AD1-628C-5C14-AEBC-34313B64085E}"/>
              </a:ext>
            </a:extLst>
          </p:cNvPr>
          <p:cNvSpPr/>
          <p:nvPr userDrawn="1"/>
        </p:nvSpPr>
        <p:spPr>
          <a:xfrm>
            <a:off x="0" y="0"/>
            <a:ext cx="12192000" cy="6858000"/>
          </a:xfrm>
          <a:prstGeom prst="rect">
            <a:avLst/>
          </a:prstGeom>
          <a:gradFill>
            <a:gsLst>
              <a:gs pos="0">
                <a:schemeClr val="accent2">
                  <a:alpha val="10000"/>
                </a:schemeClr>
              </a:gs>
              <a:gs pos="100000">
                <a:schemeClr val="accent1">
                  <a:alpha val="3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background with white lines&#10;&#10;Description automatically generated">
            <a:extLst>
              <a:ext uri="{FF2B5EF4-FFF2-40B4-BE49-F238E27FC236}">
                <a16:creationId xmlns:a16="http://schemas.microsoft.com/office/drawing/2014/main" id="{D2997697-FA8E-6E74-E918-1AE48E69A806}"/>
              </a:ext>
            </a:extLst>
          </p:cNvPr>
          <p:cNvPicPr>
            <a:picLocks noChangeAspect="1"/>
          </p:cNvPicPr>
          <p:nvPr userDrawn="1"/>
        </p:nvPicPr>
        <p:blipFill rotWithShape="1">
          <a:blip r:embed="rId2"/>
          <a:srcRect l="8607" t="-4663" r="8607" b="86478"/>
          <a:stretch/>
        </p:blipFill>
        <p:spPr>
          <a:xfrm>
            <a:off x="0" y="5735637"/>
            <a:ext cx="12192000" cy="1122363"/>
          </a:xfrm>
          <a:prstGeom prst="rect">
            <a:avLst/>
          </a:prstGeom>
        </p:spPr>
      </p:pic>
      <p:sp>
        <p:nvSpPr>
          <p:cNvPr id="6" name="Date Placeholder 9">
            <a:extLst>
              <a:ext uri="{FF2B5EF4-FFF2-40B4-BE49-F238E27FC236}">
                <a16:creationId xmlns:a16="http://schemas.microsoft.com/office/drawing/2014/main" id="{45189008-83F1-431D-ABAA-DBB98190BF00}"/>
              </a:ext>
            </a:extLst>
          </p:cNvPr>
          <p:cNvSpPr txBox="1">
            <a:spLocks/>
          </p:cNvSpPr>
          <p:nvPr userDrawn="1"/>
        </p:nvSpPr>
        <p:spPr>
          <a:xfrm>
            <a:off x="2875125" y="5093068"/>
            <a:ext cx="218804" cy="365125"/>
          </a:xfrm>
          <a:prstGeom prst="rect">
            <a:avLst/>
          </a:prstGeom>
        </p:spPr>
        <p:txBody>
          <a:bodyPr lIns="0"/>
          <a:lstStyle>
            <a:defPPr>
              <a:defRPr lang="en-US"/>
            </a:defPPr>
            <a:lvl1pPr marL="0" algn="l" defTabSz="914400" rtl="0" eaLnBrk="1" latinLnBrk="0" hangingPunct="1">
              <a:defRPr sz="1800" b="0" i="0" kern="1200">
                <a:solidFill>
                  <a:schemeClr val="accent1"/>
                </a:solidFill>
                <a:latin typeface="Space Grotesk"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35375891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Icons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632200"/>
            <a:ext cx="3198812" cy="2057400"/>
          </a:xfrm>
          <a:prstGeom prst="rect">
            <a:avLst/>
          </a:prstGeom>
        </p:spPr>
        <p:txBody>
          <a:bodyPr lIns="0">
            <a:normAutofit/>
          </a:bodyPr>
          <a:lstStyle>
            <a:lvl1pPr marL="0" indent="0">
              <a:lnSpc>
                <a:spcPts val="2400"/>
              </a:lnSpc>
              <a:buNone/>
              <a:defRPr sz="1600" b="0" i="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p:nvCxnSpPr>
        <p:spPr>
          <a:xfrm flipH="1">
            <a:off x="838200"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6" name="Picture Placeholder 15">
            <a:extLst>
              <a:ext uri="{FF2B5EF4-FFF2-40B4-BE49-F238E27FC236}">
                <a16:creationId xmlns:a16="http://schemas.microsoft.com/office/drawing/2014/main" id="{45300034-1C70-8F94-8152-2D872C0B4DD0}"/>
              </a:ext>
            </a:extLst>
          </p:cNvPr>
          <p:cNvSpPr>
            <a:spLocks noGrp="1"/>
          </p:cNvSpPr>
          <p:nvPr>
            <p:ph type="pic" sz="quarter" idx="11"/>
          </p:nvPr>
        </p:nvSpPr>
        <p:spPr>
          <a:xfrm>
            <a:off x="838201" y="23661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497387"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497387" y="3632200"/>
            <a:ext cx="3198812" cy="2057400"/>
          </a:xfrm>
          <a:prstGeom prst="rect">
            <a:avLst/>
          </a:prstGeom>
        </p:spPr>
        <p:txBody>
          <a:bodyPr lIns="0">
            <a:normAutofit/>
          </a:bodyPr>
          <a:lstStyle>
            <a:lvl1pPr marL="0" indent="0">
              <a:lnSpc>
                <a:spcPts val="24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p:nvCxnSpPr>
        <p:spPr>
          <a:xfrm flipH="1">
            <a:off x="4495799"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3" name="Text Placeholder 2">
            <a:extLst>
              <a:ext uri="{FF2B5EF4-FFF2-40B4-BE49-F238E27FC236}">
                <a16:creationId xmlns:a16="http://schemas.microsoft.com/office/drawing/2014/main" id="{528C2E57-6B66-2EDE-A231-33EE4C6664E9}"/>
              </a:ext>
            </a:extLst>
          </p:cNvPr>
          <p:cNvSpPr>
            <a:spLocks noGrp="1"/>
          </p:cNvSpPr>
          <p:nvPr>
            <p:ph type="body" idx="14" hasCustomPrompt="1"/>
          </p:nvPr>
        </p:nvSpPr>
        <p:spPr>
          <a:xfrm>
            <a:off x="8138659"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4" name="Content Placeholder 3">
            <a:extLst>
              <a:ext uri="{FF2B5EF4-FFF2-40B4-BE49-F238E27FC236}">
                <a16:creationId xmlns:a16="http://schemas.microsoft.com/office/drawing/2014/main" id="{1CF29EB2-553C-147C-7F22-A92742616605}"/>
              </a:ext>
            </a:extLst>
          </p:cNvPr>
          <p:cNvSpPr>
            <a:spLocks noGrp="1"/>
          </p:cNvSpPr>
          <p:nvPr>
            <p:ph sz="half" idx="15" hasCustomPrompt="1"/>
          </p:nvPr>
        </p:nvSpPr>
        <p:spPr>
          <a:xfrm>
            <a:off x="8138659" y="3632200"/>
            <a:ext cx="3198812" cy="2057400"/>
          </a:xfrm>
          <a:prstGeom prst="rect">
            <a:avLst/>
          </a:prstGeom>
        </p:spPr>
        <p:txBody>
          <a:bodyPr lIns="0">
            <a:normAutofit/>
          </a:bodyPr>
          <a:lstStyle>
            <a:lvl1pPr marL="0" indent="0">
              <a:lnSpc>
                <a:spcPts val="24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5" name="Straight Connector 24">
            <a:extLst>
              <a:ext uri="{FF2B5EF4-FFF2-40B4-BE49-F238E27FC236}">
                <a16:creationId xmlns:a16="http://schemas.microsoft.com/office/drawing/2014/main" id="{064A9869-93B2-2F80-EC16-5348A9B0CE24}"/>
              </a:ext>
            </a:extLst>
          </p:cNvPr>
          <p:cNvCxnSpPr>
            <a:cxnSpLocks/>
          </p:cNvCxnSpPr>
          <p:nvPr/>
        </p:nvCxnSpPr>
        <p:spPr>
          <a:xfrm flipH="1">
            <a:off x="8137071"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6" name="Picture Placeholder 15">
            <a:extLst>
              <a:ext uri="{FF2B5EF4-FFF2-40B4-BE49-F238E27FC236}">
                <a16:creationId xmlns:a16="http://schemas.microsoft.com/office/drawing/2014/main" id="{984633D0-2796-3674-9847-05217F066DC6}"/>
              </a:ext>
            </a:extLst>
          </p:cNvPr>
          <p:cNvSpPr>
            <a:spLocks noGrp="1"/>
          </p:cNvSpPr>
          <p:nvPr>
            <p:ph type="pic" sz="quarter" idx="16"/>
          </p:nvPr>
        </p:nvSpPr>
        <p:spPr>
          <a:xfrm>
            <a:off x="4495799" y="23661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p>
        </p:txBody>
      </p:sp>
      <p:sp>
        <p:nvSpPr>
          <p:cNvPr id="27" name="Picture Placeholder 15">
            <a:extLst>
              <a:ext uri="{FF2B5EF4-FFF2-40B4-BE49-F238E27FC236}">
                <a16:creationId xmlns:a16="http://schemas.microsoft.com/office/drawing/2014/main" id="{42C60FC7-5D5B-4280-5EA2-E07CBDDC52B8}"/>
              </a:ext>
            </a:extLst>
          </p:cNvPr>
          <p:cNvSpPr>
            <a:spLocks noGrp="1"/>
          </p:cNvSpPr>
          <p:nvPr>
            <p:ph type="pic" sz="quarter" idx="17"/>
          </p:nvPr>
        </p:nvSpPr>
        <p:spPr>
          <a:xfrm>
            <a:off x="8137071" y="23661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5" name="Straight Connector 4">
            <a:extLst>
              <a:ext uri="{FF2B5EF4-FFF2-40B4-BE49-F238E27FC236}">
                <a16:creationId xmlns:a16="http://schemas.microsoft.com/office/drawing/2014/main" id="{456158F5-66D2-DEB3-E0EA-C7DF86234B56}"/>
              </a:ext>
            </a:extLst>
          </p:cNvPr>
          <p:cNvCxnSpPr>
            <a:cxnSpLocks/>
          </p:cNvCxnSpPr>
          <p:nvPr userDrawn="1"/>
        </p:nvCxnSpPr>
        <p:spPr>
          <a:xfrm flipH="1">
            <a:off x="838200"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009F80B1-4101-AF52-20B8-321AC595ED0A}"/>
              </a:ext>
            </a:extLst>
          </p:cNvPr>
          <p:cNvCxnSpPr>
            <a:cxnSpLocks/>
          </p:cNvCxnSpPr>
          <p:nvPr userDrawn="1"/>
        </p:nvCxnSpPr>
        <p:spPr>
          <a:xfrm flipH="1">
            <a:off x="4495799"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AA877B07-CE2A-D05A-5E2A-936E29FBD7AB}"/>
              </a:ext>
            </a:extLst>
          </p:cNvPr>
          <p:cNvCxnSpPr>
            <a:cxnSpLocks/>
          </p:cNvCxnSpPr>
          <p:nvPr userDrawn="1"/>
        </p:nvCxnSpPr>
        <p:spPr>
          <a:xfrm flipH="1">
            <a:off x="8137071"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5820863"/>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mn Icons - Light">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p:nvCxnSpPr>
        <p:spPr>
          <a:xfrm flipH="1">
            <a:off x="838200"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6" name="Picture Placeholder 15">
            <a:extLst>
              <a:ext uri="{FF2B5EF4-FFF2-40B4-BE49-F238E27FC236}">
                <a16:creationId xmlns:a16="http://schemas.microsoft.com/office/drawing/2014/main" id="{45300034-1C70-8F94-8152-2D872C0B4DD0}"/>
              </a:ext>
            </a:extLst>
          </p:cNvPr>
          <p:cNvSpPr>
            <a:spLocks noGrp="1"/>
          </p:cNvSpPr>
          <p:nvPr>
            <p:ph type="pic" sz="quarter" idx="11"/>
          </p:nvPr>
        </p:nvSpPr>
        <p:spPr>
          <a:xfrm>
            <a:off x="838201" y="23534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497387"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497387"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sp>
        <p:nvSpPr>
          <p:cNvPr id="23" name="Text Placeholder 2">
            <a:extLst>
              <a:ext uri="{FF2B5EF4-FFF2-40B4-BE49-F238E27FC236}">
                <a16:creationId xmlns:a16="http://schemas.microsoft.com/office/drawing/2014/main" id="{528C2E57-6B66-2EDE-A231-33EE4C6664E9}"/>
              </a:ext>
            </a:extLst>
          </p:cNvPr>
          <p:cNvSpPr>
            <a:spLocks noGrp="1"/>
          </p:cNvSpPr>
          <p:nvPr>
            <p:ph type="body" idx="14" hasCustomPrompt="1"/>
          </p:nvPr>
        </p:nvSpPr>
        <p:spPr>
          <a:xfrm>
            <a:off x="8138659"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4" name="Content Placeholder 3">
            <a:extLst>
              <a:ext uri="{FF2B5EF4-FFF2-40B4-BE49-F238E27FC236}">
                <a16:creationId xmlns:a16="http://schemas.microsoft.com/office/drawing/2014/main" id="{1CF29EB2-553C-147C-7F22-A92742616605}"/>
              </a:ext>
            </a:extLst>
          </p:cNvPr>
          <p:cNvSpPr>
            <a:spLocks noGrp="1"/>
          </p:cNvSpPr>
          <p:nvPr>
            <p:ph sz="half" idx="15" hasCustomPrompt="1"/>
          </p:nvPr>
        </p:nvSpPr>
        <p:spPr>
          <a:xfrm>
            <a:off x="8138659"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sp>
        <p:nvSpPr>
          <p:cNvPr id="26" name="Picture Placeholder 15">
            <a:extLst>
              <a:ext uri="{FF2B5EF4-FFF2-40B4-BE49-F238E27FC236}">
                <a16:creationId xmlns:a16="http://schemas.microsoft.com/office/drawing/2014/main" id="{984633D0-2796-3674-9847-05217F066DC6}"/>
              </a:ext>
            </a:extLst>
          </p:cNvPr>
          <p:cNvSpPr>
            <a:spLocks noGrp="1"/>
          </p:cNvSpPr>
          <p:nvPr>
            <p:ph type="pic" sz="quarter" idx="16"/>
          </p:nvPr>
        </p:nvSpPr>
        <p:spPr>
          <a:xfrm>
            <a:off x="4495799" y="23534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p>
        </p:txBody>
      </p:sp>
      <p:sp>
        <p:nvSpPr>
          <p:cNvPr id="27" name="Picture Placeholder 15">
            <a:extLst>
              <a:ext uri="{FF2B5EF4-FFF2-40B4-BE49-F238E27FC236}">
                <a16:creationId xmlns:a16="http://schemas.microsoft.com/office/drawing/2014/main" id="{42C60FC7-5D5B-4280-5EA2-E07CBDDC52B8}"/>
              </a:ext>
            </a:extLst>
          </p:cNvPr>
          <p:cNvSpPr>
            <a:spLocks noGrp="1"/>
          </p:cNvSpPr>
          <p:nvPr>
            <p:ph type="pic" sz="quarter" idx="17"/>
          </p:nvPr>
        </p:nvSpPr>
        <p:spPr>
          <a:xfrm>
            <a:off x="8137071" y="23534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6" name="Slide Number Placeholder 28">
            <a:extLst>
              <a:ext uri="{FF2B5EF4-FFF2-40B4-BE49-F238E27FC236}">
                <a16:creationId xmlns:a16="http://schemas.microsoft.com/office/drawing/2014/main" id="{27A0ACAE-1B01-F61E-9BBE-4F974D6B82FD}"/>
              </a:ext>
            </a:extLst>
          </p:cNvPr>
          <p:cNvSpPr>
            <a:spLocks noGrp="1"/>
          </p:cNvSpPr>
          <p:nvPr>
            <p:ph type="sldNum" sz="quarter" idx="19"/>
          </p:nvPr>
        </p:nvSpPr>
        <p:spPr>
          <a:xfrm>
            <a:off x="558800" y="6264275"/>
            <a:ext cx="279400" cy="365125"/>
          </a:xfrm>
          <a:prstGeom prst="rect">
            <a:avLst/>
          </a:prstGeom>
        </p:spPr>
        <p:txBody>
          <a:bodyPr/>
          <a:lstStyle/>
          <a:p>
            <a:fld id="{2E1C8E04-61AE-364F-9D16-6A67B5591D25}" type="slidenum">
              <a:rPr lang="en-US" smtClean="0"/>
              <a:pPr/>
              <a:t>‹#›</a:t>
            </a:fld>
            <a:endParaRPr lang="en-US" dirty="0"/>
          </a:p>
        </p:txBody>
      </p:sp>
      <p:cxnSp>
        <p:nvCxnSpPr>
          <p:cNvPr id="9" name="Straight Connector 8">
            <a:extLst>
              <a:ext uri="{FF2B5EF4-FFF2-40B4-BE49-F238E27FC236}">
                <a16:creationId xmlns:a16="http://schemas.microsoft.com/office/drawing/2014/main" id="{9549201C-BE26-0FE5-82A9-CA5F7D003F5F}"/>
              </a:ext>
            </a:extLst>
          </p:cNvPr>
          <p:cNvCxnSpPr>
            <a:cxnSpLocks/>
          </p:cNvCxnSpPr>
          <p:nvPr/>
        </p:nvCxnSpPr>
        <p:spPr>
          <a:xfrm flipH="1">
            <a:off x="4495799"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5A535BD-1E42-29C4-9A38-42ACFD0663D1}"/>
              </a:ext>
            </a:extLst>
          </p:cNvPr>
          <p:cNvCxnSpPr>
            <a:cxnSpLocks/>
          </p:cNvCxnSpPr>
          <p:nvPr/>
        </p:nvCxnSpPr>
        <p:spPr>
          <a:xfrm flipH="1">
            <a:off x="8137071" y="3529486"/>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6E21A491-0B03-FC23-CFE8-50F38CED1E84}"/>
              </a:ext>
            </a:extLst>
          </p:cNvPr>
          <p:cNvCxnSpPr>
            <a:cxnSpLocks/>
          </p:cNvCxnSpPr>
          <p:nvPr userDrawn="1"/>
        </p:nvCxnSpPr>
        <p:spPr>
          <a:xfrm flipH="1">
            <a:off x="838200"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78028398-9A95-6D82-C575-FEA4E7430A6F}"/>
              </a:ext>
            </a:extLst>
          </p:cNvPr>
          <p:cNvCxnSpPr>
            <a:cxnSpLocks/>
          </p:cNvCxnSpPr>
          <p:nvPr userDrawn="1"/>
        </p:nvCxnSpPr>
        <p:spPr>
          <a:xfrm flipH="1">
            <a:off x="4495799"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0A449B84-02FE-E435-E567-A1E94E6DA70A}"/>
              </a:ext>
            </a:extLst>
          </p:cNvPr>
          <p:cNvCxnSpPr>
            <a:cxnSpLocks/>
          </p:cNvCxnSpPr>
          <p:nvPr userDrawn="1"/>
        </p:nvCxnSpPr>
        <p:spPr>
          <a:xfrm flipH="1">
            <a:off x="8137071" y="3529486"/>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9927436"/>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5 Column Light">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p:nvCxnSpPr>
        <p:spPr>
          <a:xfrm flipH="1" flipV="1">
            <a:off x="838200"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6" name="Slide Number Placeholder 28">
            <a:extLst>
              <a:ext uri="{FF2B5EF4-FFF2-40B4-BE49-F238E27FC236}">
                <a16:creationId xmlns:a16="http://schemas.microsoft.com/office/drawing/2014/main" id="{27A0ACAE-1B01-F61E-9BBE-4F974D6B82FD}"/>
              </a:ext>
            </a:extLst>
          </p:cNvPr>
          <p:cNvSpPr>
            <a:spLocks noGrp="1"/>
          </p:cNvSpPr>
          <p:nvPr>
            <p:ph type="sldNum" sz="quarter" idx="19"/>
          </p:nvPr>
        </p:nvSpPr>
        <p:spPr>
          <a:xfrm>
            <a:off x="558800" y="6264275"/>
            <a:ext cx="279400" cy="365125"/>
          </a:xfrm>
          <a:prstGeom prst="rect">
            <a:avLst/>
          </a:prstGeom>
        </p:spPr>
        <p:txBody>
          <a:bodyPr/>
          <a:lstStyle/>
          <a:p>
            <a:fld id="{2E1C8E04-61AE-364F-9D16-6A67B5591D25}" type="slidenum">
              <a:rPr lang="en-US" smtClean="0"/>
              <a:pPr/>
              <a:t>‹#›</a:t>
            </a:fld>
            <a:endParaRPr lang="en-US" dirty="0"/>
          </a:p>
        </p:txBody>
      </p:sp>
      <p:sp>
        <p:nvSpPr>
          <p:cNvPr id="7" name="Footer Placeholder 29">
            <a:extLst>
              <a:ext uri="{FF2B5EF4-FFF2-40B4-BE49-F238E27FC236}">
                <a16:creationId xmlns:a16="http://schemas.microsoft.com/office/drawing/2014/main" id="{5A507428-CA05-067B-1CD3-11F25B16828E}"/>
              </a:ext>
            </a:extLst>
          </p:cNvPr>
          <p:cNvSpPr>
            <a:spLocks noGrp="1"/>
          </p:cNvSpPr>
          <p:nvPr>
            <p:ph type="ftr" sz="quarter" idx="20"/>
          </p:nvPr>
        </p:nvSpPr>
        <p:spPr>
          <a:xfrm>
            <a:off x="882210" y="6264275"/>
            <a:ext cx="4554218" cy="365125"/>
          </a:xfrm>
          <a:prstGeom prst="rect">
            <a:avLst/>
          </a:prstGeom>
        </p:spPr>
        <p:txBody>
          <a:bodyPr/>
          <a:lstStyle/>
          <a:p>
            <a:r>
              <a:rPr lang="en-US"/>
              <a:t>Presentation Title Goes Here</a:t>
            </a:r>
            <a:endParaRPr lang="en-US" dirty="0"/>
          </a:p>
        </p:txBody>
      </p:sp>
      <p:sp>
        <p:nvSpPr>
          <p:cNvPr id="15" name="Text Placeholder 2">
            <a:extLst>
              <a:ext uri="{FF2B5EF4-FFF2-40B4-BE49-F238E27FC236}">
                <a16:creationId xmlns:a16="http://schemas.microsoft.com/office/drawing/2014/main" id="{FD067527-C4F7-8075-1C76-31F6461A819F}"/>
              </a:ext>
            </a:extLst>
          </p:cNvPr>
          <p:cNvSpPr>
            <a:spLocks noGrp="1"/>
          </p:cNvSpPr>
          <p:nvPr>
            <p:ph type="body" idx="21" hasCustomPrompt="1"/>
          </p:nvPr>
        </p:nvSpPr>
        <p:spPr>
          <a:xfrm>
            <a:off x="300491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17" name="Content Placeholder 3">
            <a:extLst>
              <a:ext uri="{FF2B5EF4-FFF2-40B4-BE49-F238E27FC236}">
                <a16:creationId xmlns:a16="http://schemas.microsoft.com/office/drawing/2014/main" id="{606BE312-02AC-3AB8-BE70-EB304F73793C}"/>
              </a:ext>
            </a:extLst>
          </p:cNvPr>
          <p:cNvSpPr>
            <a:spLocks noGrp="1"/>
          </p:cNvSpPr>
          <p:nvPr>
            <p:ph sz="half" idx="22" hasCustomPrompt="1"/>
          </p:nvPr>
        </p:nvSpPr>
        <p:spPr>
          <a:xfrm>
            <a:off x="300491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8" name="Straight Connector 17">
            <a:extLst>
              <a:ext uri="{FF2B5EF4-FFF2-40B4-BE49-F238E27FC236}">
                <a16:creationId xmlns:a16="http://schemas.microsoft.com/office/drawing/2014/main" id="{4655305C-E303-08CD-27B2-2923661E6819}"/>
              </a:ext>
            </a:extLst>
          </p:cNvPr>
          <p:cNvCxnSpPr>
            <a:cxnSpLocks/>
          </p:cNvCxnSpPr>
          <p:nvPr/>
        </p:nvCxnSpPr>
        <p:spPr>
          <a:xfrm flipH="1" flipV="1">
            <a:off x="30033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9" name="Text Placeholder 2">
            <a:extLst>
              <a:ext uri="{FF2B5EF4-FFF2-40B4-BE49-F238E27FC236}">
                <a16:creationId xmlns:a16="http://schemas.microsoft.com/office/drawing/2014/main" id="{6A73B36A-D817-F94F-9277-49776BDA05D4}"/>
              </a:ext>
            </a:extLst>
          </p:cNvPr>
          <p:cNvSpPr>
            <a:spLocks noGrp="1"/>
          </p:cNvSpPr>
          <p:nvPr>
            <p:ph type="body" idx="23" hasCustomPrompt="1"/>
          </p:nvPr>
        </p:nvSpPr>
        <p:spPr>
          <a:xfrm>
            <a:off x="513851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2" name="Content Placeholder 3">
            <a:extLst>
              <a:ext uri="{FF2B5EF4-FFF2-40B4-BE49-F238E27FC236}">
                <a16:creationId xmlns:a16="http://schemas.microsoft.com/office/drawing/2014/main" id="{398B28E0-58F9-E14C-B4E4-9CB8DB376A69}"/>
              </a:ext>
            </a:extLst>
          </p:cNvPr>
          <p:cNvSpPr>
            <a:spLocks noGrp="1"/>
          </p:cNvSpPr>
          <p:nvPr>
            <p:ph sz="half" idx="24" hasCustomPrompt="1"/>
          </p:nvPr>
        </p:nvSpPr>
        <p:spPr>
          <a:xfrm>
            <a:off x="513851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5" name="Straight Connector 24">
            <a:extLst>
              <a:ext uri="{FF2B5EF4-FFF2-40B4-BE49-F238E27FC236}">
                <a16:creationId xmlns:a16="http://schemas.microsoft.com/office/drawing/2014/main" id="{CFCC8B13-6CE4-13D7-DCF1-50A0FD93EB9D}"/>
              </a:ext>
            </a:extLst>
          </p:cNvPr>
          <p:cNvCxnSpPr>
            <a:cxnSpLocks/>
          </p:cNvCxnSpPr>
          <p:nvPr/>
        </p:nvCxnSpPr>
        <p:spPr>
          <a:xfrm flipH="1" flipV="1">
            <a:off x="51369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8" name="Text Placeholder 2">
            <a:extLst>
              <a:ext uri="{FF2B5EF4-FFF2-40B4-BE49-F238E27FC236}">
                <a16:creationId xmlns:a16="http://schemas.microsoft.com/office/drawing/2014/main" id="{3B0BF586-CBE6-ABDD-67A1-3A6AEF972813}"/>
              </a:ext>
            </a:extLst>
          </p:cNvPr>
          <p:cNvSpPr>
            <a:spLocks noGrp="1"/>
          </p:cNvSpPr>
          <p:nvPr>
            <p:ph type="body" idx="25" hasCustomPrompt="1"/>
          </p:nvPr>
        </p:nvSpPr>
        <p:spPr>
          <a:xfrm>
            <a:off x="728262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9" name="Content Placeholder 3">
            <a:extLst>
              <a:ext uri="{FF2B5EF4-FFF2-40B4-BE49-F238E27FC236}">
                <a16:creationId xmlns:a16="http://schemas.microsoft.com/office/drawing/2014/main" id="{FB0F3C7D-7321-AFED-48C5-24F69A1669C7}"/>
              </a:ext>
            </a:extLst>
          </p:cNvPr>
          <p:cNvSpPr>
            <a:spLocks noGrp="1"/>
          </p:cNvSpPr>
          <p:nvPr>
            <p:ph sz="half" idx="26" hasCustomPrompt="1"/>
          </p:nvPr>
        </p:nvSpPr>
        <p:spPr>
          <a:xfrm>
            <a:off x="728262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30" name="Straight Connector 29">
            <a:extLst>
              <a:ext uri="{FF2B5EF4-FFF2-40B4-BE49-F238E27FC236}">
                <a16:creationId xmlns:a16="http://schemas.microsoft.com/office/drawing/2014/main" id="{64562D21-4C31-797F-92D7-700DED4A645E}"/>
              </a:ext>
            </a:extLst>
          </p:cNvPr>
          <p:cNvCxnSpPr>
            <a:cxnSpLocks/>
          </p:cNvCxnSpPr>
          <p:nvPr/>
        </p:nvCxnSpPr>
        <p:spPr>
          <a:xfrm flipH="1" flipV="1">
            <a:off x="728104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32" name="Text Placeholder 2">
            <a:extLst>
              <a:ext uri="{FF2B5EF4-FFF2-40B4-BE49-F238E27FC236}">
                <a16:creationId xmlns:a16="http://schemas.microsoft.com/office/drawing/2014/main" id="{28012A17-E353-8938-22FA-3EA49D311487}"/>
              </a:ext>
            </a:extLst>
          </p:cNvPr>
          <p:cNvSpPr>
            <a:spLocks noGrp="1"/>
          </p:cNvSpPr>
          <p:nvPr>
            <p:ph type="body" idx="27" hasCustomPrompt="1"/>
          </p:nvPr>
        </p:nvSpPr>
        <p:spPr>
          <a:xfrm>
            <a:off x="9447760"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33" name="Content Placeholder 3">
            <a:extLst>
              <a:ext uri="{FF2B5EF4-FFF2-40B4-BE49-F238E27FC236}">
                <a16:creationId xmlns:a16="http://schemas.microsoft.com/office/drawing/2014/main" id="{0ABEDEB6-178F-F4F5-CFFE-2C6199857F68}"/>
              </a:ext>
            </a:extLst>
          </p:cNvPr>
          <p:cNvSpPr>
            <a:spLocks noGrp="1"/>
          </p:cNvSpPr>
          <p:nvPr>
            <p:ph sz="half" idx="28" hasCustomPrompt="1"/>
          </p:nvPr>
        </p:nvSpPr>
        <p:spPr>
          <a:xfrm>
            <a:off x="9447760"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34" name="Straight Connector 33">
            <a:extLst>
              <a:ext uri="{FF2B5EF4-FFF2-40B4-BE49-F238E27FC236}">
                <a16:creationId xmlns:a16="http://schemas.microsoft.com/office/drawing/2014/main" id="{48CF2F9D-53F4-AA57-73A2-63866B50D116}"/>
              </a:ext>
            </a:extLst>
          </p:cNvPr>
          <p:cNvCxnSpPr>
            <a:cxnSpLocks/>
          </p:cNvCxnSpPr>
          <p:nvPr/>
        </p:nvCxnSpPr>
        <p:spPr>
          <a:xfrm flipH="1" flipV="1">
            <a:off x="9446172"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F96C1EA1-DBE2-50D9-A5D1-0E82413F5D53}"/>
              </a:ext>
            </a:extLst>
          </p:cNvPr>
          <p:cNvCxnSpPr>
            <a:cxnSpLocks/>
          </p:cNvCxnSpPr>
          <p:nvPr userDrawn="1"/>
        </p:nvCxnSpPr>
        <p:spPr>
          <a:xfrm flipH="1" flipV="1">
            <a:off x="838200"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FC9EDFE-CE66-F6EA-5248-D8F753818E1F}"/>
              </a:ext>
            </a:extLst>
          </p:cNvPr>
          <p:cNvCxnSpPr>
            <a:cxnSpLocks/>
          </p:cNvCxnSpPr>
          <p:nvPr userDrawn="1"/>
        </p:nvCxnSpPr>
        <p:spPr>
          <a:xfrm flipH="1" flipV="1">
            <a:off x="30033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D11B5F7-89F3-B48D-F5FE-B67279FF17C4}"/>
              </a:ext>
            </a:extLst>
          </p:cNvPr>
          <p:cNvCxnSpPr>
            <a:cxnSpLocks/>
          </p:cNvCxnSpPr>
          <p:nvPr userDrawn="1"/>
        </p:nvCxnSpPr>
        <p:spPr>
          <a:xfrm flipH="1" flipV="1">
            <a:off x="51369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915D91C-2228-3000-E437-17DEF9412511}"/>
              </a:ext>
            </a:extLst>
          </p:cNvPr>
          <p:cNvCxnSpPr>
            <a:cxnSpLocks/>
          </p:cNvCxnSpPr>
          <p:nvPr userDrawn="1"/>
        </p:nvCxnSpPr>
        <p:spPr>
          <a:xfrm flipH="1" flipV="1">
            <a:off x="728104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B1E7BE5-9E9F-1AFD-A0C8-C5C8C745D243}"/>
              </a:ext>
            </a:extLst>
          </p:cNvPr>
          <p:cNvCxnSpPr>
            <a:cxnSpLocks/>
          </p:cNvCxnSpPr>
          <p:nvPr userDrawn="1"/>
        </p:nvCxnSpPr>
        <p:spPr>
          <a:xfrm flipH="1" flipV="1">
            <a:off x="9446172"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373321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Steps +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838200" y="228600"/>
            <a:ext cx="5257800" cy="1828799"/>
          </a:xfrm>
        </p:spPr>
        <p:txBody>
          <a:bodyPr lIns="0" anchor="b"/>
          <a:lstStyle>
            <a:lvl1pPr>
              <a:defRPr>
                <a:solidFill>
                  <a:schemeClr val="tx1"/>
                </a:solidFill>
              </a:defRPr>
            </a:lvl1pPr>
          </a:lstStyle>
          <a:p>
            <a:r>
              <a:rPr lang="en-US" dirty="0"/>
              <a:t>Click To Edit Master Title Style</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p:nvPicPr>
        <p:blipFill>
          <a:blip r:embed="rId2"/>
          <a:srcRect/>
          <a:stretch/>
        </p:blipFill>
        <p:spPr>
          <a:xfrm>
            <a:off x="10236201" y="6365323"/>
            <a:ext cx="1117599" cy="184284"/>
          </a:xfrm>
          <a:prstGeom prst="rect">
            <a:avLst/>
          </a:prstGeom>
        </p:spPr>
      </p:pic>
      <p:sp>
        <p:nvSpPr>
          <p:cNvPr id="3" name="Picture Placeholder 5">
            <a:extLst>
              <a:ext uri="{FF2B5EF4-FFF2-40B4-BE49-F238E27FC236}">
                <a16:creationId xmlns:a16="http://schemas.microsoft.com/office/drawing/2014/main" id="{045062FF-2E9A-87D2-17A5-9C6FDFBB5D2A}"/>
              </a:ext>
            </a:extLst>
          </p:cNvPr>
          <p:cNvSpPr>
            <a:spLocks noGrp="1"/>
          </p:cNvSpPr>
          <p:nvPr>
            <p:ph type="pic" sz="quarter" idx="13"/>
          </p:nvPr>
        </p:nvSpPr>
        <p:spPr>
          <a:xfrm>
            <a:off x="6726238" y="1143000"/>
            <a:ext cx="5465762" cy="4559969"/>
          </a:xfrm>
          <a:solidFill>
            <a:schemeClr val="bg2"/>
          </a:solidFill>
        </p:spPr>
        <p:txBody>
          <a:bodyPr anchor="ctr">
            <a:normAutofit/>
          </a:bodyPr>
          <a:lstStyle>
            <a:lvl1pPr marL="0" indent="0" algn="ctr">
              <a:buNone/>
              <a:defRPr sz="1400">
                <a:solidFill>
                  <a:schemeClr val="bg1"/>
                </a:solidFill>
              </a:defRPr>
            </a:lvl1pPr>
          </a:lstStyle>
          <a:p>
            <a:r>
              <a:rPr lang="en-US"/>
              <a:t>Click icon to add picture</a:t>
            </a:r>
          </a:p>
        </p:txBody>
      </p:sp>
      <p:sp>
        <p:nvSpPr>
          <p:cNvPr id="4" name="Text Placeholder 2">
            <a:extLst>
              <a:ext uri="{FF2B5EF4-FFF2-40B4-BE49-F238E27FC236}">
                <a16:creationId xmlns:a16="http://schemas.microsoft.com/office/drawing/2014/main" id="{3105F4A7-3BAB-95AF-02B9-0F2D8213B716}"/>
              </a:ext>
            </a:extLst>
          </p:cNvPr>
          <p:cNvSpPr>
            <a:spLocks noGrp="1"/>
          </p:cNvSpPr>
          <p:nvPr>
            <p:ph type="body" idx="1" hasCustomPrompt="1"/>
          </p:nvPr>
        </p:nvSpPr>
        <p:spPr>
          <a:xfrm>
            <a:off x="1257858" y="2596994"/>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1257859" y="2979647"/>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6" name="Text Placeholder 2">
            <a:extLst>
              <a:ext uri="{FF2B5EF4-FFF2-40B4-BE49-F238E27FC236}">
                <a16:creationId xmlns:a16="http://schemas.microsoft.com/office/drawing/2014/main" id="{203CB6BF-1C08-8CB4-CD16-5D148A5C112A}"/>
              </a:ext>
            </a:extLst>
          </p:cNvPr>
          <p:cNvSpPr>
            <a:spLocks noGrp="1"/>
          </p:cNvSpPr>
          <p:nvPr>
            <p:ph type="body" idx="14" hasCustomPrompt="1"/>
          </p:nvPr>
        </p:nvSpPr>
        <p:spPr>
          <a:xfrm>
            <a:off x="-158620" y="2793290"/>
            <a:ext cx="1171744" cy="1066630"/>
          </a:xfrm>
          <a:prstGeom prst="rect">
            <a:avLst/>
          </a:prstGeom>
        </p:spPr>
        <p:txBody>
          <a:bodyPr lIns="0" tIns="0" bIns="0" anchor="ctr">
            <a:noAutofit/>
          </a:bodyPr>
          <a:lstStyle>
            <a:lvl1pPr marL="0" indent="0">
              <a:spcBef>
                <a:spcPts val="0"/>
              </a:spcBef>
              <a:buNone/>
              <a:defRPr sz="7200" b="1" spc="-15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7" name="Text Placeholder 2">
            <a:extLst>
              <a:ext uri="{FF2B5EF4-FFF2-40B4-BE49-F238E27FC236}">
                <a16:creationId xmlns:a16="http://schemas.microsoft.com/office/drawing/2014/main" id="{8F992088-131E-8890-C67F-7B7266CA3992}"/>
              </a:ext>
            </a:extLst>
          </p:cNvPr>
          <p:cNvSpPr>
            <a:spLocks noGrp="1"/>
          </p:cNvSpPr>
          <p:nvPr>
            <p:ph type="body" idx="15" hasCustomPrompt="1"/>
          </p:nvPr>
        </p:nvSpPr>
        <p:spPr>
          <a:xfrm>
            <a:off x="1257858" y="3788121"/>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8" name="Content Placeholder 3">
            <a:extLst>
              <a:ext uri="{FF2B5EF4-FFF2-40B4-BE49-F238E27FC236}">
                <a16:creationId xmlns:a16="http://schemas.microsoft.com/office/drawing/2014/main" id="{D943D6F3-F48B-C789-556E-E841DEA64E8C}"/>
              </a:ext>
            </a:extLst>
          </p:cNvPr>
          <p:cNvSpPr>
            <a:spLocks noGrp="1"/>
          </p:cNvSpPr>
          <p:nvPr>
            <p:ph sz="half" idx="16" hasCustomPrompt="1"/>
          </p:nvPr>
        </p:nvSpPr>
        <p:spPr>
          <a:xfrm>
            <a:off x="1257859" y="4170774"/>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9" name="Text Placeholder 2">
            <a:extLst>
              <a:ext uri="{FF2B5EF4-FFF2-40B4-BE49-F238E27FC236}">
                <a16:creationId xmlns:a16="http://schemas.microsoft.com/office/drawing/2014/main" id="{C5FDA803-361A-5347-6DCB-47EB903F4587}"/>
              </a:ext>
            </a:extLst>
          </p:cNvPr>
          <p:cNvSpPr>
            <a:spLocks noGrp="1"/>
          </p:cNvSpPr>
          <p:nvPr>
            <p:ph type="body" idx="17" hasCustomPrompt="1"/>
          </p:nvPr>
        </p:nvSpPr>
        <p:spPr>
          <a:xfrm>
            <a:off x="-176381" y="3984417"/>
            <a:ext cx="1325911" cy="1066630"/>
          </a:xfrm>
          <a:prstGeom prst="rect">
            <a:avLst/>
          </a:prstGeom>
        </p:spPr>
        <p:txBody>
          <a:bodyPr lIns="0" tIns="0" bIns="0" anchor="ctr">
            <a:noAutofit/>
          </a:bodyPr>
          <a:lstStyle>
            <a:lvl1pPr marL="0" indent="0">
              <a:spcBef>
                <a:spcPts val="0"/>
              </a:spcBef>
              <a:buNone/>
              <a:defRPr sz="7200" b="1" spc="-30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0" name="Text Placeholder 2">
            <a:extLst>
              <a:ext uri="{FF2B5EF4-FFF2-40B4-BE49-F238E27FC236}">
                <a16:creationId xmlns:a16="http://schemas.microsoft.com/office/drawing/2014/main" id="{CC671B1A-B0C7-B253-736F-ABD6DBF267C3}"/>
              </a:ext>
            </a:extLst>
          </p:cNvPr>
          <p:cNvSpPr>
            <a:spLocks noGrp="1"/>
          </p:cNvSpPr>
          <p:nvPr>
            <p:ph type="body" idx="18" hasCustomPrompt="1"/>
          </p:nvPr>
        </p:nvSpPr>
        <p:spPr>
          <a:xfrm>
            <a:off x="1257858" y="4979247"/>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13" name="Content Placeholder 3">
            <a:extLst>
              <a:ext uri="{FF2B5EF4-FFF2-40B4-BE49-F238E27FC236}">
                <a16:creationId xmlns:a16="http://schemas.microsoft.com/office/drawing/2014/main" id="{860CD164-D678-A78B-B985-B79D61B8FBB9}"/>
              </a:ext>
            </a:extLst>
          </p:cNvPr>
          <p:cNvSpPr>
            <a:spLocks noGrp="1"/>
          </p:cNvSpPr>
          <p:nvPr>
            <p:ph sz="half" idx="19" hasCustomPrompt="1"/>
          </p:nvPr>
        </p:nvSpPr>
        <p:spPr>
          <a:xfrm>
            <a:off x="1257859" y="5361900"/>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14" name="Text Placeholder 2">
            <a:extLst>
              <a:ext uri="{FF2B5EF4-FFF2-40B4-BE49-F238E27FC236}">
                <a16:creationId xmlns:a16="http://schemas.microsoft.com/office/drawing/2014/main" id="{24B88C2F-DEB0-551C-F214-DE099A3A0785}"/>
              </a:ext>
            </a:extLst>
          </p:cNvPr>
          <p:cNvSpPr>
            <a:spLocks noGrp="1"/>
          </p:cNvSpPr>
          <p:nvPr>
            <p:ph type="body" idx="20" hasCustomPrompt="1"/>
          </p:nvPr>
        </p:nvSpPr>
        <p:spPr>
          <a:xfrm>
            <a:off x="-158620" y="5175543"/>
            <a:ext cx="1308149" cy="1066630"/>
          </a:xfrm>
          <a:prstGeom prst="rect">
            <a:avLst/>
          </a:prstGeom>
        </p:spPr>
        <p:txBody>
          <a:bodyPr lIns="0" tIns="0" bIns="0" anchor="ctr">
            <a:noAutofit/>
          </a:bodyPr>
          <a:lstStyle>
            <a:lvl1pPr marL="0" indent="0">
              <a:spcBef>
                <a:spcPts val="0"/>
              </a:spcBef>
              <a:buNone/>
              <a:defRPr sz="7200" b="1" spc="-30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1" name="Slide Number Placeholder 28">
            <a:extLst>
              <a:ext uri="{FF2B5EF4-FFF2-40B4-BE49-F238E27FC236}">
                <a16:creationId xmlns:a16="http://schemas.microsoft.com/office/drawing/2014/main" id="{C31B5BFF-91E9-CFA8-0A41-2D761022FDE5}"/>
              </a:ext>
            </a:extLst>
          </p:cNvPr>
          <p:cNvSpPr>
            <a:spLocks noGrp="1"/>
          </p:cNvSpPr>
          <p:nvPr>
            <p:ph type="sldNum" sz="quarter" idx="21"/>
          </p:nvPr>
        </p:nvSpPr>
        <p:spPr>
          <a:xfrm>
            <a:off x="558800" y="6264275"/>
            <a:ext cx="279400" cy="365125"/>
          </a:xfrm>
        </p:spPr>
        <p:txBody>
          <a:bodyPr/>
          <a:lstStyle/>
          <a:p>
            <a:fld id="{2E1C8E04-61AE-364F-9D16-6A67B5591D25}" type="slidenum">
              <a:rPr lang="en-US" smtClean="0"/>
              <a:pPr/>
              <a:t>‹#›</a:t>
            </a:fld>
            <a:endParaRPr lang="en-US" dirty="0"/>
          </a:p>
        </p:txBody>
      </p:sp>
      <p:sp>
        <p:nvSpPr>
          <p:cNvPr id="12" name="Footer Placeholder 29">
            <a:extLst>
              <a:ext uri="{FF2B5EF4-FFF2-40B4-BE49-F238E27FC236}">
                <a16:creationId xmlns:a16="http://schemas.microsoft.com/office/drawing/2014/main" id="{9F5E5A31-F52A-BB8E-23CB-7AA74BBA4486}"/>
              </a:ext>
            </a:extLst>
          </p:cNvPr>
          <p:cNvSpPr>
            <a:spLocks noGrp="1"/>
          </p:cNvSpPr>
          <p:nvPr>
            <p:ph type="ftr" sz="quarter" idx="22"/>
          </p:nvPr>
        </p:nvSpPr>
        <p:spPr>
          <a:xfrm>
            <a:off x="882210" y="6264275"/>
            <a:ext cx="4554218" cy="365125"/>
          </a:xfrm>
        </p:spPr>
        <p:txBody>
          <a:bodyPr/>
          <a:lstStyle/>
          <a:p>
            <a:r>
              <a:rPr lang="en-US"/>
              <a:t>Presentation Title Goes Here</a:t>
            </a:r>
            <a:endParaRPr lang="en-US" dirty="0"/>
          </a:p>
        </p:txBody>
      </p:sp>
      <p:sp>
        <p:nvSpPr>
          <p:cNvPr id="19" name="TextBox 18">
            <a:extLst>
              <a:ext uri="{FF2B5EF4-FFF2-40B4-BE49-F238E27FC236}">
                <a16:creationId xmlns:a16="http://schemas.microsoft.com/office/drawing/2014/main" id="{7FA3650B-F664-A8EA-3D76-9CB48A743F91}"/>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15" name="Picture 14">
            <a:extLst>
              <a:ext uri="{FF2B5EF4-FFF2-40B4-BE49-F238E27FC236}">
                <a16:creationId xmlns:a16="http://schemas.microsoft.com/office/drawing/2014/main" id="{4E6FE7AA-7008-6F89-978E-8277D6F93235}"/>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16" name="TextBox 15">
            <a:extLst>
              <a:ext uri="{FF2B5EF4-FFF2-40B4-BE49-F238E27FC236}">
                <a16:creationId xmlns:a16="http://schemas.microsoft.com/office/drawing/2014/main" id="{155A75E3-7472-4D36-146F-07DE97BC90F6}"/>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177334445"/>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1554890" y="620872"/>
            <a:ext cx="8449491" cy="1027445"/>
          </a:xfrm>
        </p:spPr>
        <p:txBody>
          <a:bodyPr lIns="0" anchor="b"/>
          <a:lstStyle>
            <a:lvl1pPr>
              <a:defRPr>
                <a:solidFill>
                  <a:schemeClr val="tx1"/>
                </a:solidFill>
              </a:defRPr>
            </a:lvl1pPr>
          </a:lstStyle>
          <a:p>
            <a:r>
              <a:rPr lang="en-US" dirty="0"/>
              <a:t>Click To Edit Master Title Style</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p:nvPicPr>
        <p:blipFill>
          <a:blip r:embed="rId2"/>
          <a:srcRect/>
          <a:stretch/>
        </p:blipFill>
        <p:spPr>
          <a:xfrm>
            <a:off x="10236201" y="6365323"/>
            <a:ext cx="1117599" cy="184284"/>
          </a:xfrm>
          <a:prstGeom prst="rect">
            <a:avLst/>
          </a:prstGeom>
        </p:spPr>
      </p:pic>
      <p:sp>
        <p:nvSpPr>
          <p:cNvPr id="4" name="Text Placeholder 2">
            <a:extLst>
              <a:ext uri="{FF2B5EF4-FFF2-40B4-BE49-F238E27FC236}">
                <a16:creationId xmlns:a16="http://schemas.microsoft.com/office/drawing/2014/main" id="{3105F4A7-3BAB-95AF-02B9-0F2D8213B716}"/>
              </a:ext>
            </a:extLst>
          </p:cNvPr>
          <p:cNvSpPr>
            <a:spLocks noGrp="1"/>
          </p:cNvSpPr>
          <p:nvPr>
            <p:ph type="body" idx="1" hasCustomPrompt="1"/>
          </p:nvPr>
        </p:nvSpPr>
        <p:spPr>
          <a:xfrm>
            <a:off x="2374515" y="1946215"/>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6" name="Text Placeholder 2">
            <a:extLst>
              <a:ext uri="{FF2B5EF4-FFF2-40B4-BE49-F238E27FC236}">
                <a16:creationId xmlns:a16="http://schemas.microsoft.com/office/drawing/2014/main" id="{203CB6BF-1C08-8CB4-CD16-5D148A5C112A}"/>
              </a:ext>
            </a:extLst>
          </p:cNvPr>
          <p:cNvSpPr>
            <a:spLocks noGrp="1"/>
          </p:cNvSpPr>
          <p:nvPr>
            <p:ph type="body" idx="14" hasCustomPrompt="1"/>
          </p:nvPr>
        </p:nvSpPr>
        <p:spPr>
          <a:xfrm>
            <a:off x="1554891" y="2047591"/>
            <a:ext cx="654170" cy="309632"/>
          </a:xfrm>
          <a:prstGeom prst="rect">
            <a:avLst/>
          </a:prstGeom>
        </p:spPr>
        <p:txBody>
          <a:bodyPr lIns="0" tIns="0" bIns="0" anchor="ctr">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11" name="Slide Number Placeholder 28">
            <a:extLst>
              <a:ext uri="{FF2B5EF4-FFF2-40B4-BE49-F238E27FC236}">
                <a16:creationId xmlns:a16="http://schemas.microsoft.com/office/drawing/2014/main" id="{C31B5BFF-91E9-CFA8-0A41-2D761022FDE5}"/>
              </a:ext>
            </a:extLst>
          </p:cNvPr>
          <p:cNvSpPr>
            <a:spLocks noGrp="1"/>
          </p:cNvSpPr>
          <p:nvPr>
            <p:ph type="sldNum" sz="quarter" idx="21"/>
          </p:nvPr>
        </p:nvSpPr>
        <p:spPr>
          <a:xfrm>
            <a:off x="558800" y="6264275"/>
            <a:ext cx="279400" cy="365125"/>
          </a:xfrm>
        </p:spPr>
        <p:txBody>
          <a:bodyPr/>
          <a:lstStyle/>
          <a:p>
            <a:fld id="{2E1C8E04-61AE-364F-9D16-6A67B5591D25}" type="slidenum">
              <a:rPr lang="en-US" smtClean="0"/>
              <a:pPr/>
              <a:t>‹#›</a:t>
            </a:fld>
            <a:endParaRPr lang="en-US" dirty="0"/>
          </a:p>
        </p:txBody>
      </p:sp>
      <p:sp>
        <p:nvSpPr>
          <p:cNvPr id="12" name="Footer Placeholder 29">
            <a:extLst>
              <a:ext uri="{FF2B5EF4-FFF2-40B4-BE49-F238E27FC236}">
                <a16:creationId xmlns:a16="http://schemas.microsoft.com/office/drawing/2014/main" id="{9F5E5A31-F52A-BB8E-23CB-7AA74BBA4486}"/>
              </a:ext>
            </a:extLst>
          </p:cNvPr>
          <p:cNvSpPr>
            <a:spLocks noGrp="1"/>
          </p:cNvSpPr>
          <p:nvPr>
            <p:ph type="ftr" sz="quarter" idx="22"/>
          </p:nvPr>
        </p:nvSpPr>
        <p:spPr>
          <a:xfrm>
            <a:off x="882210" y="6264275"/>
            <a:ext cx="4554218" cy="365125"/>
          </a:xfrm>
        </p:spPr>
        <p:txBody>
          <a:bodyPr/>
          <a:lstStyle/>
          <a:p>
            <a:r>
              <a:rPr lang="en-US"/>
              <a:t>Presentation Title Goes Here</a:t>
            </a:r>
            <a:endParaRPr lang="en-US" dirty="0"/>
          </a:p>
        </p:txBody>
      </p:sp>
      <p:sp>
        <p:nvSpPr>
          <p:cNvPr id="19" name="TextBox 18">
            <a:extLst>
              <a:ext uri="{FF2B5EF4-FFF2-40B4-BE49-F238E27FC236}">
                <a16:creationId xmlns:a16="http://schemas.microsoft.com/office/drawing/2014/main" id="{7FA3650B-F664-A8EA-3D76-9CB48A743F91}"/>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16" name="Text Placeholder 2">
            <a:extLst>
              <a:ext uri="{FF2B5EF4-FFF2-40B4-BE49-F238E27FC236}">
                <a16:creationId xmlns:a16="http://schemas.microsoft.com/office/drawing/2014/main" id="{6AC3937B-8387-C36E-4336-B1B4D1F1C3CF}"/>
              </a:ext>
            </a:extLst>
          </p:cNvPr>
          <p:cNvSpPr>
            <a:spLocks noGrp="1"/>
          </p:cNvSpPr>
          <p:nvPr>
            <p:ph type="body" idx="23" hasCustomPrompt="1"/>
          </p:nvPr>
        </p:nvSpPr>
        <p:spPr>
          <a:xfrm>
            <a:off x="2374515" y="2511687"/>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17" name="Text Placeholder 2">
            <a:extLst>
              <a:ext uri="{FF2B5EF4-FFF2-40B4-BE49-F238E27FC236}">
                <a16:creationId xmlns:a16="http://schemas.microsoft.com/office/drawing/2014/main" id="{7EA35BCB-921E-7BB6-8FE5-8D026D00D4BB}"/>
              </a:ext>
            </a:extLst>
          </p:cNvPr>
          <p:cNvSpPr>
            <a:spLocks noGrp="1"/>
          </p:cNvSpPr>
          <p:nvPr>
            <p:ph type="body" idx="24" hasCustomPrompt="1"/>
          </p:nvPr>
        </p:nvSpPr>
        <p:spPr>
          <a:xfrm>
            <a:off x="1554891" y="259752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20" name="Text Placeholder 2">
            <a:extLst>
              <a:ext uri="{FF2B5EF4-FFF2-40B4-BE49-F238E27FC236}">
                <a16:creationId xmlns:a16="http://schemas.microsoft.com/office/drawing/2014/main" id="{191ABE57-3685-636E-69CD-71CA2EB96A77}"/>
              </a:ext>
            </a:extLst>
          </p:cNvPr>
          <p:cNvSpPr>
            <a:spLocks noGrp="1"/>
          </p:cNvSpPr>
          <p:nvPr>
            <p:ph type="body" idx="25" hasCustomPrompt="1"/>
          </p:nvPr>
        </p:nvSpPr>
        <p:spPr>
          <a:xfrm>
            <a:off x="2374515" y="3063199"/>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1" name="Text Placeholder 2">
            <a:extLst>
              <a:ext uri="{FF2B5EF4-FFF2-40B4-BE49-F238E27FC236}">
                <a16:creationId xmlns:a16="http://schemas.microsoft.com/office/drawing/2014/main" id="{DE247DE7-2E4E-A3B7-F301-2AA18D40CA04}"/>
              </a:ext>
            </a:extLst>
          </p:cNvPr>
          <p:cNvSpPr>
            <a:spLocks noGrp="1"/>
          </p:cNvSpPr>
          <p:nvPr>
            <p:ph type="body" idx="26" hasCustomPrompt="1"/>
          </p:nvPr>
        </p:nvSpPr>
        <p:spPr>
          <a:xfrm>
            <a:off x="1554891" y="315521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22" name="Text Placeholder 2">
            <a:extLst>
              <a:ext uri="{FF2B5EF4-FFF2-40B4-BE49-F238E27FC236}">
                <a16:creationId xmlns:a16="http://schemas.microsoft.com/office/drawing/2014/main" id="{6DB9AE65-FAF1-7118-2F64-7A99C0DA5092}"/>
              </a:ext>
            </a:extLst>
          </p:cNvPr>
          <p:cNvSpPr>
            <a:spLocks noGrp="1"/>
          </p:cNvSpPr>
          <p:nvPr>
            <p:ph type="body" idx="27" hasCustomPrompt="1"/>
          </p:nvPr>
        </p:nvSpPr>
        <p:spPr>
          <a:xfrm>
            <a:off x="2374515" y="3614711"/>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3" name="Text Placeholder 2">
            <a:extLst>
              <a:ext uri="{FF2B5EF4-FFF2-40B4-BE49-F238E27FC236}">
                <a16:creationId xmlns:a16="http://schemas.microsoft.com/office/drawing/2014/main" id="{0D8AF796-A7D2-63C0-3125-C63F3DAA7AF3}"/>
              </a:ext>
            </a:extLst>
          </p:cNvPr>
          <p:cNvSpPr>
            <a:spLocks noGrp="1"/>
          </p:cNvSpPr>
          <p:nvPr>
            <p:ph type="body" idx="28" hasCustomPrompt="1"/>
          </p:nvPr>
        </p:nvSpPr>
        <p:spPr>
          <a:xfrm>
            <a:off x="1554890" y="371290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04</a:t>
            </a:r>
          </a:p>
        </p:txBody>
      </p:sp>
      <p:sp>
        <p:nvSpPr>
          <p:cNvPr id="24" name="Text Placeholder 2">
            <a:extLst>
              <a:ext uri="{FF2B5EF4-FFF2-40B4-BE49-F238E27FC236}">
                <a16:creationId xmlns:a16="http://schemas.microsoft.com/office/drawing/2014/main" id="{5C96A97B-0ECD-C592-95EE-BE10DD46F058}"/>
              </a:ext>
            </a:extLst>
          </p:cNvPr>
          <p:cNvSpPr>
            <a:spLocks noGrp="1"/>
          </p:cNvSpPr>
          <p:nvPr>
            <p:ph type="body" idx="29" hasCustomPrompt="1"/>
          </p:nvPr>
        </p:nvSpPr>
        <p:spPr>
          <a:xfrm>
            <a:off x="2374515" y="4166223"/>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5" name="Text Placeholder 2">
            <a:extLst>
              <a:ext uri="{FF2B5EF4-FFF2-40B4-BE49-F238E27FC236}">
                <a16:creationId xmlns:a16="http://schemas.microsoft.com/office/drawing/2014/main" id="{604170A4-007E-6618-EF68-18924E4A7122}"/>
              </a:ext>
            </a:extLst>
          </p:cNvPr>
          <p:cNvSpPr>
            <a:spLocks noGrp="1"/>
          </p:cNvSpPr>
          <p:nvPr>
            <p:ph type="body" idx="30" hasCustomPrompt="1"/>
          </p:nvPr>
        </p:nvSpPr>
        <p:spPr>
          <a:xfrm>
            <a:off x="1554890" y="4258852"/>
            <a:ext cx="654171" cy="31979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05</a:t>
            </a:r>
          </a:p>
        </p:txBody>
      </p:sp>
      <p:sp>
        <p:nvSpPr>
          <p:cNvPr id="26" name="Text Placeholder 2">
            <a:extLst>
              <a:ext uri="{FF2B5EF4-FFF2-40B4-BE49-F238E27FC236}">
                <a16:creationId xmlns:a16="http://schemas.microsoft.com/office/drawing/2014/main" id="{467351FB-D92D-4C43-D63C-956448F067FD}"/>
              </a:ext>
            </a:extLst>
          </p:cNvPr>
          <p:cNvSpPr>
            <a:spLocks noGrp="1"/>
          </p:cNvSpPr>
          <p:nvPr>
            <p:ph type="body" idx="31" hasCustomPrompt="1"/>
          </p:nvPr>
        </p:nvSpPr>
        <p:spPr>
          <a:xfrm>
            <a:off x="2374515" y="4697564"/>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7" name="Text Placeholder 2">
            <a:extLst>
              <a:ext uri="{FF2B5EF4-FFF2-40B4-BE49-F238E27FC236}">
                <a16:creationId xmlns:a16="http://schemas.microsoft.com/office/drawing/2014/main" id="{8C6A0E7E-D03C-3A0D-0C4C-75D94CCF507B}"/>
              </a:ext>
            </a:extLst>
          </p:cNvPr>
          <p:cNvSpPr>
            <a:spLocks noGrp="1"/>
          </p:cNvSpPr>
          <p:nvPr>
            <p:ph type="body" idx="32" hasCustomPrompt="1"/>
          </p:nvPr>
        </p:nvSpPr>
        <p:spPr>
          <a:xfrm>
            <a:off x="1554890" y="4790193"/>
            <a:ext cx="654171" cy="31979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06</a:t>
            </a:r>
          </a:p>
        </p:txBody>
      </p:sp>
      <p:pic>
        <p:nvPicPr>
          <p:cNvPr id="3" name="Picture 2">
            <a:extLst>
              <a:ext uri="{FF2B5EF4-FFF2-40B4-BE49-F238E27FC236}">
                <a16:creationId xmlns:a16="http://schemas.microsoft.com/office/drawing/2014/main" id="{9EFB3FFC-AAA9-37B4-6626-17D178DAE7C6}"/>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5" name="TextBox 4">
            <a:extLst>
              <a:ext uri="{FF2B5EF4-FFF2-40B4-BE49-F238E27FC236}">
                <a16:creationId xmlns:a16="http://schemas.microsoft.com/office/drawing/2014/main" id="{564FBDF3-58E7-FF35-57F1-7CABC4BC34E6}"/>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2560979893"/>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ist + Imag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3AD636-376F-F676-6A8D-3EDE4E869F90}"/>
              </a:ext>
            </a:extLst>
          </p:cNvPr>
          <p:cNvSpPr/>
          <p:nvPr/>
        </p:nvSpPr>
        <p:spPr>
          <a:xfrm>
            <a:off x="8839200" y="0"/>
            <a:ext cx="33528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838200" y="228600"/>
            <a:ext cx="5257800" cy="1828799"/>
          </a:xfrm>
        </p:spPr>
        <p:txBody>
          <a:bodyPr lIns="0" anchor="b"/>
          <a:lstStyle>
            <a:lvl1pPr>
              <a:defRPr>
                <a:solidFill>
                  <a:schemeClr val="tx1"/>
                </a:solidFill>
              </a:defRPr>
            </a:lvl1pPr>
          </a:lstStyle>
          <a:p>
            <a:r>
              <a:rPr lang="en-US" dirty="0"/>
              <a:t>Click To Edit Master Title Style</a:t>
            </a:r>
          </a:p>
        </p:txBody>
      </p:sp>
      <p:sp>
        <p:nvSpPr>
          <p:cNvPr id="3" name="Picture Placeholder 5">
            <a:extLst>
              <a:ext uri="{FF2B5EF4-FFF2-40B4-BE49-F238E27FC236}">
                <a16:creationId xmlns:a16="http://schemas.microsoft.com/office/drawing/2014/main" id="{045062FF-2E9A-87D2-17A5-9C6FDFBB5D2A}"/>
              </a:ext>
            </a:extLst>
          </p:cNvPr>
          <p:cNvSpPr>
            <a:spLocks noGrp="1"/>
          </p:cNvSpPr>
          <p:nvPr>
            <p:ph type="pic" sz="quarter" idx="13"/>
          </p:nvPr>
        </p:nvSpPr>
        <p:spPr>
          <a:xfrm>
            <a:off x="6726238" y="1480930"/>
            <a:ext cx="5101327" cy="4065105"/>
          </a:xfrm>
          <a:solidFill>
            <a:schemeClr val="bg2"/>
          </a:solidFill>
        </p:spPr>
        <p:txBody>
          <a:bodyPr anchor="ctr">
            <a:normAutofit/>
          </a:bodyPr>
          <a:lstStyle>
            <a:lvl1pPr marL="0" indent="0" algn="ctr">
              <a:buNone/>
              <a:defRPr sz="1400">
                <a:solidFill>
                  <a:schemeClr val="bg1"/>
                </a:solidFill>
              </a:defRPr>
            </a:lvl1pPr>
          </a:lstStyle>
          <a:p>
            <a:r>
              <a:rPr lang="en-US"/>
              <a:t>Click icon to add picture</a:t>
            </a: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862849" y="2550693"/>
            <a:ext cx="5233151" cy="3152275"/>
          </a:xfrm>
          <a:prstGeom prst="rect">
            <a:avLst/>
          </a:prstGeom>
        </p:spPr>
        <p:txBody>
          <a:bodyPr lIns="0">
            <a:normAutofit/>
          </a:bodyPr>
          <a:lstStyle>
            <a:lvl1pPr marL="285750" indent="-285750">
              <a:buFont typeface="Arial" panose="020B0604020202020204" pitchFamily="34" charset="0"/>
              <a:buChar char="•"/>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lvl="0"/>
            <a:endParaRPr lang="en-US" dirty="0"/>
          </a:p>
        </p:txBody>
      </p:sp>
      <p:sp>
        <p:nvSpPr>
          <p:cNvPr id="4" name="Slide Number Placeholder 28">
            <a:extLst>
              <a:ext uri="{FF2B5EF4-FFF2-40B4-BE49-F238E27FC236}">
                <a16:creationId xmlns:a16="http://schemas.microsoft.com/office/drawing/2014/main" id="{65BD9209-71AA-E282-C46F-2F9E068C9E89}"/>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6" name="Footer Placeholder 29">
            <a:extLst>
              <a:ext uri="{FF2B5EF4-FFF2-40B4-BE49-F238E27FC236}">
                <a16:creationId xmlns:a16="http://schemas.microsoft.com/office/drawing/2014/main" id="{376BCAA8-8730-C56E-D398-058D215EBFF0}"/>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7" name="Rectangle 6">
            <a:extLst>
              <a:ext uri="{FF2B5EF4-FFF2-40B4-BE49-F238E27FC236}">
                <a16:creationId xmlns:a16="http://schemas.microsoft.com/office/drawing/2014/main" id="{1990B889-0497-9F47-1692-ECB5AE589ECA}"/>
              </a:ext>
            </a:extLst>
          </p:cNvPr>
          <p:cNvSpPr/>
          <p:nvPr userDrawn="1"/>
        </p:nvSpPr>
        <p:spPr>
          <a:xfrm>
            <a:off x="8839200" y="0"/>
            <a:ext cx="33528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8745338"/>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plit Screen">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3AD636-376F-F676-6A8D-3EDE4E869F90}"/>
              </a:ext>
            </a:extLst>
          </p:cNvPr>
          <p:cNvSpPr/>
          <p:nvPr/>
        </p:nvSpPr>
        <p:spPr>
          <a:xfrm>
            <a:off x="6140010" y="0"/>
            <a:ext cx="605199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862850" y="2924375"/>
            <a:ext cx="4573578" cy="2416071"/>
          </a:xfrm>
          <a:prstGeom prst="rect">
            <a:avLst/>
          </a:prstGeom>
        </p:spPr>
        <p:txBody>
          <a:bodyPr lIns="0">
            <a:normAutofit/>
          </a:bodyPr>
          <a:lstStyle>
            <a:lvl1pPr marL="285750" indent="-285750">
              <a:buFont typeface="Arial" panose="020B0604020202020204" pitchFamily="34" charset="0"/>
              <a:buChar char="•"/>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4" name="Slide Number Placeholder 28">
            <a:extLst>
              <a:ext uri="{FF2B5EF4-FFF2-40B4-BE49-F238E27FC236}">
                <a16:creationId xmlns:a16="http://schemas.microsoft.com/office/drawing/2014/main" id="{65BD9209-71AA-E282-C46F-2F9E068C9E89}"/>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6" name="Footer Placeholder 29">
            <a:extLst>
              <a:ext uri="{FF2B5EF4-FFF2-40B4-BE49-F238E27FC236}">
                <a16:creationId xmlns:a16="http://schemas.microsoft.com/office/drawing/2014/main" id="{376BCAA8-8730-C56E-D398-058D215EBFF0}"/>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10" name="Content Placeholder 3">
            <a:extLst>
              <a:ext uri="{FF2B5EF4-FFF2-40B4-BE49-F238E27FC236}">
                <a16:creationId xmlns:a16="http://schemas.microsoft.com/office/drawing/2014/main" id="{1CF5F177-6AAB-74D9-C357-13D38F92C2DC}"/>
              </a:ext>
            </a:extLst>
          </p:cNvPr>
          <p:cNvSpPr>
            <a:spLocks noGrp="1"/>
          </p:cNvSpPr>
          <p:nvPr>
            <p:ph sz="half" idx="21" hasCustomPrompt="1"/>
          </p:nvPr>
        </p:nvSpPr>
        <p:spPr>
          <a:xfrm>
            <a:off x="6843520" y="2924375"/>
            <a:ext cx="4573578" cy="2416071"/>
          </a:xfrm>
          <a:prstGeom prst="rect">
            <a:avLst/>
          </a:prstGeom>
        </p:spPr>
        <p:txBody>
          <a:bodyPr lIns="0">
            <a:normAutofit/>
          </a:bodyPr>
          <a:lstStyle>
            <a:lvl1pPr marL="285750" indent="-285750">
              <a:buFont typeface="Arial" panose="020B0604020202020204" pitchFamily="34" charset="0"/>
              <a:buChar char="•"/>
              <a:defRPr sz="1800">
                <a:solidFill>
                  <a:schemeClr val="bg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13" name="Title 1">
            <a:extLst>
              <a:ext uri="{FF2B5EF4-FFF2-40B4-BE49-F238E27FC236}">
                <a16:creationId xmlns:a16="http://schemas.microsoft.com/office/drawing/2014/main" id="{A2D6E5D8-C34F-5146-A88D-DA045D19147E}"/>
              </a:ext>
            </a:extLst>
          </p:cNvPr>
          <p:cNvSpPr>
            <a:spLocks noGrp="1"/>
          </p:cNvSpPr>
          <p:nvPr>
            <p:ph type="title"/>
          </p:nvPr>
        </p:nvSpPr>
        <p:spPr>
          <a:xfrm>
            <a:off x="839788" y="228600"/>
            <a:ext cx="5212203" cy="1371600"/>
          </a:xfrm>
        </p:spPr>
        <p:txBody>
          <a:bodyPr lIns="0" anchor="b"/>
          <a:lstStyle>
            <a:lvl1pPr>
              <a:defRPr>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DD327D0-CA7F-E525-7915-08EB934CB1C6}"/>
              </a:ext>
            </a:extLst>
          </p:cNvPr>
          <p:cNvSpPr>
            <a:spLocks noGrp="1"/>
          </p:cNvSpPr>
          <p:nvPr>
            <p:ph type="body" sz="quarter" idx="22"/>
          </p:nvPr>
        </p:nvSpPr>
        <p:spPr>
          <a:xfrm>
            <a:off x="882650" y="2286001"/>
            <a:ext cx="4554538" cy="439589"/>
          </a:xfrm>
        </p:spPr>
        <p:txBody>
          <a:bodyPr/>
          <a:lstStyle>
            <a:lvl1pPr marL="0" indent="0">
              <a:buNone/>
              <a:defRPr b="1"/>
            </a:lvl1pPr>
            <a:lvl2pPr marL="457200" indent="0">
              <a:buNone/>
              <a:defRPr b="1"/>
            </a:lvl2pPr>
            <a:lvl3pPr marL="914400" indent="0">
              <a:buNone/>
              <a:defRPr b="1"/>
            </a:lvl3pPr>
            <a:lvl4pPr marL="1371600" indent="0">
              <a:buNone/>
              <a:defRPr b="1"/>
            </a:lvl4pPr>
            <a:lvl5pPr marL="1828800" indent="0">
              <a:buNone/>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4">
            <a:extLst>
              <a:ext uri="{FF2B5EF4-FFF2-40B4-BE49-F238E27FC236}">
                <a16:creationId xmlns:a16="http://schemas.microsoft.com/office/drawing/2014/main" id="{91D3655D-0E01-751A-C4AD-D72B543EF80D}"/>
              </a:ext>
            </a:extLst>
          </p:cNvPr>
          <p:cNvSpPr>
            <a:spLocks noGrp="1"/>
          </p:cNvSpPr>
          <p:nvPr>
            <p:ph type="body" sz="quarter" idx="23"/>
          </p:nvPr>
        </p:nvSpPr>
        <p:spPr>
          <a:xfrm>
            <a:off x="6838607" y="2286001"/>
            <a:ext cx="4554538" cy="439589"/>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Rectangle 1">
            <a:extLst>
              <a:ext uri="{FF2B5EF4-FFF2-40B4-BE49-F238E27FC236}">
                <a16:creationId xmlns:a16="http://schemas.microsoft.com/office/drawing/2014/main" id="{C1C89C98-0A1C-79BC-4180-B396A1A2D617}"/>
              </a:ext>
            </a:extLst>
          </p:cNvPr>
          <p:cNvSpPr/>
          <p:nvPr userDrawn="1"/>
        </p:nvSpPr>
        <p:spPr>
          <a:xfrm>
            <a:off x="6140010" y="0"/>
            <a:ext cx="605199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814430624"/>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imple List - Whi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8200" y="228601"/>
            <a:ext cx="10517188" cy="1371600"/>
          </a:xfrm>
        </p:spPr>
        <p:txBody>
          <a:bodyPr lIns="0" anchor="b"/>
          <a:lstStyle>
            <a:lvl1pPr>
              <a:defRPr>
                <a:solidFill>
                  <a:schemeClr val="tx1"/>
                </a:solidFill>
              </a:defRPr>
            </a:lvl1p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84F4E837-B477-25CB-E59D-D51511D028F9}"/>
              </a:ext>
            </a:extLst>
          </p:cNvPr>
          <p:cNvSpPr>
            <a:spLocks noGrp="1"/>
          </p:cNvSpPr>
          <p:nvPr>
            <p:ph idx="1"/>
          </p:nvPr>
        </p:nvSpPr>
        <p:spPr>
          <a:xfrm>
            <a:off x="838200" y="2057400"/>
            <a:ext cx="10547242" cy="4114800"/>
          </a:xfrm>
          <a:prstGeom prst="rect">
            <a:avLst/>
          </a:prstGeom>
        </p:spPr>
        <p:txBody>
          <a:bodyPr vert="horz" lIns="0" tIns="45720" rIns="91440" bIns="45720" rtlCol="0">
            <a:normAutofit/>
          </a:bodyPr>
          <a:lstStyle>
            <a:lvl1pPr>
              <a:defRPr sz="1800"/>
            </a:lvl1pPr>
            <a:lvl2pPr>
              <a:defRPr sz="18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81120EEF-FE29-542E-B62F-FBA1DF0DA081}"/>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74EE49F3-7BD7-7BFF-32D1-B625565C5B42}"/>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5" name="TextBox 4">
            <a:extLst>
              <a:ext uri="{FF2B5EF4-FFF2-40B4-BE49-F238E27FC236}">
                <a16:creationId xmlns:a16="http://schemas.microsoft.com/office/drawing/2014/main" id="{62CFEE7E-FB78-B03C-5313-1A7D5CBF0C5B}"/>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6" name="Picture 5" descr="A purple circle with black background&#10;&#10;Description automatically generated">
            <a:extLst>
              <a:ext uri="{FF2B5EF4-FFF2-40B4-BE49-F238E27FC236}">
                <a16:creationId xmlns:a16="http://schemas.microsoft.com/office/drawing/2014/main" id="{252F1E04-5DF4-B8A4-988B-4D5B8DAAE5C0}"/>
              </a:ext>
            </a:extLst>
          </p:cNvPr>
          <p:cNvPicPr>
            <a:picLocks noChangeAspect="1"/>
          </p:cNvPicPr>
          <p:nvPr/>
        </p:nvPicPr>
        <p:blipFill>
          <a:blip r:embed="rId3"/>
          <a:srcRect t="48053" r="50000" b="-4546"/>
          <a:stretch/>
        </p:blipFill>
        <p:spPr>
          <a:xfrm>
            <a:off x="10431745" y="0"/>
            <a:ext cx="1760256" cy="1988856"/>
          </a:xfrm>
          <a:prstGeom prst="rect">
            <a:avLst/>
          </a:prstGeom>
        </p:spPr>
      </p:pic>
      <p:pic>
        <p:nvPicPr>
          <p:cNvPr id="7" name="Picture 6">
            <a:extLst>
              <a:ext uri="{FF2B5EF4-FFF2-40B4-BE49-F238E27FC236}">
                <a16:creationId xmlns:a16="http://schemas.microsoft.com/office/drawing/2014/main" id="{90C88DDE-1BC8-65B0-4BB4-7AC76CF1D820}"/>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8" name="TextBox 7">
            <a:extLst>
              <a:ext uri="{FF2B5EF4-FFF2-40B4-BE49-F238E27FC236}">
                <a16:creationId xmlns:a16="http://schemas.microsoft.com/office/drawing/2014/main" id="{65F1F1CE-1777-F563-ECCD-02770FC08AC9}"/>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9" name="Picture 8" descr="A purple circle with black background&#10;&#10;Description automatically generated">
            <a:extLst>
              <a:ext uri="{FF2B5EF4-FFF2-40B4-BE49-F238E27FC236}">
                <a16:creationId xmlns:a16="http://schemas.microsoft.com/office/drawing/2014/main" id="{668408B4-22D1-50AE-6C5E-7AA71FF10149}"/>
              </a:ext>
            </a:extLst>
          </p:cNvPr>
          <p:cNvPicPr>
            <a:picLocks noChangeAspect="1"/>
          </p:cNvPicPr>
          <p:nvPr userDrawn="1"/>
        </p:nvPicPr>
        <p:blipFill>
          <a:blip r:embed="rId3"/>
          <a:srcRect t="48053" r="50000" b="-4546"/>
          <a:stretch/>
        </p:blipFill>
        <p:spPr>
          <a:xfrm>
            <a:off x="10431745" y="0"/>
            <a:ext cx="1760256" cy="1988856"/>
          </a:xfrm>
          <a:prstGeom prst="rect">
            <a:avLst/>
          </a:prstGeom>
        </p:spPr>
      </p:pic>
    </p:spTree>
    <p:extLst>
      <p:ext uri="{BB962C8B-B14F-4D97-AF65-F5344CB8AC3E}">
        <p14:creationId xmlns:p14="http://schemas.microsoft.com/office/powerpoint/2010/main" val="1733762279"/>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61634-63E5-256F-6266-31D044AE9BAA}"/>
              </a:ext>
            </a:extLst>
          </p:cNvPr>
          <p:cNvSpPr>
            <a:spLocks noGrp="1"/>
          </p:cNvSpPr>
          <p:nvPr>
            <p:ph type="title" hasCustomPrompt="1"/>
          </p:nvPr>
        </p:nvSpPr>
        <p:spPr>
          <a:xfrm>
            <a:off x="2017927" y="1425646"/>
            <a:ext cx="8156144" cy="2819918"/>
          </a:xfrm>
        </p:spPr>
        <p:txBody>
          <a:bodyPr lIns="0" anchor="t">
            <a:noAutofit/>
          </a:bodyPr>
          <a:lstStyle>
            <a:lvl1pPr algn="ctr">
              <a:lnSpc>
                <a:spcPts val="4200"/>
              </a:lnSpc>
              <a:defRPr sz="2800" b="0" i="0">
                <a:latin typeface="Space Grotesk Light" pitchFamily="2" charset="77"/>
              </a:defRPr>
            </a:lvl1p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a:t>
            </a:r>
            <a:r>
              <a:rPr lang="en-US"/>
              <a:t> mod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a:t>
            </a:r>
            <a:br>
              <a:rPr lang="en-US"/>
            </a:br>
            <a:r>
              <a:rPr lang="en-US"/>
              <a:t>lorem ipsum dolor sit.</a:t>
            </a:r>
          </a:p>
        </p:txBody>
      </p:sp>
      <p:pic>
        <p:nvPicPr>
          <p:cNvPr id="10" name="Picture 9">
            <a:extLst>
              <a:ext uri="{FF2B5EF4-FFF2-40B4-BE49-F238E27FC236}">
                <a16:creationId xmlns:a16="http://schemas.microsoft.com/office/drawing/2014/main" id="{E9AFB58B-9F77-814B-EDBA-7B461F3B14ED}"/>
              </a:ext>
            </a:extLst>
          </p:cNvPr>
          <p:cNvPicPr>
            <a:picLocks noChangeAspect="1"/>
          </p:cNvPicPr>
          <p:nvPr/>
        </p:nvPicPr>
        <p:blipFill>
          <a:blip r:embed="rId2"/>
          <a:srcRect/>
          <a:stretch/>
        </p:blipFill>
        <p:spPr>
          <a:xfrm>
            <a:off x="10236201" y="6365323"/>
            <a:ext cx="1117599" cy="184284"/>
          </a:xfrm>
          <a:prstGeom prst="rect">
            <a:avLst/>
          </a:prstGeom>
        </p:spPr>
      </p:pic>
      <p:sp>
        <p:nvSpPr>
          <p:cNvPr id="12" name="Text Placeholder 11">
            <a:extLst>
              <a:ext uri="{FF2B5EF4-FFF2-40B4-BE49-F238E27FC236}">
                <a16:creationId xmlns:a16="http://schemas.microsoft.com/office/drawing/2014/main" id="{A24B00F1-4190-E031-9689-223964E5C217}"/>
              </a:ext>
            </a:extLst>
          </p:cNvPr>
          <p:cNvSpPr>
            <a:spLocks noGrp="1"/>
          </p:cNvSpPr>
          <p:nvPr>
            <p:ph type="body" sz="quarter" idx="13" hasCustomPrompt="1"/>
          </p:nvPr>
        </p:nvSpPr>
        <p:spPr>
          <a:xfrm>
            <a:off x="3838114" y="4628929"/>
            <a:ext cx="4515771" cy="417271"/>
          </a:xfrm>
        </p:spPr>
        <p:txBody>
          <a:bodyPr anchor="b">
            <a:normAutofit/>
          </a:bodyPr>
          <a:lstStyle>
            <a:lvl1pPr marL="0" indent="0" algn="ctr">
              <a:buNone/>
              <a:defRPr sz="1800" b="1" i="0">
                <a:latin typeface="Inter UI" panose="020B0502030000000004" pitchFamily="34" charset="0"/>
                <a:ea typeface="Inter UI" panose="020B0502030000000004" pitchFamily="34" charset="0"/>
              </a:defRPr>
            </a:lvl1pPr>
            <a:lvl2pPr marL="457200" indent="0" algn="ctr">
              <a:buNone/>
              <a:defRPr b="0" i="0">
                <a:latin typeface="Space Grotesk Medium" pitchFamily="2" charset="77"/>
              </a:defRPr>
            </a:lvl2pPr>
            <a:lvl3pPr marL="914400" indent="0" algn="ctr">
              <a:buNone/>
              <a:defRPr b="0" i="0">
                <a:latin typeface="Space Grotesk Medium" pitchFamily="2" charset="77"/>
              </a:defRPr>
            </a:lvl3pPr>
            <a:lvl4pPr marL="1371600" indent="0" algn="ctr">
              <a:buNone/>
              <a:defRPr b="0" i="0">
                <a:latin typeface="Space Grotesk Medium" pitchFamily="2" charset="77"/>
              </a:defRPr>
            </a:lvl4pPr>
            <a:lvl5pPr marL="1828800" indent="0" algn="ctr">
              <a:buNone/>
              <a:defRPr b="0" i="0">
                <a:latin typeface="Space Grotesk Medium" pitchFamily="2" charset="77"/>
              </a:defRPr>
            </a:lvl5pPr>
          </a:lstStyle>
          <a:p>
            <a:pPr lvl="0"/>
            <a:r>
              <a:rPr lang="en-US"/>
              <a:t>Mike </a:t>
            </a:r>
            <a:r>
              <a:rPr lang="en-US" err="1"/>
              <a:t>Miskell</a:t>
            </a:r>
            <a:endParaRPr lang="en-US"/>
          </a:p>
        </p:txBody>
      </p:sp>
      <p:sp>
        <p:nvSpPr>
          <p:cNvPr id="13" name="Text Placeholder 11">
            <a:extLst>
              <a:ext uri="{FF2B5EF4-FFF2-40B4-BE49-F238E27FC236}">
                <a16:creationId xmlns:a16="http://schemas.microsoft.com/office/drawing/2014/main" id="{5F76892D-E924-8B0C-E8C4-DD08E72086C0}"/>
              </a:ext>
            </a:extLst>
          </p:cNvPr>
          <p:cNvSpPr>
            <a:spLocks noGrp="1"/>
          </p:cNvSpPr>
          <p:nvPr>
            <p:ph type="body" sz="quarter" idx="14" hasCustomPrompt="1"/>
          </p:nvPr>
        </p:nvSpPr>
        <p:spPr>
          <a:xfrm>
            <a:off x="1564326" y="5046284"/>
            <a:ext cx="9063347" cy="417271"/>
          </a:xfrm>
        </p:spPr>
        <p:txBody>
          <a:bodyPr>
            <a:normAutofit/>
          </a:bodyPr>
          <a:lstStyle>
            <a:lvl1pPr marL="0" indent="0" algn="ctr">
              <a:buNone/>
              <a:defRPr sz="1600" b="0" i="0">
                <a:latin typeface="Inter UI" panose="020B0502030000000004" pitchFamily="34" charset="0"/>
                <a:ea typeface="Inter UI" panose="020B0502030000000004" pitchFamily="34" charset="0"/>
              </a:defRPr>
            </a:lvl1pPr>
            <a:lvl2pPr marL="457200" indent="0" algn="ctr">
              <a:buNone/>
              <a:defRPr b="0" i="0">
                <a:latin typeface="Space Grotesk Medium" pitchFamily="2" charset="77"/>
              </a:defRPr>
            </a:lvl2pPr>
            <a:lvl3pPr marL="914400" indent="0" algn="ctr">
              <a:buNone/>
              <a:defRPr b="0" i="0">
                <a:latin typeface="Space Grotesk Medium" pitchFamily="2" charset="77"/>
              </a:defRPr>
            </a:lvl3pPr>
            <a:lvl4pPr marL="1371600" indent="0" algn="ctr">
              <a:buNone/>
              <a:defRPr b="0" i="0">
                <a:latin typeface="Space Grotesk Medium" pitchFamily="2" charset="77"/>
              </a:defRPr>
            </a:lvl4pPr>
            <a:lvl5pPr marL="1828800" indent="0" algn="ctr">
              <a:buNone/>
              <a:defRPr b="0" i="0">
                <a:latin typeface="Space Grotesk Medium" pitchFamily="2" charset="77"/>
              </a:defRPr>
            </a:lvl5pPr>
          </a:lstStyle>
          <a:p>
            <a:pPr lvl="0"/>
            <a:r>
              <a:rPr lang="en-US"/>
              <a:t>Director of Process Improvement, Kaman Technologies</a:t>
            </a:r>
          </a:p>
        </p:txBody>
      </p:sp>
      <p:pic>
        <p:nvPicPr>
          <p:cNvPr id="15" name="Graphic 14">
            <a:extLst>
              <a:ext uri="{FF2B5EF4-FFF2-40B4-BE49-F238E27FC236}">
                <a16:creationId xmlns:a16="http://schemas.microsoft.com/office/drawing/2014/main" id="{4D815CA7-35D6-8AB4-5240-F3C304B965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48350" y="751357"/>
            <a:ext cx="495300" cy="406400"/>
          </a:xfrm>
          <a:prstGeom prst="rect">
            <a:avLst/>
          </a:prstGeom>
        </p:spPr>
      </p:pic>
      <p:sp>
        <p:nvSpPr>
          <p:cNvPr id="3" name="Slide Number Placeholder 28">
            <a:extLst>
              <a:ext uri="{FF2B5EF4-FFF2-40B4-BE49-F238E27FC236}">
                <a16:creationId xmlns:a16="http://schemas.microsoft.com/office/drawing/2014/main" id="{B82E34AD-0CE2-C9B2-31C3-19DA8FCCF267}"/>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a:p>
        </p:txBody>
      </p:sp>
      <p:sp>
        <p:nvSpPr>
          <p:cNvPr id="4" name="Footer Placeholder 29">
            <a:extLst>
              <a:ext uri="{FF2B5EF4-FFF2-40B4-BE49-F238E27FC236}">
                <a16:creationId xmlns:a16="http://schemas.microsoft.com/office/drawing/2014/main" id="{E9175CC3-84C8-DEDC-C100-B8F789588EBA}"/>
              </a:ext>
            </a:extLst>
          </p:cNvPr>
          <p:cNvSpPr>
            <a:spLocks noGrp="1"/>
          </p:cNvSpPr>
          <p:nvPr>
            <p:ph type="ftr" sz="quarter" idx="20"/>
          </p:nvPr>
        </p:nvSpPr>
        <p:spPr>
          <a:xfrm>
            <a:off x="882210" y="6264275"/>
            <a:ext cx="4554218" cy="365125"/>
          </a:xfrm>
        </p:spPr>
        <p:txBody>
          <a:bodyPr/>
          <a:lstStyle/>
          <a:p>
            <a:r>
              <a:rPr lang="en-US"/>
              <a:t>Presentation Title Goes Here</a:t>
            </a:r>
          </a:p>
        </p:txBody>
      </p:sp>
      <p:sp>
        <p:nvSpPr>
          <p:cNvPr id="5" name="TextBox 4">
            <a:extLst>
              <a:ext uri="{FF2B5EF4-FFF2-40B4-BE49-F238E27FC236}">
                <a16:creationId xmlns:a16="http://schemas.microsoft.com/office/drawing/2014/main" id="{51D42C2B-666C-EFE8-9BD8-2D1F4DB80AFA}"/>
              </a:ext>
            </a:extLst>
          </p:cNvPr>
          <p:cNvSpPr txBox="1"/>
          <p:nvPr/>
        </p:nvSpPr>
        <p:spPr>
          <a:xfrm>
            <a:off x="8254297" y="6334990"/>
            <a:ext cx="1847428" cy="215444"/>
          </a:xfrm>
          <a:prstGeom prst="rect">
            <a:avLst/>
          </a:prstGeom>
          <a:noFill/>
        </p:spPr>
        <p:txBody>
          <a:bodyPr wrap="square" rtlCol="0">
            <a:spAutoFit/>
          </a:bodyPr>
          <a:lstStyle/>
          <a:p>
            <a:pPr algn="r"/>
            <a:r>
              <a:rPr lang="en-US" sz="800" b="0" i="0">
                <a:solidFill>
                  <a:schemeClr val="tx1"/>
                </a:solidFill>
                <a:latin typeface="Space Grotesk Light" pitchFamily="2" charset="77"/>
              </a:rPr>
              <a:t>P3ADAPTIVE.COM</a:t>
            </a:r>
          </a:p>
        </p:txBody>
      </p:sp>
      <p:pic>
        <p:nvPicPr>
          <p:cNvPr id="6" name="Picture 5">
            <a:extLst>
              <a:ext uri="{FF2B5EF4-FFF2-40B4-BE49-F238E27FC236}">
                <a16:creationId xmlns:a16="http://schemas.microsoft.com/office/drawing/2014/main" id="{DC2E77E3-C893-FC4F-C7E7-AECC757E9470}"/>
              </a:ext>
            </a:extLst>
          </p:cNvPr>
          <p:cNvPicPr>
            <a:picLocks noChangeAspect="1"/>
          </p:cNvPicPr>
          <p:nvPr userDrawn="1"/>
        </p:nvPicPr>
        <p:blipFill>
          <a:blip r:embed="rId2"/>
          <a:srcRect/>
          <a:stretch/>
        </p:blipFill>
        <p:spPr>
          <a:xfrm>
            <a:off x="10236201" y="6365323"/>
            <a:ext cx="1117599" cy="184284"/>
          </a:xfrm>
          <a:prstGeom prst="rect">
            <a:avLst/>
          </a:prstGeom>
        </p:spPr>
      </p:pic>
      <p:pic>
        <p:nvPicPr>
          <p:cNvPr id="7" name="Graphic 6">
            <a:extLst>
              <a:ext uri="{FF2B5EF4-FFF2-40B4-BE49-F238E27FC236}">
                <a16:creationId xmlns:a16="http://schemas.microsoft.com/office/drawing/2014/main" id="{37DC49F1-6367-FEAE-1411-7D26A5CC7BB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48350" y="751357"/>
            <a:ext cx="495300" cy="406400"/>
          </a:xfrm>
          <a:prstGeom prst="rect">
            <a:avLst/>
          </a:prstGeom>
        </p:spPr>
      </p:pic>
      <p:sp>
        <p:nvSpPr>
          <p:cNvPr id="8" name="TextBox 7">
            <a:extLst>
              <a:ext uri="{FF2B5EF4-FFF2-40B4-BE49-F238E27FC236}">
                <a16:creationId xmlns:a16="http://schemas.microsoft.com/office/drawing/2014/main" id="{8F131B87-375C-15CD-9BA0-BA8795BA959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a:solidFill>
                  <a:schemeClr val="tx1"/>
                </a:solidFill>
                <a:latin typeface="Space Grotesk Light" pitchFamily="2" charset="77"/>
              </a:rPr>
              <a:t>P3ADAPTIVE.COM</a:t>
            </a:r>
          </a:p>
        </p:txBody>
      </p:sp>
    </p:spTree>
    <p:extLst>
      <p:ext uri="{BB962C8B-B14F-4D97-AF65-F5344CB8AC3E}">
        <p14:creationId xmlns:p14="http://schemas.microsoft.com/office/powerpoint/2010/main" val="197915036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 Blue">
    <p:bg>
      <p:bgPr>
        <a:gradFill>
          <a:gsLst>
            <a:gs pos="100000">
              <a:schemeClr val="accent2"/>
            </a:gs>
            <a:gs pos="0">
              <a:schemeClr val="accent3"/>
            </a:gs>
          </a:gsLst>
          <a:lin ang="2700000" scaled="0"/>
        </a:gra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8813F25-85A1-B5C2-7D2C-A001E9B903A9}"/>
              </a:ext>
            </a:extLst>
          </p:cNvPr>
          <p:cNvSpPr>
            <a:spLocks noGrp="1"/>
          </p:cNvSpPr>
          <p:nvPr>
            <p:ph type="title" hasCustomPrompt="1"/>
          </p:nvPr>
        </p:nvSpPr>
        <p:spPr>
          <a:xfrm>
            <a:off x="-88900" y="1384090"/>
            <a:ext cx="10464800" cy="3559175"/>
          </a:xfrm>
        </p:spPr>
        <p:txBody>
          <a:bodyPr lIns="0" anchor="b">
            <a:noAutofit/>
          </a:bodyPr>
          <a:lstStyle>
            <a:lvl1pPr marL="0" indent="0">
              <a:lnSpc>
                <a:spcPct val="80000"/>
              </a:lnSpc>
              <a:tabLst/>
              <a:defRPr sz="20000">
                <a:solidFill>
                  <a:schemeClr val="bg1">
                    <a:alpha val="35000"/>
                  </a:schemeClr>
                </a:solidFill>
              </a:defRPr>
            </a:lvl1pPr>
          </a:lstStyle>
          <a:p>
            <a:r>
              <a:rPr lang="en-US" dirty="0"/>
              <a:t>Title</a:t>
            </a:r>
          </a:p>
        </p:txBody>
      </p:sp>
      <p:sp>
        <p:nvSpPr>
          <p:cNvPr id="3" name="Text Placeholder 2">
            <a:extLst>
              <a:ext uri="{FF2B5EF4-FFF2-40B4-BE49-F238E27FC236}">
                <a16:creationId xmlns:a16="http://schemas.microsoft.com/office/drawing/2014/main" id="{F3A16D76-2D50-E120-487A-422FCBFDC9A6}"/>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7" name="Picture 6">
            <a:extLst>
              <a:ext uri="{FF2B5EF4-FFF2-40B4-BE49-F238E27FC236}">
                <a16:creationId xmlns:a16="http://schemas.microsoft.com/office/drawing/2014/main" id="{2A18E61C-DA98-2545-49D2-98F1279C29E4}"/>
              </a:ext>
            </a:extLst>
          </p:cNvPr>
          <p:cNvPicPr>
            <a:picLocks noChangeAspect="1"/>
          </p:cNvPicPr>
          <p:nvPr/>
        </p:nvPicPr>
        <p:blipFill>
          <a:blip r:embed="rId2"/>
          <a:srcRect/>
          <a:stretch/>
        </p:blipFill>
        <p:spPr>
          <a:xfrm>
            <a:off x="9498739" y="546088"/>
            <a:ext cx="1855061" cy="305887"/>
          </a:xfrm>
          <a:prstGeom prst="rect">
            <a:avLst/>
          </a:prstGeom>
        </p:spPr>
      </p:pic>
      <p:pic>
        <p:nvPicPr>
          <p:cNvPr id="2" name="Picture 1">
            <a:extLst>
              <a:ext uri="{FF2B5EF4-FFF2-40B4-BE49-F238E27FC236}">
                <a16:creationId xmlns:a16="http://schemas.microsoft.com/office/drawing/2014/main" id="{8A0A7825-7747-AD0C-3E66-419C01066D6C}"/>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6246981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 Orange">
    <p:bg>
      <p:bgPr>
        <a:gradFill>
          <a:gsLst>
            <a:gs pos="0">
              <a:schemeClr val="accent5"/>
            </a:gs>
            <a:gs pos="100000">
              <a:schemeClr val="accent4"/>
            </a:gs>
          </a:gsLst>
          <a:lin ang="2700000" scaled="0"/>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CD45233-B771-E7B0-4029-2404C7CB9B8D}"/>
              </a:ext>
            </a:extLst>
          </p:cNvPr>
          <p:cNvSpPr>
            <a:spLocks noGrp="1"/>
          </p:cNvSpPr>
          <p:nvPr>
            <p:ph type="title" hasCustomPrompt="1"/>
          </p:nvPr>
        </p:nvSpPr>
        <p:spPr>
          <a:xfrm>
            <a:off x="-88900" y="1429060"/>
            <a:ext cx="10464800" cy="3559175"/>
          </a:xfrm>
        </p:spPr>
        <p:txBody>
          <a:bodyPr lIns="0" anchor="b">
            <a:noAutofit/>
          </a:bodyPr>
          <a:lstStyle>
            <a:lvl1pPr marL="0" indent="0">
              <a:lnSpc>
                <a:spcPct val="80000"/>
              </a:lnSpc>
              <a:tabLst/>
              <a:defRPr sz="20000">
                <a:solidFill>
                  <a:schemeClr val="bg1">
                    <a:alpha val="35000"/>
                  </a:schemeClr>
                </a:solidFill>
              </a:defRPr>
            </a:lvl1pPr>
          </a:lstStyle>
          <a:p>
            <a:r>
              <a:rPr lang="en-US" dirty="0"/>
              <a:t>Title</a:t>
            </a:r>
          </a:p>
        </p:txBody>
      </p:sp>
      <p:sp>
        <p:nvSpPr>
          <p:cNvPr id="3" name="Text Placeholder 2">
            <a:extLst>
              <a:ext uri="{FF2B5EF4-FFF2-40B4-BE49-F238E27FC236}">
                <a16:creationId xmlns:a16="http://schemas.microsoft.com/office/drawing/2014/main" id="{F3A16D76-2D50-E120-487A-422FCBFDC9A6}"/>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4" name="Picture 3">
            <a:extLst>
              <a:ext uri="{FF2B5EF4-FFF2-40B4-BE49-F238E27FC236}">
                <a16:creationId xmlns:a16="http://schemas.microsoft.com/office/drawing/2014/main" id="{F4B74FD8-7056-8316-E120-B6C9474B5D38}"/>
              </a:ext>
            </a:extLst>
          </p:cNvPr>
          <p:cNvPicPr>
            <a:picLocks noChangeAspect="1"/>
          </p:cNvPicPr>
          <p:nvPr/>
        </p:nvPicPr>
        <p:blipFill>
          <a:blip r:embed="rId2"/>
          <a:srcRect/>
          <a:stretch/>
        </p:blipFill>
        <p:spPr>
          <a:xfrm>
            <a:off x="9498739" y="546088"/>
            <a:ext cx="1855061" cy="305887"/>
          </a:xfrm>
          <a:prstGeom prst="rect">
            <a:avLst/>
          </a:prstGeom>
        </p:spPr>
      </p:pic>
      <p:pic>
        <p:nvPicPr>
          <p:cNvPr id="2" name="Picture 1">
            <a:extLst>
              <a:ext uri="{FF2B5EF4-FFF2-40B4-BE49-F238E27FC236}">
                <a16:creationId xmlns:a16="http://schemas.microsoft.com/office/drawing/2014/main" id="{58077669-998F-D6CC-5057-5D6DBA2AED72}"/>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14961120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 Light">
    <p:bg>
      <p:bgPr>
        <a:gradFill>
          <a:gsLst>
            <a:gs pos="100000">
              <a:schemeClr val="bg2">
                <a:lumMod val="75000"/>
              </a:schemeClr>
            </a:gs>
            <a:gs pos="0">
              <a:schemeClr val="bg2"/>
            </a:gs>
          </a:gsLst>
          <a:lin ang="2700000" scaled="0"/>
        </a:gra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37AC1CE-E20D-80BD-9F01-7FE84DC9B96F}"/>
              </a:ext>
            </a:extLst>
          </p:cNvPr>
          <p:cNvSpPr>
            <a:spLocks noGrp="1"/>
          </p:cNvSpPr>
          <p:nvPr>
            <p:ph type="title" hasCustomPrompt="1"/>
          </p:nvPr>
        </p:nvSpPr>
        <p:spPr>
          <a:xfrm>
            <a:off x="-88900" y="1219200"/>
            <a:ext cx="10464800" cy="3559175"/>
          </a:xfrm>
        </p:spPr>
        <p:txBody>
          <a:bodyPr lIns="0" anchor="b">
            <a:noAutofit/>
          </a:bodyPr>
          <a:lstStyle>
            <a:lvl1pPr marL="0" indent="0">
              <a:lnSpc>
                <a:spcPct val="80000"/>
              </a:lnSpc>
              <a:tabLst/>
              <a:defRPr sz="20000">
                <a:solidFill>
                  <a:schemeClr val="bg1">
                    <a:alpha val="69096"/>
                  </a:schemeClr>
                </a:solidFill>
              </a:defRPr>
            </a:lvl1pPr>
          </a:lstStyle>
          <a:p>
            <a:r>
              <a:rPr lang="en-US" dirty="0"/>
              <a:t>Title</a:t>
            </a:r>
          </a:p>
        </p:txBody>
      </p:sp>
      <p:sp>
        <p:nvSpPr>
          <p:cNvPr id="4" name="Text Placeholder 2">
            <a:extLst>
              <a:ext uri="{FF2B5EF4-FFF2-40B4-BE49-F238E27FC236}">
                <a16:creationId xmlns:a16="http://schemas.microsoft.com/office/drawing/2014/main" id="{C2B79F84-DB3D-50DC-B44D-D76CC3213880}"/>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5" name="Picture 4">
            <a:extLst>
              <a:ext uri="{FF2B5EF4-FFF2-40B4-BE49-F238E27FC236}">
                <a16:creationId xmlns:a16="http://schemas.microsoft.com/office/drawing/2014/main" id="{109EEC0A-AB31-66A3-D3F4-20732E59125F}"/>
              </a:ext>
            </a:extLst>
          </p:cNvPr>
          <p:cNvPicPr>
            <a:picLocks noChangeAspect="1"/>
          </p:cNvPicPr>
          <p:nvPr/>
        </p:nvPicPr>
        <p:blipFill>
          <a:blip r:embed="rId2"/>
          <a:srcRect/>
          <a:stretch/>
        </p:blipFill>
        <p:spPr>
          <a:xfrm>
            <a:off x="9498739" y="546088"/>
            <a:ext cx="1855061" cy="305887"/>
          </a:xfrm>
          <a:prstGeom prst="rect">
            <a:avLst/>
          </a:prstGeom>
        </p:spPr>
      </p:pic>
      <p:pic>
        <p:nvPicPr>
          <p:cNvPr id="2" name="Picture 1">
            <a:extLst>
              <a:ext uri="{FF2B5EF4-FFF2-40B4-BE49-F238E27FC236}">
                <a16:creationId xmlns:a16="http://schemas.microsoft.com/office/drawing/2014/main" id="{74652D5D-E3B3-D2D7-BE52-7CF1B871ADF1}"/>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8282744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Steps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7222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7222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p:nvCxnSpPr>
        <p:spPr>
          <a:xfrm>
            <a:off x="45424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5" name="Picture Placeholder 15">
            <a:extLst>
              <a:ext uri="{FF2B5EF4-FFF2-40B4-BE49-F238E27FC236}">
                <a16:creationId xmlns:a16="http://schemas.microsoft.com/office/drawing/2014/main" id="{326A8D08-9F14-4A4C-32DF-6C9BBCDBDABB}"/>
              </a:ext>
            </a:extLst>
          </p:cNvPr>
          <p:cNvSpPr>
            <a:spLocks noGrp="1"/>
          </p:cNvSpPr>
          <p:nvPr>
            <p:ph type="pic" sz="quarter" idx="18"/>
          </p:nvPr>
        </p:nvSpPr>
        <p:spPr>
          <a:xfrm>
            <a:off x="4704347" y="4319199"/>
            <a:ext cx="447611" cy="447610"/>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11" name="Straight Connector 10">
            <a:extLst>
              <a:ext uri="{FF2B5EF4-FFF2-40B4-BE49-F238E27FC236}">
                <a16:creationId xmlns:a16="http://schemas.microsoft.com/office/drawing/2014/main" id="{92AE66CA-D4EE-2E12-B2FB-B74908BFE6EC}"/>
              </a:ext>
            </a:extLst>
          </p:cNvPr>
          <p:cNvCxnSpPr>
            <a:cxnSpLocks/>
          </p:cNvCxnSpPr>
          <p:nvPr/>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sp>
        <p:nvSpPr>
          <p:cNvPr id="29" name="Text Placeholder 2">
            <a:extLst>
              <a:ext uri="{FF2B5EF4-FFF2-40B4-BE49-F238E27FC236}">
                <a16:creationId xmlns:a16="http://schemas.microsoft.com/office/drawing/2014/main" id="{83DD1B15-1F89-D692-96DF-15C1A83CCE42}"/>
              </a:ext>
            </a:extLst>
          </p:cNvPr>
          <p:cNvSpPr>
            <a:spLocks noGrp="1"/>
          </p:cNvSpPr>
          <p:nvPr>
            <p:ph type="body" idx="19" hasCustomPrompt="1"/>
          </p:nvPr>
        </p:nvSpPr>
        <p:spPr>
          <a:xfrm>
            <a:off x="10519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30" name="Content Placeholder 3">
            <a:extLst>
              <a:ext uri="{FF2B5EF4-FFF2-40B4-BE49-F238E27FC236}">
                <a16:creationId xmlns:a16="http://schemas.microsoft.com/office/drawing/2014/main" id="{A7B7FB43-7EC8-AC76-0A14-9E1277430781}"/>
              </a:ext>
            </a:extLst>
          </p:cNvPr>
          <p:cNvSpPr>
            <a:spLocks noGrp="1"/>
          </p:cNvSpPr>
          <p:nvPr>
            <p:ph sz="half" idx="20" hasCustomPrompt="1"/>
          </p:nvPr>
        </p:nvSpPr>
        <p:spPr>
          <a:xfrm>
            <a:off x="10519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31" name="Straight Connector 30">
            <a:extLst>
              <a:ext uri="{FF2B5EF4-FFF2-40B4-BE49-F238E27FC236}">
                <a16:creationId xmlns:a16="http://schemas.microsoft.com/office/drawing/2014/main" id="{9A76B0C2-3052-DD16-45A9-7663A2CD150A}"/>
              </a:ext>
            </a:extLst>
          </p:cNvPr>
          <p:cNvCxnSpPr>
            <a:cxnSpLocks/>
          </p:cNvCxnSpPr>
          <p:nvPr/>
        </p:nvCxnSpPr>
        <p:spPr>
          <a:xfrm>
            <a:off x="8721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32" name="Picture Placeholder 15">
            <a:extLst>
              <a:ext uri="{FF2B5EF4-FFF2-40B4-BE49-F238E27FC236}">
                <a16:creationId xmlns:a16="http://schemas.microsoft.com/office/drawing/2014/main" id="{B48EFF02-6B39-3CE9-E7D1-AE9BDEC0A032}"/>
              </a:ext>
            </a:extLst>
          </p:cNvPr>
          <p:cNvSpPr>
            <a:spLocks noGrp="1"/>
          </p:cNvSpPr>
          <p:nvPr>
            <p:ph type="pic" sz="quarter" idx="21"/>
          </p:nvPr>
        </p:nvSpPr>
        <p:spPr>
          <a:xfrm>
            <a:off x="1034047" y="4319195"/>
            <a:ext cx="447615" cy="447614"/>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33" name="Straight Connector 32">
            <a:extLst>
              <a:ext uri="{FF2B5EF4-FFF2-40B4-BE49-F238E27FC236}">
                <a16:creationId xmlns:a16="http://schemas.microsoft.com/office/drawing/2014/main" id="{949309B4-304A-FC0D-8549-80591AD1CE64}"/>
              </a:ext>
            </a:extLst>
          </p:cNvPr>
          <p:cNvCxnSpPr>
            <a:cxnSpLocks/>
          </p:cNvCxnSpPr>
          <p:nvPr/>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sp>
        <p:nvSpPr>
          <p:cNvPr id="34" name="Text Placeholder 2">
            <a:extLst>
              <a:ext uri="{FF2B5EF4-FFF2-40B4-BE49-F238E27FC236}">
                <a16:creationId xmlns:a16="http://schemas.microsoft.com/office/drawing/2014/main" id="{763B3056-5701-ED0F-13B7-F2662F97FC32}"/>
              </a:ext>
            </a:extLst>
          </p:cNvPr>
          <p:cNvSpPr>
            <a:spLocks noGrp="1"/>
          </p:cNvSpPr>
          <p:nvPr>
            <p:ph type="body" idx="22" hasCustomPrompt="1"/>
          </p:nvPr>
        </p:nvSpPr>
        <p:spPr>
          <a:xfrm>
            <a:off x="86084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35" name="Content Placeholder 3">
            <a:extLst>
              <a:ext uri="{FF2B5EF4-FFF2-40B4-BE49-F238E27FC236}">
                <a16:creationId xmlns:a16="http://schemas.microsoft.com/office/drawing/2014/main" id="{EF08A56E-B343-F409-94C2-D32AAB44CAB4}"/>
              </a:ext>
            </a:extLst>
          </p:cNvPr>
          <p:cNvSpPr>
            <a:spLocks noGrp="1"/>
          </p:cNvSpPr>
          <p:nvPr>
            <p:ph sz="half" idx="23" hasCustomPrompt="1"/>
          </p:nvPr>
        </p:nvSpPr>
        <p:spPr>
          <a:xfrm>
            <a:off x="86084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36" name="Straight Connector 35">
            <a:extLst>
              <a:ext uri="{FF2B5EF4-FFF2-40B4-BE49-F238E27FC236}">
                <a16:creationId xmlns:a16="http://schemas.microsoft.com/office/drawing/2014/main" id="{E199A15F-CAF8-027F-0AEC-393C05604CE8}"/>
              </a:ext>
            </a:extLst>
          </p:cNvPr>
          <p:cNvCxnSpPr>
            <a:cxnSpLocks/>
          </p:cNvCxnSpPr>
          <p:nvPr/>
        </p:nvCxnSpPr>
        <p:spPr>
          <a:xfrm>
            <a:off x="84286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37" name="Picture Placeholder 15">
            <a:extLst>
              <a:ext uri="{FF2B5EF4-FFF2-40B4-BE49-F238E27FC236}">
                <a16:creationId xmlns:a16="http://schemas.microsoft.com/office/drawing/2014/main" id="{21447A28-4F4E-3BE3-B526-E0056E7CC7C1}"/>
              </a:ext>
            </a:extLst>
          </p:cNvPr>
          <p:cNvSpPr>
            <a:spLocks noGrp="1"/>
          </p:cNvSpPr>
          <p:nvPr>
            <p:ph type="pic" sz="quarter" idx="24"/>
          </p:nvPr>
        </p:nvSpPr>
        <p:spPr>
          <a:xfrm>
            <a:off x="8590548" y="4319195"/>
            <a:ext cx="447614" cy="447613"/>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38" name="Straight Connector 37">
            <a:extLst>
              <a:ext uri="{FF2B5EF4-FFF2-40B4-BE49-F238E27FC236}">
                <a16:creationId xmlns:a16="http://schemas.microsoft.com/office/drawing/2014/main" id="{4C3402BA-C0B0-8B2F-7684-DE3E3868959C}"/>
              </a:ext>
            </a:extLst>
          </p:cNvPr>
          <p:cNvCxnSpPr>
            <a:cxnSpLocks/>
          </p:cNvCxnSpPr>
          <p:nvPr/>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6C6032DA-FF80-88C3-2E14-1B874B380ABA}"/>
              </a:ext>
            </a:extLst>
          </p:cNvPr>
          <p:cNvPicPr>
            <a:picLocks noChangeAspect="1"/>
          </p:cNvPicPr>
          <p:nvPr/>
        </p:nvPicPr>
        <p:blipFill>
          <a:blip r:embed="rId2"/>
          <a:srcRect/>
          <a:stretch/>
        </p:blipFill>
        <p:spPr>
          <a:xfrm>
            <a:off x="10236204" y="6365323"/>
            <a:ext cx="1117593" cy="184284"/>
          </a:xfrm>
          <a:prstGeom prst="rect">
            <a:avLst/>
          </a:prstGeom>
        </p:spPr>
      </p:pic>
      <p:sp>
        <p:nvSpPr>
          <p:cNvPr id="7" name="Slide Number Placeholder 28">
            <a:extLst>
              <a:ext uri="{FF2B5EF4-FFF2-40B4-BE49-F238E27FC236}">
                <a16:creationId xmlns:a16="http://schemas.microsoft.com/office/drawing/2014/main" id="{080C401E-9045-93F2-5170-7B6C98B1083F}"/>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8" name="Footer Placeholder 29">
            <a:extLst>
              <a:ext uri="{FF2B5EF4-FFF2-40B4-BE49-F238E27FC236}">
                <a16:creationId xmlns:a16="http://schemas.microsoft.com/office/drawing/2014/main" id="{CA7A8BCD-C0B1-5332-2D40-AAF18AF26AC8}"/>
              </a:ext>
            </a:extLst>
          </p:cNvPr>
          <p:cNvSpPr>
            <a:spLocks noGrp="1"/>
          </p:cNvSpPr>
          <p:nvPr>
            <p:ph type="ftr" sz="quarter" idx="26"/>
          </p:nvPr>
        </p:nvSpPr>
        <p:spPr>
          <a:xfrm>
            <a:off x="882210" y="6264275"/>
            <a:ext cx="4554218" cy="365125"/>
          </a:xfrm>
        </p:spPr>
        <p:txBody>
          <a:bodyPr/>
          <a:lstStyle/>
          <a:p>
            <a:r>
              <a:rPr lang="en-US"/>
              <a:t>Presentation Title Goes Here</a:t>
            </a:r>
            <a:endParaRPr lang="en-US" dirty="0"/>
          </a:p>
        </p:txBody>
      </p:sp>
      <p:sp>
        <p:nvSpPr>
          <p:cNvPr id="9" name="TextBox 8">
            <a:extLst>
              <a:ext uri="{FF2B5EF4-FFF2-40B4-BE49-F238E27FC236}">
                <a16:creationId xmlns:a16="http://schemas.microsoft.com/office/drawing/2014/main" id="{E9470619-9FC4-2DA6-C0D0-F26356E616AB}"/>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cxnSp>
        <p:nvCxnSpPr>
          <p:cNvPr id="3" name="Straight Connector 2">
            <a:extLst>
              <a:ext uri="{FF2B5EF4-FFF2-40B4-BE49-F238E27FC236}">
                <a16:creationId xmlns:a16="http://schemas.microsoft.com/office/drawing/2014/main" id="{4C21BDDB-2571-5B3D-3AC9-78AC4AC53507}"/>
              </a:ext>
            </a:extLst>
          </p:cNvPr>
          <p:cNvCxnSpPr>
            <a:cxnSpLocks/>
          </p:cNvCxnSpPr>
          <p:nvPr userDrawn="1"/>
        </p:nvCxnSpPr>
        <p:spPr>
          <a:xfrm>
            <a:off x="45424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D7A2B67A-8347-1719-D10E-995E23A0C9B3}"/>
              </a:ext>
            </a:extLst>
          </p:cNvPr>
          <p:cNvCxnSpPr>
            <a:cxnSpLocks/>
          </p:cNvCxnSpPr>
          <p:nvPr userDrawn="1"/>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19BDB04-8D47-06E9-E74F-12F616AC569A}"/>
              </a:ext>
            </a:extLst>
          </p:cNvPr>
          <p:cNvCxnSpPr>
            <a:cxnSpLocks/>
          </p:cNvCxnSpPr>
          <p:nvPr userDrawn="1"/>
        </p:nvCxnSpPr>
        <p:spPr>
          <a:xfrm>
            <a:off x="8721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DC3C1DE-4859-BC43-A5EF-47A8CED08F2B}"/>
              </a:ext>
            </a:extLst>
          </p:cNvPr>
          <p:cNvCxnSpPr>
            <a:cxnSpLocks/>
          </p:cNvCxnSpPr>
          <p:nvPr userDrawn="1"/>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A5847C48-39F4-40E5-C758-E0B75F6CA88C}"/>
              </a:ext>
            </a:extLst>
          </p:cNvPr>
          <p:cNvCxnSpPr>
            <a:cxnSpLocks/>
          </p:cNvCxnSpPr>
          <p:nvPr userDrawn="1"/>
        </p:nvCxnSpPr>
        <p:spPr>
          <a:xfrm>
            <a:off x="84286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A27EAF5-A175-B85C-23C7-632719BB3BAD}"/>
              </a:ext>
            </a:extLst>
          </p:cNvPr>
          <p:cNvCxnSpPr>
            <a:cxnSpLocks/>
          </p:cNvCxnSpPr>
          <p:nvPr userDrawn="1"/>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499D004E-BC31-BFB8-E327-FE1C31E8698D}"/>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15" name="TextBox 14">
            <a:extLst>
              <a:ext uri="{FF2B5EF4-FFF2-40B4-BE49-F238E27FC236}">
                <a16:creationId xmlns:a16="http://schemas.microsoft.com/office/drawing/2014/main" id="{4CB7ED4A-57DB-B3B1-68E0-292390A482F5}"/>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236537765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roces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pic>
        <p:nvPicPr>
          <p:cNvPr id="44" name="Picture 43">
            <a:extLst>
              <a:ext uri="{FF2B5EF4-FFF2-40B4-BE49-F238E27FC236}">
                <a16:creationId xmlns:a16="http://schemas.microsoft.com/office/drawing/2014/main" id="{6C6032DA-FF80-88C3-2E14-1B874B380ABA}"/>
              </a:ext>
            </a:extLst>
          </p:cNvPr>
          <p:cNvPicPr>
            <a:picLocks noChangeAspect="1"/>
          </p:cNvPicPr>
          <p:nvPr/>
        </p:nvPicPr>
        <p:blipFill>
          <a:blip r:embed="rId2"/>
          <a:srcRect/>
          <a:stretch/>
        </p:blipFill>
        <p:spPr>
          <a:xfrm>
            <a:off x="10236204" y="6365323"/>
            <a:ext cx="1117593" cy="184284"/>
          </a:xfrm>
          <a:prstGeom prst="rect">
            <a:avLst/>
          </a:prstGeom>
        </p:spPr>
      </p:pic>
      <p:sp>
        <p:nvSpPr>
          <p:cNvPr id="7" name="Slide Number Placeholder 28">
            <a:extLst>
              <a:ext uri="{FF2B5EF4-FFF2-40B4-BE49-F238E27FC236}">
                <a16:creationId xmlns:a16="http://schemas.microsoft.com/office/drawing/2014/main" id="{080C401E-9045-93F2-5170-7B6C98B1083F}"/>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8" name="Footer Placeholder 29">
            <a:extLst>
              <a:ext uri="{FF2B5EF4-FFF2-40B4-BE49-F238E27FC236}">
                <a16:creationId xmlns:a16="http://schemas.microsoft.com/office/drawing/2014/main" id="{CA7A8BCD-C0B1-5332-2D40-AAF18AF26AC8}"/>
              </a:ext>
            </a:extLst>
          </p:cNvPr>
          <p:cNvSpPr>
            <a:spLocks noGrp="1"/>
          </p:cNvSpPr>
          <p:nvPr>
            <p:ph type="ftr" sz="quarter" idx="26"/>
          </p:nvPr>
        </p:nvSpPr>
        <p:spPr>
          <a:xfrm>
            <a:off x="882210" y="6264275"/>
            <a:ext cx="4554218" cy="365125"/>
          </a:xfrm>
        </p:spPr>
        <p:txBody>
          <a:bodyPr/>
          <a:lstStyle/>
          <a:p>
            <a:r>
              <a:rPr lang="en-US"/>
              <a:t>Presentation Title Goes Here</a:t>
            </a:r>
            <a:endParaRPr lang="en-US" dirty="0"/>
          </a:p>
        </p:txBody>
      </p:sp>
      <p:sp>
        <p:nvSpPr>
          <p:cNvPr id="9" name="TextBox 8">
            <a:extLst>
              <a:ext uri="{FF2B5EF4-FFF2-40B4-BE49-F238E27FC236}">
                <a16:creationId xmlns:a16="http://schemas.microsoft.com/office/drawing/2014/main" id="{E9470619-9FC4-2DA6-C0D0-F26356E616AB}"/>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40" name="Text Placeholder 39">
            <a:extLst>
              <a:ext uri="{FF2B5EF4-FFF2-40B4-BE49-F238E27FC236}">
                <a16:creationId xmlns:a16="http://schemas.microsoft.com/office/drawing/2014/main" id="{244FA993-AF88-43C3-4262-94824BAEB846}"/>
              </a:ext>
            </a:extLst>
          </p:cNvPr>
          <p:cNvSpPr>
            <a:spLocks noGrp="1"/>
          </p:cNvSpPr>
          <p:nvPr>
            <p:ph type="body" sz="quarter" idx="28" hasCustomPrompt="1"/>
          </p:nvPr>
        </p:nvSpPr>
        <p:spPr>
          <a:xfrm>
            <a:off x="4968046"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45" name="Text Placeholder 39">
            <a:extLst>
              <a:ext uri="{FF2B5EF4-FFF2-40B4-BE49-F238E27FC236}">
                <a16:creationId xmlns:a16="http://schemas.microsoft.com/office/drawing/2014/main" id="{F1B4C1E7-3C8D-84C7-4790-EA403C711D6B}"/>
              </a:ext>
            </a:extLst>
          </p:cNvPr>
          <p:cNvSpPr>
            <a:spLocks noGrp="1"/>
          </p:cNvSpPr>
          <p:nvPr>
            <p:ph type="body" sz="quarter" idx="30" hasCustomPrompt="1"/>
          </p:nvPr>
        </p:nvSpPr>
        <p:spPr>
          <a:xfrm>
            <a:off x="1333596"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47" name="Text Placeholder 46">
            <a:extLst>
              <a:ext uri="{FF2B5EF4-FFF2-40B4-BE49-F238E27FC236}">
                <a16:creationId xmlns:a16="http://schemas.microsoft.com/office/drawing/2014/main" id="{23D04D9F-6CD3-302B-64DB-FCA545F0F7C2}"/>
              </a:ext>
            </a:extLst>
          </p:cNvPr>
          <p:cNvSpPr>
            <a:spLocks noGrp="1"/>
          </p:cNvSpPr>
          <p:nvPr>
            <p:ph type="body" sz="quarter" idx="31"/>
          </p:nvPr>
        </p:nvSpPr>
        <p:spPr>
          <a:xfrm>
            <a:off x="1333500"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Text Placeholder 46">
            <a:extLst>
              <a:ext uri="{FF2B5EF4-FFF2-40B4-BE49-F238E27FC236}">
                <a16:creationId xmlns:a16="http://schemas.microsoft.com/office/drawing/2014/main" id="{F9177777-54E4-A27E-C0D5-414E23E5C72B}"/>
              </a:ext>
            </a:extLst>
          </p:cNvPr>
          <p:cNvSpPr>
            <a:spLocks noGrp="1"/>
          </p:cNvSpPr>
          <p:nvPr>
            <p:ph type="body" sz="quarter" idx="32"/>
          </p:nvPr>
        </p:nvSpPr>
        <p:spPr>
          <a:xfrm>
            <a:off x="4967951"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9" name="Text Placeholder 39">
            <a:extLst>
              <a:ext uri="{FF2B5EF4-FFF2-40B4-BE49-F238E27FC236}">
                <a16:creationId xmlns:a16="http://schemas.microsoft.com/office/drawing/2014/main" id="{3096665B-8BF1-74D0-C489-A84DF1B67EF7}"/>
              </a:ext>
            </a:extLst>
          </p:cNvPr>
          <p:cNvSpPr>
            <a:spLocks noGrp="1"/>
          </p:cNvSpPr>
          <p:nvPr>
            <p:ph type="body" sz="quarter" idx="33" hasCustomPrompt="1"/>
          </p:nvPr>
        </p:nvSpPr>
        <p:spPr>
          <a:xfrm>
            <a:off x="8521474"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50" name="Text Placeholder 46">
            <a:extLst>
              <a:ext uri="{FF2B5EF4-FFF2-40B4-BE49-F238E27FC236}">
                <a16:creationId xmlns:a16="http://schemas.microsoft.com/office/drawing/2014/main" id="{37C32106-2C44-EC83-580E-3437E547CC1D}"/>
              </a:ext>
            </a:extLst>
          </p:cNvPr>
          <p:cNvSpPr>
            <a:spLocks noGrp="1"/>
          </p:cNvSpPr>
          <p:nvPr>
            <p:ph type="body" sz="quarter" idx="34"/>
          </p:nvPr>
        </p:nvSpPr>
        <p:spPr>
          <a:xfrm>
            <a:off x="8521379"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769B57E6-774C-21AE-4C26-2382CAFB1483}"/>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4" name="TextBox 3">
            <a:extLst>
              <a:ext uri="{FF2B5EF4-FFF2-40B4-BE49-F238E27FC236}">
                <a16:creationId xmlns:a16="http://schemas.microsoft.com/office/drawing/2014/main" id="{8041199F-75D7-E6BE-F524-470E15EFDA7A}"/>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134202642"/>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Steps - L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p:nvCxnSpPr>
        <p:spPr>
          <a:xfrm>
            <a:off x="45424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2AE66CA-D4EE-2E12-B2FB-B74908BFE6EC}"/>
              </a:ext>
            </a:extLst>
          </p:cNvPr>
          <p:cNvCxnSpPr>
            <a:cxnSpLocks/>
          </p:cNvCxnSpPr>
          <p:nvPr/>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9A76B0C2-3052-DD16-45A9-7663A2CD150A}"/>
              </a:ext>
            </a:extLst>
          </p:cNvPr>
          <p:cNvCxnSpPr>
            <a:cxnSpLocks/>
          </p:cNvCxnSpPr>
          <p:nvPr/>
        </p:nvCxnSpPr>
        <p:spPr>
          <a:xfrm>
            <a:off x="8721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49309B4-304A-FC0D-8549-80591AD1CE64}"/>
              </a:ext>
            </a:extLst>
          </p:cNvPr>
          <p:cNvCxnSpPr>
            <a:cxnSpLocks/>
          </p:cNvCxnSpPr>
          <p:nvPr/>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E199A15F-CAF8-027F-0AEC-393C05604CE8}"/>
              </a:ext>
            </a:extLst>
          </p:cNvPr>
          <p:cNvCxnSpPr>
            <a:cxnSpLocks/>
          </p:cNvCxnSpPr>
          <p:nvPr/>
        </p:nvCxnSpPr>
        <p:spPr>
          <a:xfrm>
            <a:off x="84286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4C3402BA-C0B0-8B2F-7684-DE3E3868959C}"/>
              </a:ext>
            </a:extLst>
          </p:cNvPr>
          <p:cNvCxnSpPr>
            <a:cxnSpLocks/>
          </p:cNvCxnSpPr>
          <p:nvPr/>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6C6032DA-FF80-88C3-2E14-1B874B380ABA}"/>
              </a:ext>
            </a:extLst>
          </p:cNvPr>
          <p:cNvPicPr>
            <a:picLocks noChangeAspect="1"/>
          </p:cNvPicPr>
          <p:nvPr/>
        </p:nvPicPr>
        <p:blipFill>
          <a:blip r:embed="rId2"/>
          <a:srcRect/>
          <a:stretch/>
        </p:blipFill>
        <p:spPr>
          <a:xfrm>
            <a:off x="10236204" y="6365323"/>
            <a:ext cx="1117593" cy="184283"/>
          </a:xfrm>
          <a:prstGeom prst="rect">
            <a:avLst/>
          </a:prstGeom>
        </p:spPr>
      </p:pic>
      <p:sp>
        <p:nvSpPr>
          <p:cNvPr id="3" name="Slide Number Placeholder 28">
            <a:extLst>
              <a:ext uri="{FF2B5EF4-FFF2-40B4-BE49-F238E27FC236}">
                <a16:creationId xmlns:a16="http://schemas.microsoft.com/office/drawing/2014/main" id="{77251CC7-8E29-039C-A6D8-7C5C486B2055}"/>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B220CB8F-120A-D1C0-14B2-ACB6D91707FE}"/>
              </a:ext>
            </a:extLst>
          </p:cNvPr>
          <p:cNvSpPr>
            <a:spLocks noGrp="1"/>
          </p:cNvSpPr>
          <p:nvPr>
            <p:ph type="ftr" sz="quarter" idx="26"/>
          </p:nvPr>
        </p:nvSpPr>
        <p:spPr>
          <a:xfrm>
            <a:off x="882210" y="6264275"/>
            <a:ext cx="4554218" cy="365125"/>
          </a:xfrm>
        </p:spPr>
        <p:txBody>
          <a:bodyPr/>
          <a:lstStyle/>
          <a:p>
            <a:r>
              <a:rPr lang="en-US"/>
              <a:t>Presentation Title Goes Here</a:t>
            </a:r>
            <a:endParaRPr lang="en-US" dirty="0"/>
          </a:p>
        </p:txBody>
      </p:sp>
      <p:sp>
        <p:nvSpPr>
          <p:cNvPr id="6" name="TextBox 5">
            <a:extLst>
              <a:ext uri="{FF2B5EF4-FFF2-40B4-BE49-F238E27FC236}">
                <a16:creationId xmlns:a16="http://schemas.microsoft.com/office/drawing/2014/main" id="{8F325F10-F4CA-B63D-3569-016E594138DB}"/>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10" name="Text Placeholder 2">
            <a:extLst>
              <a:ext uri="{FF2B5EF4-FFF2-40B4-BE49-F238E27FC236}">
                <a16:creationId xmlns:a16="http://schemas.microsoft.com/office/drawing/2014/main" id="{8698F64B-3862-30A3-D836-B3463E7CE5F2}"/>
              </a:ext>
            </a:extLst>
          </p:cNvPr>
          <p:cNvSpPr>
            <a:spLocks noGrp="1"/>
          </p:cNvSpPr>
          <p:nvPr>
            <p:ph type="body" idx="12" hasCustomPrompt="1"/>
          </p:nvPr>
        </p:nvSpPr>
        <p:spPr>
          <a:xfrm>
            <a:off x="47222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2" name="Text Placeholder 2">
            <a:extLst>
              <a:ext uri="{FF2B5EF4-FFF2-40B4-BE49-F238E27FC236}">
                <a16:creationId xmlns:a16="http://schemas.microsoft.com/office/drawing/2014/main" id="{0364E264-FDEB-F5E6-7B88-BC7B3D16766D}"/>
              </a:ext>
            </a:extLst>
          </p:cNvPr>
          <p:cNvSpPr>
            <a:spLocks noGrp="1"/>
          </p:cNvSpPr>
          <p:nvPr>
            <p:ph type="body" idx="19" hasCustomPrompt="1"/>
          </p:nvPr>
        </p:nvSpPr>
        <p:spPr>
          <a:xfrm>
            <a:off x="10519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13" name="Text Placeholder 2">
            <a:extLst>
              <a:ext uri="{FF2B5EF4-FFF2-40B4-BE49-F238E27FC236}">
                <a16:creationId xmlns:a16="http://schemas.microsoft.com/office/drawing/2014/main" id="{AAC59146-238B-BEBE-3705-C54F9A71618C}"/>
              </a:ext>
            </a:extLst>
          </p:cNvPr>
          <p:cNvSpPr>
            <a:spLocks noGrp="1"/>
          </p:cNvSpPr>
          <p:nvPr>
            <p:ph type="body" idx="22" hasCustomPrompt="1"/>
          </p:nvPr>
        </p:nvSpPr>
        <p:spPr>
          <a:xfrm>
            <a:off x="86084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4" name="Content Placeholder 3">
            <a:extLst>
              <a:ext uri="{FF2B5EF4-FFF2-40B4-BE49-F238E27FC236}">
                <a16:creationId xmlns:a16="http://schemas.microsoft.com/office/drawing/2014/main" id="{4A4B4726-7E07-7429-1A91-D02B1506B424}"/>
              </a:ext>
            </a:extLst>
          </p:cNvPr>
          <p:cNvSpPr>
            <a:spLocks noGrp="1"/>
          </p:cNvSpPr>
          <p:nvPr>
            <p:ph sz="half" idx="13" hasCustomPrompt="1"/>
          </p:nvPr>
        </p:nvSpPr>
        <p:spPr>
          <a:xfrm>
            <a:off x="47222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5" name="Picture Placeholder 15">
            <a:extLst>
              <a:ext uri="{FF2B5EF4-FFF2-40B4-BE49-F238E27FC236}">
                <a16:creationId xmlns:a16="http://schemas.microsoft.com/office/drawing/2014/main" id="{25C54291-D958-A5E1-3A43-1113F06C6DD7}"/>
              </a:ext>
            </a:extLst>
          </p:cNvPr>
          <p:cNvSpPr>
            <a:spLocks noGrp="1"/>
          </p:cNvSpPr>
          <p:nvPr>
            <p:ph type="pic" sz="quarter" idx="18"/>
          </p:nvPr>
        </p:nvSpPr>
        <p:spPr>
          <a:xfrm>
            <a:off x="4704348" y="4293801"/>
            <a:ext cx="473008" cy="473007"/>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sp>
        <p:nvSpPr>
          <p:cNvPr id="16" name="Content Placeholder 3">
            <a:extLst>
              <a:ext uri="{FF2B5EF4-FFF2-40B4-BE49-F238E27FC236}">
                <a16:creationId xmlns:a16="http://schemas.microsoft.com/office/drawing/2014/main" id="{6723920E-E523-F9FB-EF40-F5A9BBA84DD1}"/>
              </a:ext>
            </a:extLst>
          </p:cNvPr>
          <p:cNvSpPr>
            <a:spLocks noGrp="1"/>
          </p:cNvSpPr>
          <p:nvPr>
            <p:ph sz="half" idx="20" hasCustomPrompt="1"/>
          </p:nvPr>
        </p:nvSpPr>
        <p:spPr>
          <a:xfrm>
            <a:off x="10519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7" name="Picture Placeholder 15">
            <a:extLst>
              <a:ext uri="{FF2B5EF4-FFF2-40B4-BE49-F238E27FC236}">
                <a16:creationId xmlns:a16="http://schemas.microsoft.com/office/drawing/2014/main" id="{A44F9ADD-86EC-EB4A-4456-7B81F8A503BB}"/>
              </a:ext>
            </a:extLst>
          </p:cNvPr>
          <p:cNvSpPr>
            <a:spLocks noGrp="1"/>
          </p:cNvSpPr>
          <p:nvPr>
            <p:ph type="pic" sz="quarter" idx="21"/>
          </p:nvPr>
        </p:nvSpPr>
        <p:spPr>
          <a:xfrm>
            <a:off x="1034047" y="4293801"/>
            <a:ext cx="473009" cy="473008"/>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sp>
        <p:nvSpPr>
          <p:cNvPr id="18" name="Content Placeholder 3">
            <a:extLst>
              <a:ext uri="{FF2B5EF4-FFF2-40B4-BE49-F238E27FC236}">
                <a16:creationId xmlns:a16="http://schemas.microsoft.com/office/drawing/2014/main" id="{57C85689-BDCE-A429-0E8B-9D209B69CF45}"/>
              </a:ext>
            </a:extLst>
          </p:cNvPr>
          <p:cNvSpPr>
            <a:spLocks noGrp="1"/>
          </p:cNvSpPr>
          <p:nvPr>
            <p:ph sz="half" idx="23" hasCustomPrompt="1"/>
          </p:nvPr>
        </p:nvSpPr>
        <p:spPr>
          <a:xfrm>
            <a:off x="86084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9" name="Picture Placeholder 15">
            <a:extLst>
              <a:ext uri="{FF2B5EF4-FFF2-40B4-BE49-F238E27FC236}">
                <a16:creationId xmlns:a16="http://schemas.microsoft.com/office/drawing/2014/main" id="{15BD811D-F86E-82B2-5B8C-158BB47AB449}"/>
              </a:ext>
            </a:extLst>
          </p:cNvPr>
          <p:cNvSpPr>
            <a:spLocks noGrp="1"/>
          </p:cNvSpPr>
          <p:nvPr>
            <p:ph type="pic" sz="quarter" idx="24"/>
          </p:nvPr>
        </p:nvSpPr>
        <p:spPr>
          <a:xfrm>
            <a:off x="8590548" y="4293801"/>
            <a:ext cx="473008" cy="473007"/>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5" name="Straight Connector 4">
            <a:extLst>
              <a:ext uri="{FF2B5EF4-FFF2-40B4-BE49-F238E27FC236}">
                <a16:creationId xmlns:a16="http://schemas.microsoft.com/office/drawing/2014/main" id="{FB7C0B57-8F8D-2992-849C-1DB0793193CE}"/>
              </a:ext>
            </a:extLst>
          </p:cNvPr>
          <p:cNvCxnSpPr>
            <a:cxnSpLocks/>
          </p:cNvCxnSpPr>
          <p:nvPr userDrawn="1"/>
        </p:nvCxnSpPr>
        <p:spPr>
          <a:xfrm>
            <a:off x="45424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B2A97980-077E-F4BC-E0F2-FDCEBF8872C7}"/>
              </a:ext>
            </a:extLst>
          </p:cNvPr>
          <p:cNvCxnSpPr>
            <a:cxnSpLocks/>
          </p:cNvCxnSpPr>
          <p:nvPr userDrawn="1"/>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800E5FA-727A-1FE9-49EA-6ACDCDDC22F0}"/>
              </a:ext>
            </a:extLst>
          </p:cNvPr>
          <p:cNvCxnSpPr>
            <a:cxnSpLocks/>
          </p:cNvCxnSpPr>
          <p:nvPr userDrawn="1"/>
        </p:nvCxnSpPr>
        <p:spPr>
          <a:xfrm>
            <a:off x="8721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8E9ABCE-C273-F640-D86E-7D98BF018B32}"/>
              </a:ext>
            </a:extLst>
          </p:cNvPr>
          <p:cNvCxnSpPr>
            <a:cxnSpLocks/>
          </p:cNvCxnSpPr>
          <p:nvPr userDrawn="1"/>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C508089F-8993-8206-C8F3-49BB857A5DA0}"/>
              </a:ext>
            </a:extLst>
          </p:cNvPr>
          <p:cNvCxnSpPr>
            <a:cxnSpLocks/>
          </p:cNvCxnSpPr>
          <p:nvPr userDrawn="1"/>
        </p:nvCxnSpPr>
        <p:spPr>
          <a:xfrm>
            <a:off x="84286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3D3B2490-C41F-ED5D-DBE0-DB6D4A8405A5}"/>
              </a:ext>
            </a:extLst>
          </p:cNvPr>
          <p:cNvCxnSpPr>
            <a:cxnSpLocks/>
          </p:cNvCxnSpPr>
          <p:nvPr userDrawn="1"/>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23" name="Picture 22">
            <a:extLst>
              <a:ext uri="{FF2B5EF4-FFF2-40B4-BE49-F238E27FC236}">
                <a16:creationId xmlns:a16="http://schemas.microsoft.com/office/drawing/2014/main" id="{BADC82CD-A379-5F28-EF3C-E6970EF10986}"/>
              </a:ext>
            </a:extLst>
          </p:cNvPr>
          <p:cNvPicPr>
            <a:picLocks noChangeAspect="1"/>
          </p:cNvPicPr>
          <p:nvPr userDrawn="1"/>
        </p:nvPicPr>
        <p:blipFill>
          <a:blip r:embed="rId2"/>
          <a:srcRect/>
          <a:stretch/>
        </p:blipFill>
        <p:spPr>
          <a:xfrm>
            <a:off x="10236204" y="6365323"/>
            <a:ext cx="1117593" cy="184283"/>
          </a:xfrm>
          <a:prstGeom prst="rect">
            <a:avLst/>
          </a:prstGeom>
        </p:spPr>
      </p:pic>
      <p:sp>
        <p:nvSpPr>
          <p:cNvPr id="24" name="TextBox 23">
            <a:extLst>
              <a:ext uri="{FF2B5EF4-FFF2-40B4-BE49-F238E27FC236}">
                <a16:creationId xmlns:a16="http://schemas.microsoft.com/office/drawing/2014/main" id="{173FCC2E-92ED-AA75-ACB5-E2EE8F6A6006}"/>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763220224"/>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tat - Orange">
    <p:bg>
      <p:bgPr>
        <a:gradFill>
          <a:gsLst>
            <a:gs pos="0">
              <a:schemeClr val="accent5"/>
            </a:gs>
            <a:gs pos="100000">
              <a:schemeClr val="accent4"/>
            </a:gs>
          </a:gsLst>
          <a:lin ang="27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2C5A-A02C-A127-36B6-64E0CEA50962}"/>
              </a:ext>
            </a:extLst>
          </p:cNvPr>
          <p:cNvSpPr>
            <a:spLocks noGrp="1"/>
          </p:cNvSpPr>
          <p:nvPr>
            <p:ph type="title" hasCustomPrompt="1"/>
          </p:nvPr>
        </p:nvSpPr>
        <p:spPr>
          <a:xfrm>
            <a:off x="889000" y="1649412"/>
            <a:ext cx="10464800" cy="3559175"/>
          </a:xfrm>
        </p:spPr>
        <p:txBody>
          <a:bodyPr lIns="0" tIns="0" bIns="0" anchor="ctr">
            <a:noAutofit/>
          </a:bodyPr>
          <a:lstStyle>
            <a:lvl1pPr marL="0" indent="0" algn="ctr">
              <a:lnSpc>
                <a:spcPct val="80000"/>
              </a:lnSpc>
              <a:tabLst/>
              <a:defRPr sz="25900">
                <a:solidFill>
                  <a:schemeClr val="bg1"/>
                </a:solidFill>
              </a:defRPr>
            </a:lvl1pPr>
          </a:lstStyle>
          <a:p>
            <a:r>
              <a:rPr lang="en-US" dirty="0"/>
              <a:t>$13M</a:t>
            </a:r>
          </a:p>
        </p:txBody>
      </p:sp>
      <p:pic>
        <p:nvPicPr>
          <p:cNvPr id="10" name="Picture 9">
            <a:extLst>
              <a:ext uri="{FF2B5EF4-FFF2-40B4-BE49-F238E27FC236}">
                <a16:creationId xmlns:a16="http://schemas.microsoft.com/office/drawing/2014/main" id="{31A58BBB-F991-FE84-98AF-E584FF9D7051}"/>
              </a:ext>
            </a:extLst>
          </p:cNvPr>
          <p:cNvPicPr>
            <a:picLocks noChangeAspect="1"/>
          </p:cNvPicPr>
          <p:nvPr/>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805B73C6-0408-52BF-0A99-C3B5EC96D457}"/>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A9EC891C-FE08-69E7-A815-4A4490E7EEE4}"/>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5" name="TextBox 4">
            <a:extLst>
              <a:ext uri="{FF2B5EF4-FFF2-40B4-BE49-F238E27FC236}">
                <a16:creationId xmlns:a16="http://schemas.microsoft.com/office/drawing/2014/main" id="{4274AC09-B816-EB80-FC26-ED5BE9BC6424}"/>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6" name="Picture 5">
            <a:extLst>
              <a:ext uri="{FF2B5EF4-FFF2-40B4-BE49-F238E27FC236}">
                <a16:creationId xmlns:a16="http://schemas.microsoft.com/office/drawing/2014/main" id="{C8A223CC-7047-D812-40BD-BF4399F8D572}"/>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7" name="TextBox 6">
            <a:extLst>
              <a:ext uri="{FF2B5EF4-FFF2-40B4-BE49-F238E27FC236}">
                <a16:creationId xmlns:a16="http://schemas.microsoft.com/office/drawing/2014/main" id="{476472D8-055F-DF69-E5C0-962936763D0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42290922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tat - Light">
    <p:bg>
      <p:bgPr>
        <a:gradFill>
          <a:gsLst>
            <a:gs pos="100000">
              <a:schemeClr val="bg2">
                <a:lumMod val="75000"/>
              </a:schemeClr>
            </a:gs>
            <a:gs pos="0">
              <a:schemeClr val="bg2"/>
            </a:gs>
          </a:gsLst>
          <a:lin ang="27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2C5A-A02C-A127-36B6-64E0CEA50962}"/>
              </a:ext>
            </a:extLst>
          </p:cNvPr>
          <p:cNvSpPr>
            <a:spLocks noGrp="1"/>
          </p:cNvSpPr>
          <p:nvPr>
            <p:ph type="title" hasCustomPrompt="1"/>
          </p:nvPr>
        </p:nvSpPr>
        <p:spPr>
          <a:xfrm>
            <a:off x="889000" y="1649412"/>
            <a:ext cx="10464800" cy="3559175"/>
          </a:xfrm>
        </p:spPr>
        <p:txBody>
          <a:bodyPr lIns="0" tIns="0" bIns="0" anchor="ctr">
            <a:noAutofit/>
          </a:bodyPr>
          <a:lstStyle>
            <a:lvl1pPr marL="0" indent="0" algn="ctr">
              <a:lnSpc>
                <a:spcPct val="80000"/>
              </a:lnSpc>
              <a:tabLst/>
              <a:defRPr sz="25900">
                <a:solidFill>
                  <a:schemeClr val="bg1"/>
                </a:solidFill>
              </a:defRPr>
            </a:lvl1pPr>
          </a:lstStyle>
          <a:p>
            <a:r>
              <a:rPr lang="en-US" dirty="0"/>
              <a:t>$13M</a:t>
            </a:r>
          </a:p>
        </p:txBody>
      </p:sp>
      <p:pic>
        <p:nvPicPr>
          <p:cNvPr id="10" name="Picture 9">
            <a:extLst>
              <a:ext uri="{FF2B5EF4-FFF2-40B4-BE49-F238E27FC236}">
                <a16:creationId xmlns:a16="http://schemas.microsoft.com/office/drawing/2014/main" id="{31A58BBB-F991-FE84-98AF-E584FF9D7051}"/>
              </a:ext>
            </a:extLst>
          </p:cNvPr>
          <p:cNvPicPr>
            <a:picLocks noChangeAspect="1"/>
          </p:cNvPicPr>
          <p:nvPr/>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2B2733D5-9AAF-64AC-2413-AE7580A79DCD}"/>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9F9099D8-0766-AA1C-CE96-E7114787FBAF}"/>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5" name="TextBox 4">
            <a:extLst>
              <a:ext uri="{FF2B5EF4-FFF2-40B4-BE49-F238E27FC236}">
                <a16:creationId xmlns:a16="http://schemas.microsoft.com/office/drawing/2014/main" id="{6730ABEF-5300-57A8-7D1F-A79B33E06121}"/>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6" name="Picture 5">
            <a:extLst>
              <a:ext uri="{FF2B5EF4-FFF2-40B4-BE49-F238E27FC236}">
                <a16:creationId xmlns:a16="http://schemas.microsoft.com/office/drawing/2014/main" id="{14ABCF8F-A1EE-400E-951C-E1BD0E137332}"/>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7" name="TextBox 6">
            <a:extLst>
              <a:ext uri="{FF2B5EF4-FFF2-40B4-BE49-F238E27FC236}">
                <a16:creationId xmlns:a16="http://schemas.microsoft.com/office/drawing/2014/main" id="{C421C3BE-1B49-B72B-9851-97689F89ACE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38474604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4 Column ">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6907D1E-10D7-5D0C-B02D-0A49F809A69C}"/>
              </a:ext>
            </a:extLst>
          </p:cNvPr>
          <p:cNvSpPr>
            <a:spLocks noGrp="1" noRot="1" noMove="1" noResize="1" noEditPoints="1" noAdjustHandles="1" noChangeArrowheads="1" noChangeShapeType="1"/>
          </p:cNvSpPr>
          <p:nvPr/>
        </p:nvSpPr>
        <p:spPr>
          <a:xfrm>
            <a:off x="6096000" y="0"/>
            <a:ext cx="2967790" cy="6858000"/>
          </a:xfrm>
          <a:prstGeom prst="rect">
            <a:avLst/>
          </a:prstGeom>
          <a:gradFill>
            <a:gsLst>
              <a:gs pos="0">
                <a:schemeClr val="accent3"/>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81AD486-BB6E-4F73-F19D-2D62D81726FF}"/>
              </a:ext>
            </a:extLst>
          </p:cNvPr>
          <p:cNvSpPr>
            <a:spLocks noGrp="1" noRot="1" noMove="1" noResize="1" noEditPoints="1" noAdjustHandles="1" noChangeArrowheads="1" noChangeShapeType="1"/>
          </p:cNvSpPr>
          <p:nvPr/>
        </p:nvSpPr>
        <p:spPr>
          <a:xfrm>
            <a:off x="9063790" y="0"/>
            <a:ext cx="3128210" cy="6858000"/>
          </a:xfrm>
          <a:prstGeom prst="rect">
            <a:avLst/>
          </a:prstGeom>
          <a:gradFill>
            <a:gsLst>
              <a:gs pos="0">
                <a:schemeClr val="accent5"/>
              </a:gs>
              <a:gs pos="99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144C2D4-77DF-4445-3005-1D0D21203979}"/>
              </a:ext>
            </a:extLst>
          </p:cNvPr>
          <p:cNvSpPr>
            <a:spLocks noGrp="1" noRot="1" noMove="1" noResize="1" noEditPoints="1" noAdjustHandles="1" noChangeArrowheads="1" noChangeShapeType="1"/>
          </p:cNvSpPr>
          <p:nvPr/>
        </p:nvSpPr>
        <p:spPr>
          <a:xfrm>
            <a:off x="4011" y="0"/>
            <a:ext cx="3128210" cy="6858000"/>
          </a:xfrm>
          <a:prstGeom prst="rect">
            <a:avLst/>
          </a:prstGeom>
          <a:gradFill>
            <a:gsLst>
              <a:gs pos="0">
                <a:schemeClr val="accent1"/>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C3AF998-DAC6-320A-7C2A-DE5FA1C7F375}"/>
              </a:ext>
            </a:extLst>
          </p:cNvPr>
          <p:cNvSpPr>
            <a:spLocks noGrp="1" noRot="1" noMove="1" noResize="1" noEditPoints="1" noAdjustHandles="1" noChangeArrowheads="1" noChangeShapeType="1"/>
          </p:cNvSpPr>
          <p:nvPr/>
        </p:nvSpPr>
        <p:spPr>
          <a:xfrm>
            <a:off x="3136231" y="0"/>
            <a:ext cx="2967790" cy="6858000"/>
          </a:xfrm>
          <a:prstGeom prst="rect">
            <a:avLst/>
          </a:prstGeom>
          <a:gradFill>
            <a:gsLst>
              <a:gs pos="0">
                <a:schemeClr val="accent5"/>
              </a:gs>
              <a:gs pos="99000">
                <a:schemeClr val="accent4"/>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 Placeholder 2">
            <a:extLst>
              <a:ext uri="{FF2B5EF4-FFF2-40B4-BE49-F238E27FC236}">
                <a16:creationId xmlns:a16="http://schemas.microsoft.com/office/drawing/2014/main" id="{83DD1B15-1F89-D692-96DF-15C1A83CCE42}"/>
              </a:ext>
            </a:extLst>
          </p:cNvPr>
          <p:cNvSpPr>
            <a:spLocks noGrp="1"/>
          </p:cNvSpPr>
          <p:nvPr>
            <p:ph type="body" idx="19" hasCustomPrompt="1"/>
          </p:nvPr>
        </p:nvSpPr>
        <p:spPr>
          <a:xfrm>
            <a:off x="509939"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30" name="Content Placeholder 3">
            <a:extLst>
              <a:ext uri="{FF2B5EF4-FFF2-40B4-BE49-F238E27FC236}">
                <a16:creationId xmlns:a16="http://schemas.microsoft.com/office/drawing/2014/main" id="{A7B7FB43-7EC8-AC76-0A14-9E1277430781}"/>
              </a:ext>
            </a:extLst>
          </p:cNvPr>
          <p:cNvSpPr>
            <a:spLocks noGrp="1"/>
          </p:cNvSpPr>
          <p:nvPr>
            <p:ph sz="half" idx="20" hasCustomPrompt="1"/>
          </p:nvPr>
        </p:nvSpPr>
        <p:spPr>
          <a:xfrm>
            <a:off x="509939"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pic>
        <p:nvPicPr>
          <p:cNvPr id="44" name="Picture 43">
            <a:extLst>
              <a:ext uri="{FF2B5EF4-FFF2-40B4-BE49-F238E27FC236}">
                <a16:creationId xmlns:a16="http://schemas.microsoft.com/office/drawing/2014/main" id="{6C6032DA-FF80-88C3-2E14-1B874B380ABA}"/>
              </a:ext>
            </a:extLst>
          </p:cNvPr>
          <p:cNvPicPr>
            <a:picLocks noChangeAspect="1"/>
          </p:cNvPicPr>
          <p:nvPr/>
        </p:nvPicPr>
        <p:blipFill>
          <a:blip r:embed="rId2"/>
          <a:srcRect/>
          <a:stretch/>
        </p:blipFill>
        <p:spPr>
          <a:xfrm>
            <a:off x="10236204" y="6365323"/>
            <a:ext cx="1117593" cy="184284"/>
          </a:xfrm>
          <a:prstGeom prst="rect">
            <a:avLst/>
          </a:prstGeom>
        </p:spPr>
      </p:pic>
      <p:sp>
        <p:nvSpPr>
          <p:cNvPr id="3" name="Content Placeholder 3">
            <a:extLst>
              <a:ext uri="{FF2B5EF4-FFF2-40B4-BE49-F238E27FC236}">
                <a16:creationId xmlns:a16="http://schemas.microsoft.com/office/drawing/2014/main" id="{399AB83B-3970-AA58-5E5A-9FB4D6E2E6D9}"/>
              </a:ext>
            </a:extLst>
          </p:cNvPr>
          <p:cNvSpPr>
            <a:spLocks noGrp="1"/>
          </p:cNvSpPr>
          <p:nvPr>
            <p:ph sz="half" idx="28" hasCustomPrompt="1"/>
          </p:nvPr>
        </p:nvSpPr>
        <p:spPr>
          <a:xfrm>
            <a:off x="509939"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0" name="Text Placeholder 2">
            <a:extLst>
              <a:ext uri="{FF2B5EF4-FFF2-40B4-BE49-F238E27FC236}">
                <a16:creationId xmlns:a16="http://schemas.microsoft.com/office/drawing/2014/main" id="{B3D24C33-3C7E-EC7B-E277-8FDC091E9755}"/>
              </a:ext>
            </a:extLst>
          </p:cNvPr>
          <p:cNvSpPr>
            <a:spLocks noGrp="1"/>
          </p:cNvSpPr>
          <p:nvPr>
            <p:ph type="body" idx="29" hasCustomPrompt="1"/>
          </p:nvPr>
        </p:nvSpPr>
        <p:spPr>
          <a:xfrm>
            <a:off x="3469708"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2" name="Content Placeholder 3">
            <a:extLst>
              <a:ext uri="{FF2B5EF4-FFF2-40B4-BE49-F238E27FC236}">
                <a16:creationId xmlns:a16="http://schemas.microsoft.com/office/drawing/2014/main" id="{F64DA85F-9085-2E52-C671-86CC8901922B}"/>
              </a:ext>
            </a:extLst>
          </p:cNvPr>
          <p:cNvSpPr>
            <a:spLocks noGrp="1"/>
          </p:cNvSpPr>
          <p:nvPr>
            <p:ph sz="half" idx="30" hasCustomPrompt="1"/>
          </p:nvPr>
        </p:nvSpPr>
        <p:spPr>
          <a:xfrm>
            <a:off x="3469708"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13" name="Content Placeholder 3">
            <a:extLst>
              <a:ext uri="{FF2B5EF4-FFF2-40B4-BE49-F238E27FC236}">
                <a16:creationId xmlns:a16="http://schemas.microsoft.com/office/drawing/2014/main" id="{899B2E82-1E78-8C35-F5BA-628C6B92828E}"/>
              </a:ext>
            </a:extLst>
          </p:cNvPr>
          <p:cNvSpPr>
            <a:spLocks noGrp="1"/>
          </p:cNvSpPr>
          <p:nvPr>
            <p:ph sz="half" idx="31" hasCustomPrompt="1"/>
          </p:nvPr>
        </p:nvSpPr>
        <p:spPr>
          <a:xfrm>
            <a:off x="3469708"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5" name="Text Placeholder 2">
            <a:extLst>
              <a:ext uri="{FF2B5EF4-FFF2-40B4-BE49-F238E27FC236}">
                <a16:creationId xmlns:a16="http://schemas.microsoft.com/office/drawing/2014/main" id="{8485C90F-3AE9-352D-14C8-3473FC59EFA4}"/>
              </a:ext>
            </a:extLst>
          </p:cNvPr>
          <p:cNvSpPr>
            <a:spLocks noGrp="1"/>
          </p:cNvSpPr>
          <p:nvPr>
            <p:ph type="body" idx="32" hasCustomPrompt="1"/>
          </p:nvPr>
        </p:nvSpPr>
        <p:spPr>
          <a:xfrm>
            <a:off x="6419206"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6" name="Content Placeholder 3">
            <a:extLst>
              <a:ext uri="{FF2B5EF4-FFF2-40B4-BE49-F238E27FC236}">
                <a16:creationId xmlns:a16="http://schemas.microsoft.com/office/drawing/2014/main" id="{07B8F4AE-B6DA-CB07-CFD5-196177AD9FB6}"/>
              </a:ext>
            </a:extLst>
          </p:cNvPr>
          <p:cNvSpPr>
            <a:spLocks noGrp="1"/>
          </p:cNvSpPr>
          <p:nvPr>
            <p:ph sz="half" idx="33" hasCustomPrompt="1"/>
          </p:nvPr>
        </p:nvSpPr>
        <p:spPr>
          <a:xfrm>
            <a:off x="6441508"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17" name="Content Placeholder 3">
            <a:extLst>
              <a:ext uri="{FF2B5EF4-FFF2-40B4-BE49-F238E27FC236}">
                <a16:creationId xmlns:a16="http://schemas.microsoft.com/office/drawing/2014/main" id="{5918C8E5-B32F-30DB-1A2F-FBD93C9A782D}"/>
              </a:ext>
            </a:extLst>
          </p:cNvPr>
          <p:cNvSpPr>
            <a:spLocks noGrp="1"/>
          </p:cNvSpPr>
          <p:nvPr>
            <p:ph sz="half" idx="34" hasCustomPrompt="1"/>
          </p:nvPr>
        </p:nvSpPr>
        <p:spPr>
          <a:xfrm>
            <a:off x="6441508"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8" name="Text Placeholder 2">
            <a:extLst>
              <a:ext uri="{FF2B5EF4-FFF2-40B4-BE49-F238E27FC236}">
                <a16:creationId xmlns:a16="http://schemas.microsoft.com/office/drawing/2014/main" id="{C88905B0-1F7A-3098-3D87-B4D0C46DEEA4}"/>
              </a:ext>
            </a:extLst>
          </p:cNvPr>
          <p:cNvSpPr>
            <a:spLocks noGrp="1"/>
          </p:cNvSpPr>
          <p:nvPr>
            <p:ph type="body" idx="35" hasCustomPrompt="1"/>
          </p:nvPr>
        </p:nvSpPr>
        <p:spPr>
          <a:xfrm>
            <a:off x="9401277"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04</a:t>
            </a:r>
          </a:p>
        </p:txBody>
      </p:sp>
      <p:sp>
        <p:nvSpPr>
          <p:cNvPr id="19" name="Content Placeholder 3">
            <a:extLst>
              <a:ext uri="{FF2B5EF4-FFF2-40B4-BE49-F238E27FC236}">
                <a16:creationId xmlns:a16="http://schemas.microsoft.com/office/drawing/2014/main" id="{C38F0F01-8CA0-322D-FD81-5A3BAA3B2DA9}"/>
              </a:ext>
            </a:extLst>
          </p:cNvPr>
          <p:cNvSpPr>
            <a:spLocks noGrp="1"/>
          </p:cNvSpPr>
          <p:nvPr>
            <p:ph sz="half" idx="36" hasCustomPrompt="1"/>
          </p:nvPr>
        </p:nvSpPr>
        <p:spPr>
          <a:xfrm>
            <a:off x="9401277"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23" name="Content Placeholder 3">
            <a:extLst>
              <a:ext uri="{FF2B5EF4-FFF2-40B4-BE49-F238E27FC236}">
                <a16:creationId xmlns:a16="http://schemas.microsoft.com/office/drawing/2014/main" id="{35DEC288-D3AB-E659-AF92-FAC2AD0187D8}"/>
              </a:ext>
            </a:extLst>
          </p:cNvPr>
          <p:cNvSpPr>
            <a:spLocks noGrp="1"/>
          </p:cNvSpPr>
          <p:nvPr>
            <p:ph sz="half" idx="37" hasCustomPrompt="1"/>
          </p:nvPr>
        </p:nvSpPr>
        <p:spPr>
          <a:xfrm>
            <a:off x="9401277"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2" name="Slide Number Placeholder 28">
            <a:extLst>
              <a:ext uri="{FF2B5EF4-FFF2-40B4-BE49-F238E27FC236}">
                <a16:creationId xmlns:a16="http://schemas.microsoft.com/office/drawing/2014/main" id="{3F3DCBD3-8820-D724-EEA9-9FC57E8E3035}"/>
              </a:ext>
            </a:extLst>
          </p:cNvPr>
          <p:cNvSpPr>
            <a:spLocks noGrp="1"/>
          </p:cNvSpPr>
          <p:nvPr>
            <p:ph type="sldNum" sz="quarter" idx="38"/>
          </p:nvPr>
        </p:nvSpPr>
        <p:spPr>
          <a:xfrm>
            <a:off x="558800" y="6264275"/>
            <a:ext cx="279400" cy="365125"/>
          </a:xfrm>
        </p:spPr>
        <p:txBody>
          <a:bodyPr/>
          <a:lstStyle>
            <a:lvl1pPr>
              <a:defRPr>
                <a:solidFill>
                  <a:schemeClr val="bg1"/>
                </a:solidFill>
              </a:defRPr>
            </a:lvl1p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F75EB40D-C290-1A00-A30A-209415A36DCC}"/>
              </a:ext>
            </a:extLst>
          </p:cNvPr>
          <p:cNvSpPr>
            <a:spLocks noGrp="1"/>
          </p:cNvSpPr>
          <p:nvPr>
            <p:ph type="ftr" sz="quarter" idx="39"/>
          </p:nvPr>
        </p:nvSpPr>
        <p:spPr>
          <a:xfrm>
            <a:off x="882210" y="6264275"/>
            <a:ext cx="4554218" cy="365125"/>
          </a:xfrm>
        </p:spPr>
        <p:txBody>
          <a:bodyPr/>
          <a:lstStyle>
            <a:lvl1pPr>
              <a:defRPr>
                <a:solidFill>
                  <a:schemeClr val="bg1"/>
                </a:solidFill>
              </a:defRPr>
            </a:lvl1pPr>
          </a:lstStyle>
          <a:p>
            <a:r>
              <a:rPr lang="en-US"/>
              <a:t>Presentation Title Goes Here</a:t>
            </a:r>
            <a:endParaRPr lang="en-US" dirty="0"/>
          </a:p>
        </p:txBody>
      </p:sp>
      <p:cxnSp>
        <p:nvCxnSpPr>
          <p:cNvPr id="14" name="Straight Connector 13">
            <a:extLst>
              <a:ext uri="{FF2B5EF4-FFF2-40B4-BE49-F238E27FC236}">
                <a16:creationId xmlns:a16="http://schemas.microsoft.com/office/drawing/2014/main" id="{73BB7E62-83FD-FA61-4E49-3B99F77A837E}"/>
              </a:ext>
            </a:extLst>
          </p:cNvPr>
          <p:cNvCxnSpPr/>
          <p:nvPr/>
        </p:nvCxnSpPr>
        <p:spPr>
          <a:xfrm>
            <a:off x="3132221"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A89E524-D6E2-1C64-420B-D281ADA4C1D8}"/>
              </a:ext>
            </a:extLst>
          </p:cNvPr>
          <p:cNvCxnSpPr/>
          <p:nvPr/>
        </p:nvCxnSpPr>
        <p:spPr>
          <a:xfrm>
            <a:off x="6098445"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16DA8CF-AE55-D0E1-C112-E1756297E0C6}"/>
              </a:ext>
            </a:extLst>
          </p:cNvPr>
          <p:cNvCxnSpPr/>
          <p:nvPr/>
        </p:nvCxnSpPr>
        <p:spPr>
          <a:xfrm>
            <a:off x="9064669"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6AD33249-039D-AC22-0A89-43D02D29E3A4}"/>
              </a:ext>
            </a:extLst>
          </p:cNvPr>
          <p:cNvSpPr/>
          <p:nvPr userDrawn="1"/>
        </p:nvSpPr>
        <p:spPr>
          <a:xfrm>
            <a:off x="6096000" y="0"/>
            <a:ext cx="2967790" cy="6858000"/>
          </a:xfrm>
          <a:prstGeom prst="rect">
            <a:avLst/>
          </a:prstGeom>
          <a:gradFill>
            <a:gsLst>
              <a:gs pos="0">
                <a:schemeClr val="accent3"/>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505B6E0-AB40-E960-9235-BF4153697875}"/>
              </a:ext>
            </a:extLst>
          </p:cNvPr>
          <p:cNvSpPr/>
          <p:nvPr userDrawn="1"/>
        </p:nvSpPr>
        <p:spPr>
          <a:xfrm>
            <a:off x="9063790" y="0"/>
            <a:ext cx="3128210" cy="6858000"/>
          </a:xfrm>
          <a:prstGeom prst="rect">
            <a:avLst/>
          </a:prstGeom>
          <a:gradFill>
            <a:gsLst>
              <a:gs pos="0">
                <a:schemeClr val="accent5"/>
              </a:gs>
              <a:gs pos="99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863B9B4D-A870-0BEB-A0B3-52CC747D2FDD}"/>
              </a:ext>
            </a:extLst>
          </p:cNvPr>
          <p:cNvSpPr/>
          <p:nvPr userDrawn="1"/>
        </p:nvSpPr>
        <p:spPr>
          <a:xfrm>
            <a:off x="4011" y="0"/>
            <a:ext cx="3128210" cy="6858000"/>
          </a:xfrm>
          <a:prstGeom prst="rect">
            <a:avLst/>
          </a:prstGeom>
          <a:gradFill>
            <a:gsLst>
              <a:gs pos="0">
                <a:schemeClr val="accent1"/>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27E9E3A-AF92-3E1D-0EF9-6F03DFFDB6E7}"/>
              </a:ext>
            </a:extLst>
          </p:cNvPr>
          <p:cNvSpPr/>
          <p:nvPr userDrawn="1"/>
        </p:nvSpPr>
        <p:spPr>
          <a:xfrm>
            <a:off x="3136231" y="0"/>
            <a:ext cx="2967790" cy="6858000"/>
          </a:xfrm>
          <a:prstGeom prst="rect">
            <a:avLst/>
          </a:prstGeom>
          <a:gradFill>
            <a:gsLst>
              <a:gs pos="0">
                <a:schemeClr val="accent5"/>
              </a:gs>
              <a:gs pos="99000">
                <a:schemeClr val="accent4"/>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6CAB9828-DAF4-35BF-A049-7E2B47C35AD0}"/>
              </a:ext>
            </a:extLst>
          </p:cNvPr>
          <p:cNvPicPr>
            <a:picLocks noChangeAspect="1"/>
          </p:cNvPicPr>
          <p:nvPr userDrawn="1"/>
        </p:nvPicPr>
        <p:blipFill>
          <a:blip r:embed="rId2"/>
          <a:srcRect/>
          <a:stretch/>
        </p:blipFill>
        <p:spPr>
          <a:xfrm>
            <a:off x="10236204" y="6365323"/>
            <a:ext cx="1117593" cy="184284"/>
          </a:xfrm>
          <a:prstGeom prst="rect">
            <a:avLst/>
          </a:prstGeom>
        </p:spPr>
      </p:pic>
      <p:cxnSp>
        <p:nvCxnSpPr>
          <p:cNvPr id="26" name="Straight Connector 25">
            <a:extLst>
              <a:ext uri="{FF2B5EF4-FFF2-40B4-BE49-F238E27FC236}">
                <a16:creationId xmlns:a16="http://schemas.microsoft.com/office/drawing/2014/main" id="{5447B09A-CA54-8CDA-1DBF-9DA93238FCA8}"/>
              </a:ext>
            </a:extLst>
          </p:cNvPr>
          <p:cNvCxnSpPr/>
          <p:nvPr userDrawn="1"/>
        </p:nvCxnSpPr>
        <p:spPr>
          <a:xfrm>
            <a:off x="3132221"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B053FD5D-5ED9-4C17-B5E0-8DF22D53133D}"/>
              </a:ext>
            </a:extLst>
          </p:cNvPr>
          <p:cNvCxnSpPr/>
          <p:nvPr userDrawn="1"/>
        </p:nvCxnSpPr>
        <p:spPr>
          <a:xfrm>
            <a:off x="6098445"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2F157BEB-6C1B-00C0-9212-E2288AC94A75}"/>
              </a:ext>
            </a:extLst>
          </p:cNvPr>
          <p:cNvCxnSpPr/>
          <p:nvPr userDrawn="1"/>
        </p:nvCxnSpPr>
        <p:spPr>
          <a:xfrm>
            <a:off x="9064669"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94309"/>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rge Image + Caption">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548307F-569A-ACEB-7613-0AB60345B8B5}"/>
              </a:ext>
            </a:extLst>
          </p:cNvPr>
          <p:cNvSpPr>
            <a:spLocks noGrp="1"/>
          </p:cNvSpPr>
          <p:nvPr>
            <p:ph type="pic" sz="quarter" idx="14"/>
          </p:nvPr>
        </p:nvSpPr>
        <p:spPr>
          <a:xfrm>
            <a:off x="0" y="0"/>
            <a:ext cx="12192000" cy="6858000"/>
          </a:xfrm>
        </p:spPr>
        <p:txBody>
          <a:bodyPr/>
          <a:lstStyle>
            <a:lvl1pPr marL="0" indent="0">
              <a:buNone/>
              <a:defRPr/>
            </a:lvl1pPr>
          </a:lstStyle>
          <a:p>
            <a:r>
              <a:rPr lang="en-US"/>
              <a:t>Click icon to add picture</a:t>
            </a:r>
            <a:endParaRPr lang="en-US" dirty="0"/>
          </a:p>
        </p:txBody>
      </p:sp>
      <p:pic>
        <p:nvPicPr>
          <p:cNvPr id="13" name="Picture 12">
            <a:extLst>
              <a:ext uri="{FF2B5EF4-FFF2-40B4-BE49-F238E27FC236}">
                <a16:creationId xmlns:a16="http://schemas.microsoft.com/office/drawing/2014/main" id="{01017E3D-D397-2D38-6EEC-C7BC987CB07B}"/>
              </a:ext>
            </a:extLst>
          </p:cNvPr>
          <p:cNvPicPr>
            <a:picLocks noChangeAspect="1"/>
          </p:cNvPicPr>
          <p:nvPr/>
        </p:nvPicPr>
        <p:blipFill>
          <a:blip r:embed="rId2"/>
          <a:srcRect/>
          <a:stretch/>
        </p:blipFill>
        <p:spPr>
          <a:xfrm>
            <a:off x="10236204" y="6365323"/>
            <a:ext cx="1117593" cy="184284"/>
          </a:xfrm>
          <a:prstGeom prst="rect">
            <a:avLst/>
          </a:prstGeom>
        </p:spPr>
      </p:pic>
      <p:pic>
        <p:nvPicPr>
          <p:cNvPr id="2" name="Picture 1">
            <a:extLst>
              <a:ext uri="{FF2B5EF4-FFF2-40B4-BE49-F238E27FC236}">
                <a16:creationId xmlns:a16="http://schemas.microsoft.com/office/drawing/2014/main" id="{2B4B549E-17E7-C87E-42CF-8E0A5CD82392}"/>
              </a:ext>
            </a:extLst>
          </p:cNvPr>
          <p:cNvPicPr>
            <a:picLocks noChangeAspect="1"/>
          </p:cNvPicPr>
          <p:nvPr userDrawn="1"/>
        </p:nvPicPr>
        <p:blipFill>
          <a:blip r:embed="rId2"/>
          <a:srcRect/>
          <a:stretch/>
        </p:blipFill>
        <p:spPr>
          <a:xfrm>
            <a:off x="10236204" y="6365323"/>
            <a:ext cx="1117593" cy="184284"/>
          </a:xfrm>
          <a:prstGeom prst="rect">
            <a:avLst/>
          </a:prstGeom>
        </p:spPr>
      </p:pic>
    </p:spTree>
    <p:extLst>
      <p:ext uri="{BB962C8B-B14F-4D97-AF65-F5344CB8AC3E}">
        <p14:creationId xmlns:p14="http://schemas.microsoft.com/office/powerpoint/2010/main" val="12246121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asic Backgroun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1017E3D-D397-2D38-6EEC-C7BC987CB07B}"/>
              </a:ext>
            </a:extLst>
          </p:cNvPr>
          <p:cNvPicPr>
            <a:picLocks noChangeAspect="1"/>
          </p:cNvPicPr>
          <p:nvPr/>
        </p:nvPicPr>
        <p:blipFill>
          <a:blip r:embed="rId2"/>
          <a:srcRect/>
          <a:stretch/>
        </p:blipFill>
        <p:spPr>
          <a:xfrm>
            <a:off x="10236204" y="6365323"/>
            <a:ext cx="1117593" cy="184284"/>
          </a:xfrm>
          <a:prstGeom prst="rect">
            <a:avLst/>
          </a:prstGeom>
        </p:spPr>
      </p:pic>
      <p:pic>
        <p:nvPicPr>
          <p:cNvPr id="2" name="Picture 1">
            <a:extLst>
              <a:ext uri="{FF2B5EF4-FFF2-40B4-BE49-F238E27FC236}">
                <a16:creationId xmlns:a16="http://schemas.microsoft.com/office/drawing/2014/main" id="{90B398FF-4608-3C59-217C-6A40D911543C}"/>
              </a:ext>
            </a:extLst>
          </p:cNvPr>
          <p:cNvPicPr>
            <a:picLocks noChangeAspect="1"/>
          </p:cNvPicPr>
          <p:nvPr/>
        </p:nvPicPr>
        <p:blipFill>
          <a:blip r:embed="rId3"/>
          <a:srcRect/>
          <a:stretch/>
        </p:blipFill>
        <p:spPr>
          <a:xfrm>
            <a:off x="10236201" y="6365323"/>
            <a:ext cx="1117599" cy="184284"/>
          </a:xfrm>
          <a:prstGeom prst="rect">
            <a:avLst/>
          </a:prstGeom>
        </p:spPr>
      </p:pic>
      <p:sp>
        <p:nvSpPr>
          <p:cNvPr id="5" name="TextBox 4">
            <a:extLst>
              <a:ext uri="{FF2B5EF4-FFF2-40B4-BE49-F238E27FC236}">
                <a16:creationId xmlns:a16="http://schemas.microsoft.com/office/drawing/2014/main" id="{FFA7D4A0-1063-2432-FE10-22E229854B0F}"/>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3" name="Picture 2">
            <a:extLst>
              <a:ext uri="{FF2B5EF4-FFF2-40B4-BE49-F238E27FC236}">
                <a16:creationId xmlns:a16="http://schemas.microsoft.com/office/drawing/2014/main" id="{63175FA3-A4F3-A079-AD28-E72F8A221A8F}"/>
              </a:ext>
            </a:extLst>
          </p:cNvPr>
          <p:cNvPicPr>
            <a:picLocks noChangeAspect="1"/>
          </p:cNvPicPr>
          <p:nvPr userDrawn="1"/>
        </p:nvPicPr>
        <p:blipFill>
          <a:blip r:embed="rId2"/>
          <a:srcRect/>
          <a:stretch/>
        </p:blipFill>
        <p:spPr>
          <a:xfrm>
            <a:off x="10236204" y="6365323"/>
            <a:ext cx="1117593" cy="184284"/>
          </a:xfrm>
          <a:prstGeom prst="rect">
            <a:avLst/>
          </a:prstGeom>
        </p:spPr>
      </p:pic>
      <p:pic>
        <p:nvPicPr>
          <p:cNvPr id="4" name="Picture 3">
            <a:extLst>
              <a:ext uri="{FF2B5EF4-FFF2-40B4-BE49-F238E27FC236}">
                <a16:creationId xmlns:a16="http://schemas.microsoft.com/office/drawing/2014/main" id="{E2071067-DDE6-73AB-ABAC-A2E2FDA92421}"/>
              </a:ext>
            </a:extLst>
          </p:cNvPr>
          <p:cNvPicPr>
            <a:picLocks noChangeAspect="1"/>
          </p:cNvPicPr>
          <p:nvPr userDrawn="1"/>
        </p:nvPicPr>
        <p:blipFill>
          <a:blip r:embed="rId3"/>
          <a:srcRect/>
          <a:stretch/>
        </p:blipFill>
        <p:spPr>
          <a:xfrm>
            <a:off x="10236201" y="6365323"/>
            <a:ext cx="1117599" cy="184284"/>
          </a:xfrm>
          <a:prstGeom prst="rect">
            <a:avLst/>
          </a:prstGeom>
        </p:spPr>
      </p:pic>
      <p:sp>
        <p:nvSpPr>
          <p:cNvPr id="6" name="TextBox 5">
            <a:extLst>
              <a:ext uri="{FF2B5EF4-FFF2-40B4-BE49-F238E27FC236}">
                <a16:creationId xmlns:a16="http://schemas.microsoft.com/office/drawing/2014/main" id="{7686B18A-906E-A9D8-8071-EF6A4D884E72}"/>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33093561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Basic Background">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1017E3D-D397-2D38-6EEC-C7BC987CB07B}"/>
              </a:ext>
            </a:extLst>
          </p:cNvPr>
          <p:cNvPicPr>
            <a:picLocks noChangeAspect="1"/>
          </p:cNvPicPr>
          <p:nvPr/>
        </p:nvPicPr>
        <p:blipFill>
          <a:blip r:embed="rId2"/>
          <a:srcRect/>
          <a:stretch/>
        </p:blipFill>
        <p:spPr>
          <a:xfrm>
            <a:off x="10236204" y="6365323"/>
            <a:ext cx="1117593" cy="184284"/>
          </a:xfrm>
          <a:prstGeom prst="rect">
            <a:avLst/>
          </a:prstGeom>
        </p:spPr>
      </p:pic>
      <p:sp>
        <p:nvSpPr>
          <p:cNvPr id="5" name="TextBox 4">
            <a:extLst>
              <a:ext uri="{FF2B5EF4-FFF2-40B4-BE49-F238E27FC236}">
                <a16:creationId xmlns:a16="http://schemas.microsoft.com/office/drawing/2014/main" id="{FFA7D4A0-1063-2432-FE10-22E229854B0F}"/>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bg1"/>
                </a:solidFill>
                <a:latin typeface="Space Grotesk Light" pitchFamily="2" charset="77"/>
              </a:rPr>
              <a:t>P3ADAPTIVE.COM</a:t>
            </a:r>
          </a:p>
        </p:txBody>
      </p:sp>
      <p:pic>
        <p:nvPicPr>
          <p:cNvPr id="2" name="Picture 1">
            <a:extLst>
              <a:ext uri="{FF2B5EF4-FFF2-40B4-BE49-F238E27FC236}">
                <a16:creationId xmlns:a16="http://schemas.microsoft.com/office/drawing/2014/main" id="{15E845C4-9D9F-90AC-12ED-C1B33483F822}"/>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3" name="TextBox 2">
            <a:extLst>
              <a:ext uri="{FF2B5EF4-FFF2-40B4-BE49-F238E27FC236}">
                <a16:creationId xmlns:a16="http://schemas.microsoft.com/office/drawing/2014/main" id="{5110545B-3E1D-7211-7FB9-B3D951F4B79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bg1"/>
                </a:solidFill>
                <a:latin typeface="Space Grotesk Light" pitchFamily="2" charset="77"/>
              </a:rPr>
              <a:t>P3ADAPTIVE.COM</a:t>
            </a:r>
          </a:p>
        </p:txBody>
      </p:sp>
    </p:spTree>
    <p:extLst>
      <p:ext uri="{BB962C8B-B14F-4D97-AF65-F5344CB8AC3E}">
        <p14:creationId xmlns:p14="http://schemas.microsoft.com/office/powerpoint/2010/main" val="33272408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Simple List - Bla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8200" y="228601"/>
            <a:ext cx="10517188" cy="1371600"/>
          </a:xfrm>
        </p:spPr>
        <p:txBody>
          <a:bodyPr lIns="0" anchor="b"/>
          <a:lstStyle>
            <a:lvl1pPr>
              <a:defRPr>
                <a:solidFill>
                  <a:schemeClr val="tx1"/>
                </a:solidFill>
              </a:defRPr>
            </a:lvl1pPr>
          </a:lstStyle>
          <a:p>
            <a:r>
              <a:rPr lang="en-US" dirty="0"/>
              <a:t>Click to edit Master title style</a:t>
            </a:r>
          </a:p>
        </p:txBody>
      </p:sp>
      <p:sp>
        <p:nvSpPr>
          <p:cNvPr id="12" name="Text Placeholder 2">
            <a:extLst>
              <a:ext uri="{FF2B5EF4-FFF2-40B4-BE49-F238E27FC236}">
                <a16:creationId xmlns:a16="http://schemas.microsoft.com/office/drawing/2014/main" id="{84F4E837-B477-25CB-E59D-D51511D028F9}"/>
              </a:ext>
            </a:extLst>
          </p:cNvPr>
          <p:cNvSpPr>
            <a:spLocks noGrp="1"/>
          </p:cNvSpPr>
          <p:nvPr>
            <p:ph idx="1"/>
          </p:nvPr>
        </p:nvSpPr>
        <p:spPr>
          <a:xfrm>
            <a:off x="838200" y="2057400"/>
            <a:ext cx="10547242" cy="4114800"/>
          </a:xfrm>
          <a:prstGeom prst="rect">
            <a:avLst/>
          </a:prstGeom>
        </p:spPr>
        <p:txBody>
          <a:bodyPr vert="horz" lIns="0" tIns="45720" rIns="91440" bIns="45720" rtlCol="0">
            <a:normAutofit/>
          </a:bodyPr>
          <a:lstStyle>
            <a:lvl1pPr>
              <a:defRPr sz="1800"/>
            </a:lvl1pPr>
            <a:lvl2pPr>
              <a:defRPr sz="18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8">
            <a:extLst>
              <a:ext uri="{FF2B5EF4-FFF2-40B4-BE49-F238E27FC236}">
                <a16:creationId xmlns:a16="http://schemas.microsoft.com/office/drawing/2014/main" id="{81120EEF-FE29-542E-B62F-FBA1DF0DA081}"/>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pic>
        <p:nvPicPr>
          <p:cNvPr id="13" name="Picture 12">
            <a:extLst>
              <a:ext uri="{FF2B5EF4-FFF2-40B4-BE49-F238E27FC236}">
                <a16:creationId xmlns:a16="http://schemas.microsoft.com/office/drawing/2014/main" id="{8F46D13B-7DBD-2DFF-345B-C42514F67D5C}"/>
              </a:ext>
            </a:extLst>
          </p:cNvPr>
          <p:cNvPicPr>
            <a:picLocks noChangeAspect="1"/>
          </p:cNvPicPr>
          <p:nvPr userDrawn="1"/>
        </p:nvPicPr>
        <p:blipFill>
          <a:blip r:embed="rId2"/>
          <a:srcRect/>
          <a:stretch/>
        </p:blipFill>
        <p:spPr>
          <a:xfrm>
            <a:off x="10236204" y="6365323"/>
            <a:ext cx="1117593" cy="184284"/>
          </a:xfrm>
          <a:prstGeom prst="rect">
            <a:avLst/>
          </a:prstGeom>
        </p:spPr>
      </p:pic>
    </p:spTree>
    <p:extLst>
      <p:ext uri="{BB962C8B-B14F-4D97-AF65-F5344CB8AC3E}">
        <p14:creationId xmlns:p14="http://schemas.microsoft.com/office/powerpoint/2010/main" val="12460585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 Partnership/Logos">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25A5785-D0A1-3155-049E-3E6B065C8BE2}"/>
              </a:ext>
            </a:extLst>
          </p:cNvPr>
          <p:cNvSpPr>
            <a:spLocks noGrp="1" noRot="1" noMove="1" noResize="1" noEditPoints="1" noAdjustHandles="1" noChangeArrowheads="1" noChangeShapeType="1"/>
          </p:cNvSpPr>
          <p:nvPr userDrawn="1"/>
        </p:nvSpPr>
        <p:spPr>
          <a:xfrm>
            <a:off x="0" y="0"/>
            <a:ext cx="12192000" cy="6858000"/>
          </a:xfrm>
          <a:prstGeom prst="rect">
            <a:avLst/>
          </a:prstGeom>
          <a:gradFill>
            <a:gsLst>
              <a:gs pos="0">
                <a:schemeClr val="accent2">
                  <a:alpha val="10000"/>
                </a:schemeClr>
              </a:gs>
              <a:gs pos="100000">
                <a:schemeClr val="accent1">
                  <a:alpha val="3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5D4AF3-2440-4267-15A6-29BC874FF240}"/>
              </a:ext>
            </a:extLst>
          </p:cNvPr>
          <p:cNvSpPr>
            <a:spLocks noGrp="1"/>
          </p:cNvSpPr>
          <p:nvPr>
            <p:ph type="ctrTitle" hasCustomPrompt="1"/>
          </p:nvPr>
        </p:nvSpPr>
        <p:spPr>
          <a:xfrm>
            <a:off x="858433" y="2239343"/>
            <a:ext cx="9209905" cy="2387600"/>
          </a:xfrm>
        </p:spPr>
        <p:txBody>
          <a:bodyPr lIns="0" anchor="b">
            <a:noAutofit/>
          </a:bodyPr>
          <a:lstStyle>
            <a:lvl1pPr algn="l">
              <a:lnSpc>
                <a:spcPct val="80000"/>
              </a:lnSpc>
              <a:defRPr sz="8000"/>
            </a:lvl1pPr>
          </a:lstStyle>
          <a:p>
            <a:r>
              <a:rPr lang="en-US" dirty="0"/>
              <a:t>Click To Edit Master Title Style</a:t>
            </a:r>
          </a:p>
        </p:txBody>
      </p:sp>
      <p:pic>
        <p:nvPicPr>
          <p:cNvPr id="9" name="Picture 8" descr="A black background with white lines&#10;&#10;Description automatically generated">
            <a:extLst>
              <a:ext uri="{FF2B5EF4-FFF2-40B4-BE49-F238E27FC236}">
                <a16:creationId xmlns:a16="http://schemas.microsoft.com/office/drawing/2014/main" id="{9EA8E350-8FE0-C635-CEA4-E67702C206D7}"/>
              </a:ext>
            </a:extLst>
          </p:cNvPr>
          <p:cNvPicPr>
            <a:picLocks noChangeAspect="1"/>
          </p:cNvPicPr>
          <p:nvPr userDrawn="1"/>
        </p:nvPicPr>
        <p:blipFill rotWithShape="1">
          <a:blip r:embed="rId2"/>
          <a:srcRect l="8607" t="-4663" r="8607" b="86478"/>
          <a:stretch/>
        </p:blipFill>
        <p:spPr>
          <a:xfrm>
            <a:off x="0" y="5735637"/>
            <a:ext cx="12192000" cy="1122363"/>
          </a:xfrm>
          <a:prstGeom prst="rect">
            <a:avLst/>
          </a:prstGeom>
        </p:spPr>
      </p:pic>
      <p:sp>
        <p:nvSpPr>
          <p:cNvPr id="10" name="Date Placeholder 9">
            <a:extLst>
              <a:ext uri="{FF2B5EF4-FFF2-40B4-BE49-F238E27FC236}">
                <a16:creationId xmlns:a16="http://schemas.microsoft.com/office/drawing/2014/main" id="{B7064F56-7EE7-8C33-462D-DCEF0BE31B9F}"/>
              </a:ext>
            </a:extLst>
          </p:cNvPr>
          <p:cNvSpPr>
            <a:spLocks noGrp="1"/>
          </p:cNvSpPr>
          <p:nvPr>
            <p:ph type="dt" sz="half" idx="10"/>
          </p:nvPr>
        </p:nvSpPr>
        <p:spPr>
          <a:xfrm>
            <a:off x="858434" y="1839641"/>
            <a:ext cx="2813330" cy="365125"/>
          </a:xfrm>
          <a:prstGeom prst="rect">
            <a:avLst/>
          </a:prstGeom>
        </p:spPr>
        <p:txBody>
          <a:bodyPr lIns="0"/>
          <a:lstStyle>
            <a:lvl1pPr>
              <a:defRPr b="0" i="0">
                <a:solidFill>
                  <a:schemeClr val="accent1"/>
                </a:solidFill>
                <a:latin typeface="Space Grotesk" pitchFamily="2" charset="77"/>
              </a:defRPr>
            </a:lvl1pPr>
          </a:lstStyle>
          <a:p>
            <a:r>
              <a:rPr lang="en-US" dirty="0"/>
              <a:t>DATE</a:t>
            </a:r>
          </a:p>
        </p:txBody>
      </p:sp>
      <p:sp>
        <p:nvSpPr>
          <p:cNvPr id="4" name="Date Placeholder 9">
            <a:extLst>
              <a:ext uri="{FF2B5EF4-FFF2-40B4-BE49-F238E27FC236}">
                <a16:creationId xmlns:a16="http://schemas.microsoft.com/office/drawing/2014/main" id="{7893F2CA-7CEB-500D-6636-67665110625B}"/>
              </a:ext>
            </a:extLst>
          </p:cNvPr>
          <p:cNvSpPr txBox="1">
            <a:spLocks/>
          </p:cNvSpPr>
          <p:nvPr userDrawn="1"/>
        </p:nvSpPr>
        <p:spPr>
          <a:xfrm>
            <a:off x="2875125" y="5093068"/>
            <a:ext cx="218804" cy="365125"/>
          </a:xfrm>
          <a:prstGeom prst="rect">
            <a:avLst/>
          </a:prstGeom>
        </p:spPr>
        <p:txBody>
          <a:bodyPr lIns="0"/>
          <a:lstStyle>
            <a:defPPr>
              <a:defRPr lang="en-US"/>
            </a:defPPr>
            <a:lvl1pPr marL="0" algn="l" defTabSz="914400" rtl="0" eaLnBrk="1" latinLnBrk="0" hangingPunct="1">
              <a:defRPr sz="1800" b="0" i="0" kern="1200">
                <a:solidFill>
                  <a:schemeClr val="accent1"/>
                </a:solidFill>
                <a:latin typeface="Space Grotesk"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20719044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3 Icons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632200"/>
            <a:ext cx="3198812" cy="2057400"/>
          </a:xfrm>
          <a:prstGeom prst="rect">
            <a:avLst/>
          </a:prstGeom>
        </p:spPr>
        <p:txBody>
          <a:bodyPr lIns="0">
            <a:normAutofit/>
          </a:bodyPr>
          <a:lstStyle>
            <a:lvl1pPr marL="0" indent="0">
              <a:lnSpc>
                <a:spcPts val="2400"/>
              </a:lnSpc>
              <a:buNone/>
              <a:defRPr sz="1600" b="0" i="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userDrawn="1"/>
        </p:nvCxnSpPr>
        <p:spPr>
          <a:xfrm flipH="1">
            <a:off x="838200"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6" name="Picture Placeholder 15">
            <a:extLst>
              <a:ext uri="{FF2B5EF4-FFF2-40B4-BE49-F238E27FC236}">
                <a16:creationId xmlns:a16="http://schemas.microsoft.com/office/drawing/2014/main" id="{45300034-1C70-8F94-8152-2D872C0B4DD0}"/>
              </a:ext>
            </a:extLst>
          </p:cNvPr>
          <p:cNvSpPr>
            <a:spLocks noGrp="1"/>
          </p:cNvSpPr>
          <p:nvPr>
            <p:ph type="pic" sz="quarter" idx="11"/>
          </p:nvPr>
        </p:nvSpPr>
        <p:spPr>
          <a:xfrm>
            <a:off x="838201" y="2366107"/>
            <a:ext cx="513618" cy="513617"/>
          </a:xfrm>
          <a:prstGeom prst="rect">
            <a:avLst/>
          </a:prstGeom>
          <a:noFill/>
        </p:spPr>
        <p:txBody>
          <a:bodyPr>
            <a:normAutofit/>
          </a:bodyPr>
          <a:lstStyle>
            <a:lvl1pPr marL="0" indent="0" algn="ctr">
              <a:buNone/>
              <a:defRPr sz="700">
                <a:solidFill>
                  <a:schemeClr val="tx2"/>
                </a:solidFill>
              </a:defRPr>
            </a:lvl1pPr>
          </a:lstStyle>
          <a:p>
            <a:endParaRPr lang="en-US"/>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497387"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497387" y="3632200"/>
            <a:ext cx="3198812" cy="2057400"/>
          </a:xfrm>
          <a:prstGeom prst="rect">
            <a:avLst/>
          </a:prstGeom>
        </p:spPr>
        <p:txBody>
          <a:bodyPr lIns="0">
            <a:normAutofit/>
          </a:bodyPr>
          <a:lstStyle>
            <a:lvl1pPr marL="0" indent="0">
              <a:lnSpc>
                <a:spcPts val="24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userDrawn="1"/>
        </p:nvCxnSpPr>
        <p:spPr>
          <a:xfrm flipH="1">
            <a:off x="4495799"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3" name="Text Placeholder 2">
            <a:extLst>
              <a:ext uri="{FF2B5EF4-FFF2-40B4-BE49-F238E27FC236}">
                <a16:creationId xmlns:a16="http://schemas.microsoft.com/office/drawing/2014/main" id="{528C2E57-6B66-2EDE-A231-33EE4C6664E9}"/>
              </a:ext>
            </a:extLst>
          </p:cNvPr>
          <p:cNvSpPr>
            <a:spLocks noGrp="1"/>
          </p:cNvSpPr>
          <p:nvPr>
            <p:ph type="body" idx="14" hasCustomPrompt="1"/>
          </p:nvPr>
        </p:nvSpPr>
        <p:spPr>
          <a:xfrm>
            <a:off x="8138659"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4" name="Content Placeholder 3">
            <a:extLst>
              <a:ext uri="{FF2B5EF4-FFF2-40B4-BE49-F238E27FC236}">
                <a16:creationId xmlns:a16="http://schemas.microsoft.com/office/drawing/2014/main" id="{1CF29EB2-553C-147C-7F22-A92742616605}"/>
              </a:ext>
            </a:extLst>
          </p:cNvPr>
          <p:cNvSpPr>
            <a:spLocks noGrp="1"/>
          </p:cNvSpPr>
          <p:nvPr>
            <p:ph sz="half" idx="15" hasCustomPrompt="1"/>
          </p:nvPr>
        </p:nvSpPr>
        <p:spPr>
          <a:xfrm>
            <a:off x="8138659" y="3632200"/>
            <a:ext cx="3198812" cy="2057400"/>
          </a:xfrm>
          <a:prstGeom prst="rect">
            <a:avLst/>
          </a:prstGeom>
        </p:spPr>
        <p:txBody>
          <a:bodyPr lIns="0">
            <a:normAutofit/>
          </a:bodyPr>
          <a:lstStyle>
            <a:lvl1pPr marL="0" indent="0">
              <a:lnSpc>
                <a:spcPts val="24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5" name="Straight Connector 24">
            <a:extLst>
              <a:ext uri="{FF2B5EF4-FFF2-40B4-BE49-F238E27FC236}">
                <a16:creationId xmlns:a16="http://schemas.microsoft.com/office/drawing/2014/main" id="{064A9869-93B2-2F80-EC16-5348A9B0CE24}"/>
              </a:ext>
            </a:extLst>
          </p:cNvPr>
          <p:cNvCxnSpPr>
            <a:cxnSpLocks/>
          </p:cNvCxnSpPr>
          <p:nvPr userDrawn="1"/>
        </p:nvCxnSpPr>
        <p:spPr>
          <a:xfrm flipH="1">
            <a:off x="8137071"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6" name="Picture Placeholder 15">
            <a:extLst>
              <a:ext uri="{FF2B5EF4-FFF2-40B4-BE49-F238E27FC236}">
                <a16:creationId xmlns:a16="http://schemas.microsoft.com/office/drawing/2014/main" id="{984633D0-2796-3674-9847-05217F066DC6}"/>
              </a:ext>
            </a:extLst>
          </p:cNvPr>
          <p:cNvSpPr>
            <a:spLocks noGrp="1"/>
          </p:cNvSpPr>
          <p:nvPr>
            <p:ph type="pic" sz="quarter" idx="16"/>
          </p:nvPr>
        </p:nvSpPr>
        <p:spPr>
          <a:xfrm>
            <a:off x="4495799" y="2366107"/>
            <a:ext cx="513618" cy="513617"/>
          </a:xfrm>
          <a:prstGeom prst="rect">
            <a:avLst/>
          </a:prstGeom>
          <a:noFill/>
        </p:spPr>
        <p:txBody>
          <a:bodyPr>
            <a:normAutofit/>
          </a:bodyPr>
          <a:lstStyle>
            <a:lvl1pPr marL="0" indent="0" algn="ctr">
              <a:buNone/>
              <a:defRPr sz="700">
                <a:solidFill>
                  <a:schemeClr val="tx2"/>
                </a:solidFill>
              </a:defRPr>
            </a:lvl1pPr>
          </a:lstStyle>
          <a:p>
            <a:endParaRPr lang="en-US"/>
          </a:p>
        </p:txBody>
      </p:sp>
      <p:sp>
        <p:nvSpPr>
          <p:cNvPr id="27" name="Picture Placeholder 15">
            <a:extLst>
              <a:ext uri="{FF2B5EF4-FFF2-40B4-BE49-F238E27FC236}">
                <a16:creationId xmlns:a16="http://schemas.microsoft.com/office/drawing/2014/main" id="{42C60FC7-5D5B-4280-5EA2-E07CBDDC52B8}"/>
              </a:ext>
            </a:extLst>
          </p:cNvPr>
          <p:cNvSpPr>
            <a:spLocks noGrp="1"/>
          </p:cNvSpPr>
          <p:nvPr>
            <p:ph type="pic" sz="quarter" idx="17"/>
          </p:nvPr>
        </p:nvSpPr>
        <p:spPr>
          <a:xfrm>
            <a:off x="8137071" y="2366107"/>
            <a:ext cx="513618" cy="513617"/>
          </a:xfrm>
          <a:prstGeom prst="rect">
            <a:avLst/>
          </a:prstGeom>
          <a:noFill/>
        </p:spPr>
        <p:txBody>
          <a:bodyPr>
            <a:normAutofit/>
          </a:bodyPr>
          <a:lstStyle>
            <a:lvl1pPr marL="0" indent="0" algn="ctr">
              <a:buNone/>
              <a:defRPr sz="700">
                <a:solidFill>
                  <a:schemeClr val="tx2"/>
                </a:solidFill>
              </a:defRPr>
            </a:lvl1pPr>
          </a:lstStyle>
          <a:p>
            <a:endParaRPr lang="en-US" dirty="0"/>
          </a:p>
        </p:txBody>
      </p:sp>
    </p:spTree>
    <p:extLst>
      <p:ext uri="{BB962C8B-B14F-4D97-AF65-F5344CB8AC3E}">
        <p14:creationId xmlns:p14="http://schemas.microsoft.com/office/powerpoint/2010/main" val="2023204882"/>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Icons - Light">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userDrawn="1"/>
        </p:nvCxnSpPr>
        <p:spPr>
          <a:xfrm flipH="1">
            <a:off x="838200"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6" name="Picture Placeholder 15">
            <a:extLst>
              <a:ext uri="{FF2B5EF4-FFF2-40B4-BE49-F238E27FC236}">
                <a16:creationId xmlns:a16="http://schemas.microsoft.com/office/drawing/2014/main" id="{45300034-1C70-8F94-8152-2D872C0B4DD0}"/>
              </a:ext>
            </a:extLst>
          </p:cNvPr>
          <p:cNvSpPr>
            <a:spLocks noGrp="1"/>
          </p:cNvSpPr>
          <p:nvPr>
            <p:ph type="pic" sz="quarter" idx="11"/>
          </p:nvPr>
        </p:nvSpPr>
        <p:spPr>
          <a:xfrm>
            <a:off x="838201" y="2353407"/>
            <a:ext cx="513618" cy="513617"/>
          </a:xfrm>
          <a:prstGeom prst="rect">
            <a:avLst/>
          </a:prstGeom>
          <a:noFill/>
        </p:spPr>
        <p:txBody>
          <a:bodyPr>
            <a:normAutofit/>
          </a:bodyPr>
          <a:lstStyle>
            <a:lvl1pPr marL="0" indent="0" algn="ctr">
              <a:buNone/>
              <a:defRPr sz="700">
                <a:solidFill>
                  <a:schemeClr val="tx2"/>
                </a:solidFill>
              </a:defRPr>
            </a:lvl1pPr>
          </a:lstStyle>
          <a:p>
            <a:endParaRPr lang="en-US"/>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497387"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497387"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sp>
        <p:nvSpPr>
          <p:cNvPr id="23" name="Text Placeholder 2">
            <a:extLst>
              <a:ext uri="{FF2B5EF4-FFF2-40B4-BE49-F238E27FC236}">
                <a16:creationId xmlns:a16="http://schemas.microsoft.com/office/drawing/2014/main" id="{528C2E57-6B66-2EDE-A231-33EE4C6664E9}"/>
              </a:ext>
            </a:extLst>
          </p:cNvPr>
          <p:cNvSpPr>
            <a:spLocks noGrp="1"/>
          </p:cNvSpPr>
          <p:nvPr>
            <p:ph type="body" idx="14" hasCustomPrompt="1"/>
          </p:nvPr>
        </p:nvSpPr>
        <p:spPr>
          <a:xfrm>
            <a:off x="8138659"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4" name="Content Placeholder 3">
            <a:extLst>
              <a:ext uri="{FF2B5EF4-FFF2-40B4-BE49-F238E27FC236}">
                <a16:creationId xmlns:a16="http://schemas.microsoft.com/office/drawing/2014/main" id="{1CF29EB2-553C-147C-7F22-A92742616605}"/>
              </a:ext>
            </a:extLst>
          </p:cNvPr>
          <p:cNvSpPr>
            <a:spLocks noGrp="1"/>
          </p:cNvSpPr>
          <p:nvPr>
            <p:ph sz="half" idx="15" hasCustomPrompt="1"/>
          </p:nvPr>
        </p:nvSpPr>
        <p:spPr>
          <a:xfrm>
            <a:off x="8138659"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sp>
        <p:nvSpPr>
          <p:cNvPr id="26" name="Picture Placeholder 15">
            <a:extLst>
              <a:ext uri="{FF2B5EF4-FFF2-40B4-BE49-F238E27FC236}">
                <a16:creationId xmlns:a16="http://schemas.microsoft.com/office/drawing/2014/main" id="{984633D0-2796-3674-9847-05217F066DC6}"/>
              </a:ext>
            </a:extLst>
          </p:cNvPr>
          <p:cNvSpPr>
            <a:spLocks noGrp="1"/>
          </p:cNvSpPr>
          <p:nvPr>
            <p:ph type="pic" sz="quarter" idx="16"/>
          </p:nvPr>
        </p:nvSpPr>
        <p:spPr>
          <a:xfrm>
            <a:off x="4495799" y="2353407"/>
            <a:ext cx="513618" cy="513617"/>
          </a:xfrm>
          <a:prstGeom prst="rect">
            <a:avLst/>
          </a:prstGeom>
          <a:noFill/>
        </p:spPr>
        <p:txBody>
          <a:bodyPr>
            <a:normAutofit/>
          </a:bodyPr>
          <a:lstStyle>
            <a:lvl1pPr marL="0" indent="0" algn="ctr">
              <a:buNone/>
              <a:defRPr sz="700">
                <a:solidFill>
                  <a:schemeClr val="tx2"/>
                </a:solidFill>
              </a:defRPr>
            </a:lvl1pPr>
          </a:lstStyle>
          <a:p>
            <a:endParaRPr lang="en-US"/>
          </a:p>
        </p:txBody>
      </p:sp>
      <p:sp>
        <p:nvSpPr>
          <p:cNvPr id="27" name="Picture Placeholder 15">
            <a:extLst>
              <a:ext uri="{FF2B5EF4-FFF2-40B4-BE49-F238E27FC236}">
                <a16:creationId xmlns:a16="http://schemas.microsoft.com/office/drawing/2014/main" id="{42C60FC7-5D5B-4280-5EA2-E07CBDDC52B8}"/>
              </a:ext>
            </a:extLst>
          </p:cNvPr>
          <p:cNvSpPr>
            <a:spLocks noGrp="1"/>
          </p:cNvSpPr>
          <p:nvPr>
            <p:ph type="pic" sz="quarter" idx="17"/>
          </p:nvPr>
        </p:nvSpPr>
        <p:spPr>
          <a:xfrm>
            <a:off x="8137071" y="2353407"/>
            <a:ext cx="513618" cy="513617"/>
          </a:xfrm>
          <a:prstGeom prst="rect">
            <a:avLst/>
          </a:prstGeom>
          <a:noFill/>
        </p:spPr>
        <p:txBody>
          <a:bodyPr>
            <a:normAutofit/>
          </a:bodyPr>
          <a:lstStyle>
            <a:lvl1pPr marL="0" indent="0" algn="ctr">
              <a:buNone/>
              <a:defRPr sz="700">
                <a:solidFill>
                  <a:schemeClr val="tx2"/>
                </a:solidFill>
              </a:defRPr>
            </a:lvl1pPr>
          </a:lstStyle>
          <a:p>
            <a:endParaRPr lang="en-US" dirty="0"/>
          </a:p>
        </p:txBody>
      </p:sp>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6" name="Slide Number Placeholder 28">
            <a:extLst>
              <a:ext uri="{FF2B5EF4-FFF2-40B4-BE49-F238E27FC236}">
                <a16:creationId xmlns:a16="http://schemas.microsoft.com/office/drawing/2014/main" id="{27A0ACAE-1B01-F61E-9BBE-4F974D6B82FD}"/>
              </a:ext>
            </a:extLst>
          </p:cNvPr>
          <p:cNvSpPr>
            <a:spLocks noGrp="1"/>
          </p:cNvSpPr>
          <p:nvPr>
            <p:ph type="sldNum" sz="quarter" idx="19"/>
          </p:nvPr>
        </p:nvSpPr>
        <p:spPr>
          <a:xfrm>
            <a:off x="558800" y="6264275"/>
            <a:ext cx="279400" cy="365125"/>
          </a:xfrm>
          <a:prstGeom prst="rect">
            <a:avLst/>
          </a:prstGeom>
        </p:spPr>
        <p:txBody>
          <a:bodyPr/>
          <a:lstStyle/>
          <a:p>
            <a:fld id="{2E1C8E04-61AE-364F-9D16-6A67B5591D25}" type="slidenum">
              <a:rPr lang="en-US" smtClean="0"/>
              <a:pPr/>
              <a:t>‹#›</a:t>
            </a:fld>
            <a:endParaRPr lang="en-US" dirty="0"/>
          </a:p>
        </p:txBody>
      </p:sp>
      <p:cxnSp>
        <p:nvCxnSpPr>
          <p:cNvPr id="9" name="Straight Connector 8">
            <a:extLst>
              <a:ext uri="{FF2B5EF4-FFF2-40B4-BE49-F238E27FC236}">
                <a16:creationId xmlns:a16="http://schemas.microsoft.com/office/drawing/2014/main" id="{9549201C-BE26-0FE5-82A9-CA5F7D003F5F}"/>
              </a:ext>
            </a:extLst>
          </p:cNvPr>
          <p:cNvCxnSpPr>
            <a:cxnSpLocks/>
          </p:cNvCxnSpPr>
          <p:nvPr userDrawn="1"/>
        </p:nvCxnSpPr>
        <p:spPr>
          <a:xfrm flipH="1">
            <a:off x="4495799"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5A535BD-1E42-29C4-9A38-42ACFD0663D1}"/>
              </a:ext>
            </a:extLst>
          </p:cNvPr>
          <p:cNvCxnSpPr>
            <a:cxnSpLocks/>
          </p:cNvCxnSpPr>
          <p:nvPr userDrawn="1"/>
        </p:nvCxnSpPr>
        <p:spPr>
          <a:xfrm flipH="1">
            <a:off x="8137071" y="3529486"/>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6837730"/>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5 Column Light">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userDrawn="1"/>
        </p:nvCxnSpPr>
        <p:spPr>
          <a:xfrm flipH="1" flipV="1">
            <a:off x="838200"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6" name="Slide Number Placeholder 28">
            <a:extLst>
              <a:ext uri="{FF2B5EF4-FFF2-40B4-BE49-F238E27FC236}">
                <a16:creationId xmlns:a16="http://schemas.microsoft.com/office/drawing/2014/main" id="{27A0ACAE-1B01-F61E-9BBE-4F974D6B82FD}"/>
              </a:ext>
            </a:extLst>
          </p:cNvPr>
          <p:cNvSpPr>
            <a:spLocks noGrp="1"/>
          </p:cNvSpPr>
          <p:nvPr>
            <p:ph type="sldNum" sz="quarter" idx="19"/>
          </p:nvPr>
        </p:nvSpPr>
        <p:spPr>
          <a:xfrm>
            <a:off x="558800" y="6264275"/>
            <a:ext cx="279400" cy="365125"/>
          </a:xfrm>
          <a:prstGeom prst="rect">
            <a:avLst/>
          </a:prstGeom>
        </p:spPr>
        <p:txBody>
          <a:bodyPr/>
          <a:lstStyle/>
          <a:p>
            <a:fld id="{2E1C8E04-61AE-364F-9D16-6A67B5591D25}" type="slidenum">
              <a:rPr lang="en-US" smtClean="0"/>
              <a:pPr/>
              <a:t>‹#›</a:t>
            </a:fld>
            <a:endParaRPr lang="en-US" dirty="0"/>
          </a:p>
        </p:txBody>
      </p:sp>
      <p:sp>
        <p:nvSpPr>
          <p:cNvPr id="7" name="Footer Placeholder 29">
            <a:extLst>
              <a:ext uri="{FF2B5EF4-FFF2-40B4-BE49-F238E27FC236}">
                <a16:creationId xmlns:a16="http://schemas.microsoft.com/office/drawing/2014/main" id="{5A507428-CA05-067B-1CD3-11F25B16828E}"/>
              </a:ext>
            </a:extLst>
          </p:cNvPr>
          <p:cNvSpPr>
            <a:spLocks noGrp="1"/>
          </p:cNvSpPr>
          <p:nvPr>
            <p:ph type="ftr" sz="quarter" idx="20"/>
          </p:nvPr>
        </p:nvSpPr>
        <p:spPr>
          <a:xfrm>
            <a:off x="882210" y="6264275"/>
            <a:ext cx="4554218" cy="365125"/>
          </a:xfrm>
          <a:prstGeom prst="rect">
            <a:avLst/>
          </a:prstGeom>
        </p:spPr>
        <p:txBody>
          <a:bodyPr/>
          <a:lstStyle/>
          <a:p>
            <a:r>
              <a:rPr lang="en-US" dirty="0"/>
              <a:t>Presentation Title Goes Here</a:t>
            </a:r>
          </a:p>
        </p:txBody>
      </p:sp>
      <p:sp>
        <p:nvSpPr>
          <p:cNvPr id="15" name="Text Placeholder 2">
            <a:extLst>
              <a:ext uri="{FF2B5EF4-FFF2-40B4-BE49-F238E27FC236}">
                <a16:creationId xmlns:a16="http://schemas.microsoft.com/office/drawing/2014/main" id="{FD067527-C4F7-8075-1C76-31F6461A819F}"/>
              </a:ext>
            </a:extLst>
          </p:cNvPr>
          <p:cNvSpPr>
            <a:spLocks noGrp="1"/>
          </p:cNvSpPr>
          <p:nvPr>
            <p:ph type="body" idx="21" hasCustomPrompt="1"/>
          </p:nvPr>
        </p:nvSpPr>
        <p:spPr>
          <a:xfrm>
            <a:off x="300491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17" name="Content Placeholder 3">
            <a:extLst>
              <a:ext uri="{FF2B5EF4-FFF2-40B4-BE49-F238E27FC236}">
                <a16:creationId xmlns:a16="http://schemas.microsoft.com/office/drawing/2014/main" id="{606BE312-02AC-3AB8-BE70-EB304F73793C}"/>
              </a:ext>
            </a:extLst>
          </p:cNvPr>
          <p:cNvSpPr>
            <a:spLocks noGrp="1"/>
          </p:cNvSpPr>
          <p:nvPr>
            <p:ph sz="half" idx="22" hasCustomPrompt="1"/>
          </p:nvPr>
        </p:nvSpPr>
        <p:spPr>
          <a:xfrm>
            <a:off x="300491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8" name="Straight Connector 17">
            <a:extLst>
              <a:ext uri="{FF2B5EF4-FFF2-40B4-BE49-F238E27FC236}">
                <a16:creationId xmlns:a16="http://schemas.microsoft.com/office/drawing/2014/main" id="{4655305C-E303-08CD-27B2-2923661E6819}"/>
              </a:ext>
            </a:extLst>
          </p:cNvPr>
          <p:cNvCxnSpPr>
            <a:cxnSpLocks/>
          </p:cNvCxnSpPr>
          <p:nvPr userDrawn="1"/>
        </p:nvCxnSpPr>
        <p:spPr>
          <a:xfrm flipH="1" flipV="1">
            <a:off x="30033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9" name="Text Placeholder 2">
            <a:extLst>
              <a:ext uri="{FF2B5EF4-FFF2-40B4-BE49-F238E27FC236}">
                <a16:creationId xmlns:a16="http://schemas.microsoft.com/office/drawing/2014/main" id="{6A73B36A-D817-F94F-9277-49776BDA05D4}"/>
              </a:ext>
            </a:extLst>
          </p:cNvPr>
          <p:cNvSpPr>
            <a:spLocks noGrp="1"/>
          </p:cNvSpPr>
          <p:nvPr>
            <p:ph type="body" idx="23" hasCustomPrompt="1"/>
          </p:nvPr>
        </p:nvSpPr>
        <p:spPr>
          <a:xfrm>
            <a:off x="513851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2" name="Content Placeholder 3">
            <a:extLst>
              <a:ext uri="{FF2B5EF4-FFF2-40B4-BE49-F238E27FC236}">
                <a16:creationId xmlns:a16="http://schemas.microsoft.com/office/drawing/2014/main" id="{398B28E0-58F9-E14C-B4E4-9CB8DB376A69}"/>
              </a:ext>
            </a:extLst>
          </p:cNvPr>
          <p:cNvSpPr>
            <a:spLocks noGrp="1"/>
          </p:cNvSpPr>
          <p:nvPr>
            <p:ph sz="half" idx="24" hasCustomPrompt="1"/>
          </p:nvPr>
        </p:nvSpPr>
        <p:spPr>
          <a:xfrm>
            <a:off x="513851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5" name="Straight Connector 24">
            <a:extLst>
              <a:ext uri="{FF2B5EF4-FFF2-40B4-BE49-F238E27FC236}">
                <a16:creationId xmlns:a16="http://schemas.microsoft.com/office/drawing/2014/main" id="{CFCC8B13-6CE4-13D7-DCF1-50A0FD93EB9D}"/>
              </a:ext>
            </a:extLst>
          </p:cNvPr>
          <p:cNvCxnSpPr>
            <a:cxnSpLocks/>
          </p:cNvCxnSpPr>
          <p:nvPr userDrawn="1"/>
        </p:nvCxnSpPr>
        <p:spPr>
          <a:xfrm flipH="1" flipV="1">
            <a:off x="51369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8" name="Text Placeholder 2">
            <a:extLst>
              <a:ext uri="{FF2B5EF4-FFF2-40B4-BE49-F238E27FC236}">
                <a16:creationId xmlns:a16="http://schemas.microsoft.com/office/drawing/2014/main" id="{3B0BF586-CBE6-ABDD-67A1-3A6AEF972813}"/>
              </a:ext>
            </a:extLst>
          </p:cNvPr>
          <p:cNvSpPr>
            <a:spLocks noGrp="1"/>
          </p:cNvSpPr>
          <p:nvPr>
            <p:ph type="body" idx="25" hasCustomPrompt="1"/>
          </p:nvPr>
        </p:nvSpPr>
        <p:spPr>
          <a:xfrm>
            <a:off x="728262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9" name="Content Placeholder 3">
            <a:extLst>
              <a:ext uri="{FF2B5EF4-FFF2-40B4-BE49-F238E27FC236}">
                <a16:creationId xmlns:a16="http://schemas.microsoft.com/office/drawing/2014/main" id="{FB0F3C7D-7321-AFED-48C5-24F69A1669C7}"/>
              </a:ext>
            </a:extLst>
          </p:cNvPr>
          <p:cNvSpPr>
            <a:spLocks noGrp="1"/>
          </p:cNvSpPr>
          <p:nvPr>
            <p:ph sz="half" idx="26" hasCustomPrompt="1"/>
          </p:nvPr>
        </p:nvSpPr>
        <p:spPr>
          <a:xfrm>
            <a:off x="728262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30" name="Straight Connector 29">
            <a:extLst>
              <a:ext uri="{FF2B5EF4-FFF2-40B4-BE49-F238E27FC236}">
                <a16:creationId xmlns:a16="http://schemas.microsoft.com/office/drawing/2014/main" id="{64562D21-4C31-797F-92D7-700DED4A645E}"/>
              </a:ext>
            </a:extLst>
          </p:cNvPr>
          <p:cNvCxnSpPr>
            <a:cxnSpLocks/>
          </p:cNvCxnSpPr>
          <p:nvPr userDrawn="1"/>
        </p:nvCxnSpPr>
        <p:spPr>
          <a:xfrm flipH="1" flipV="1">
            <a:off x="728104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32" name="Text Placeholder 2">
            <a:extLst>
              <a:ext uri="{FF2B5EF4-FFF2-40B4-BE49-F238E27FC236}">
                <a16:creationId xmlns:a16="http://schemas.microsoft.com/office/drawing/2014/main" id="{28012A17-E353-8938-22FA-3EA49D311487}"/>
              </a:ext>
            </a:extLst>
          </p:cNvPr>
          <p:cNvSpPr>
            <a:spLocks noGrp="1"/>
          </p:cNvSpPr>
          <p:nvPr>
            <p:ph type="body" idx="27" hasCustomPrompt="1"/>
          </p:nvPr>
        </p:nvSpPr>
        <p:spPr>
          <a:xfrm>
            <a:off x="9447760"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33" name="Content Placeholder 3">
            <a:extLst>
              <a:ext uri="{FF2B5EF4-FFF2-40B4-BE49-F238E27FC236}">
                <a16:creationId xmlns:a16="http://schemas.microsoft.com/office/drawing/2014/main" id="{0ABEDEB6-178F-F4F5-CFFE-2C6199857F68}"/>
              </a:ext>
            </a:extLst>
          </p:cNvPr>
          <p:cNvSpPr>
            <a:spLocks noGrp="1"/>
          </p:cNvSpPr>
          <p:nvPr>
            <p:ph sz="half" idx="28" hasCustomPrompt="1"/>
          </p:nvPr>
        </p:nvSpPr>
        <p:spPr>
          <a:xfrm>
            <a:off x="9447760"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34" name="Straight Connector 33">
            <a:extLst>
              <a:ext uri="{FF2B5EF4-FFF2-40B4-BE49-F238E27FC236}">
                <a16:creationId xmlns:a16="http://schemas.microsoft.com/office/drawing/2014/main" id="{48CF2F9D-53F4-AA57-73A2-63866B50D116}"/>
              </a:ext>
            </a:extLst>
          </p:cNvPr>
          <p:cNvCxnSpPr>
            <a:cxnSpLocks/>
          </p:cNvCxnSpPr>
          <p:nvPr userDrawn="1"/>
        </p:nvCxnSpPr>
        <p:spPr>
          <a:xfrm flipH="1" flipV="1">
            <a:off x="9446172"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7588184"/>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3 Steps +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838200" y="228600"/>
            <a:ext cx="5257800" cy="1828799"/>
          </a:xfrm>
        </p:spPr>
        <p:txBody>
          <a:bodyPr lIns="0" anchor="b"/>
          <a:lstStyle>
            <a:lvl1pPr>
              <a:defRPr>
                <a:solidFill>
                  <a:schemeClr val="tx1"/>
                </a:solidFill>
              </a:defRPr>
            </a:lvl1pPr>
          </a:lstStyle>
          <a:p>
            <a:r>
              <a:rPr lang="en-US" dirty="0"/>
              <a:t>Click To Edit Master Title Style</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3" name="Picture Placeholder 5">
            <a:extLst>
              <a:ext uri="{FF2B5EF4-FFF2-40B4-BE49-F238E27FC236}">
                <a16:creationId xmlns:a16="http://schemas.microsoft.com/office/drawing/2014/main" id="{045062FF-2E9A-87D2-17A5-9C6FDFBB5D2A}"/>
              </a:ext>
            </a:extLst>
          </p:cNvPr>
          <p:cNvSpPr>
            <a:spLocks noGrp="1"/>
          </p:cNvSpPr>
          <p:nvPr>
            <p:ph type="pic" sz="quarter" idx="13"/>
          </p:nvPr>
        </p:nvSpPr>
        <p:spPr>
          <a:xfrm>
            <a:off x="6726238" y="1143000"/>
            <a:ext cx="5465762" cy="4559969"/>
          </a:xfrm>
          <a:solidFill>
            <a:schemeClr val="bg2"/>
          </a:solidFill>
        </p:spPr>
        <p:txBody>
          <a:bodyPr anchor="ctr">
            <a:normAutofit/>
          </a:bodyPr>
          <a:lstStyle>
            <a:lvl1pPr marL="0" indent="0" algn="ctr">
              <a:buNone/>
              <a:defRPr sz="1400">
                <a:solidFill>
                  <a:schemeClr val="bg1"/>
                </a:solidFill>
              </a:defRPr>
            </a:lvl1pPr>
          </a:lstStyle>
          <a:p>
            <a:endParaRPr lang="en-US"/>
          </a:p>
        </p:txBody>
      </p:sp>
      <p:sp>
        <p:nvSpPr>
          <p:cNvPr id="4" name="Text Placeholder 2">
            <a:extLst>
              <a:ext uri="{FF2B5EF4-FFF2-40B4-BE49-F238E27FC236}">
                <a16:creationId xmlns:a16="http://schemas.microsoft.com/office/drawing/2014/main" id="{3105F4A7-3BAB-95AF-02B9-0F2D8213B716}"/>
              </a:ext>
            </a:extLst>
          </p:cNvPr>
          <p:cNvSpPr>
            <a:spLocks noGrp="1"/>
          </p:cNvSpPr>
          <p:nvPr>
            <p:ph type="body" idx="1" hasCustomPrompt="1"/>
          </p:nvPr>
        </p:nvSpPr>
        <p:spPr>
          <a:xfrm>
            <a:off x="1257858" y="2596994"/>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1257859" y="2979647"/>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6" name="Text Placeholder 2">
            <a:extLst>
              <a:ext uri="{FF2B5EF4-FFF2-40B4-BE49-F238E27FC236}">
                <a16:creationId xmlns:a16="http://schemas.microsoft.com/office/drawing/2014/main" id="{203CB6BF-1C08-8CB4-CD16-5D148A5C112A}"/>
              </a:ext>
            </a:extLst>
          </p:cNvPr>
          <p:cNvSpPr>
            <a:spLocks noGrp="1"/>
          </p:cNvSpPr>
          <p:nvPr>
            <p:ph type="body" idx="14" hasCustomPrompt="1"/>
          </p:nvPr>
        </p:nvSpPr>
        <p:spPr>
          <a:xfrm>
            <a:off x="-158620" y="2793290"/>
            <a:ext cx="1171744" cy="1066630"/>
          </a:xfrm>
          <a:prstGeom prst="rect">
            <a:avLst/>
          </a:prstGeom>
        </p:spPr>
        <p:txBody>
          <a:bodyPr lIns="0" tIns="0" bIns="0" anchor="ctr">
            <a:noAutofit/>
          </a:bodyPr>
          <a:lstStyle>
            <a:lvl1pPr marL="0" indent="0">
              <a:spcBef>
                <a:spcPts val="0"/>
              </a:spcBef>
              <a:buNone/>
              <a:defRPr sz="7200" b="1" spc="-15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7" name="Text Placeholder 2">
            <a:extLst>
              <a:ext uri="{FF2B5EF4-FFF2-40B4-BE49-F238E27FC236}">
                <a16:creationId xmlns:a16="http://schemas.microsoft.com/office/drawing/2014/main" id="{8F992088-131E-8890-C67F-7B7266CA3992}"/>
              </a:ext>
            </a:extLst>
          </p:cNvPr>
          <p:cNvSpPr>
            <a:spLocks noGrp="1"/>
          </p:cNvSpPr>
          <p:nvPr>
            <p:ph type="body" idx="15" hasCustomPrompt="1"/>
          </p:nvPr>
        </p:nvSpPr>
        <p:spPr>
          <a:xfrm>
            <a:off x="1257858" y="3788121"/>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8" name="Content Placeholder 3">
            <a:extLst>
              <a:ext uri="{FF2B5EF4-FFF2-40B4-BE49-F238E27FC236}">
                <a16:creationId xmlns:a16="http://schemas.microsoft.com/office/drawing/2014/main" id="{D943D6F3-F48B-C789-556E-E841DEA64E8C}"/>
              </a:ext>
            </a:extLst>
          </p:cNvPr>
          <p:cNvSpPr>
            <a:spLocks noGrp="1"/>
          </p:cNvSpPr>
          <p:nvPr>
            <p:ph sz="half" idx="16" hasCustomPrompt="1"/>
          </p:nvPr>
        </p:nvSpPr>
        <p:spPr>
          <a:xfrm>
            <a:off x="1257859" y="4170774"/>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9" name="Text Placeholder 2">
            <a:extLst>
              <a:ext uri="{FF2B5EF4-FFF2-40B4-BE49-F238E27FC236}">
                <a16:creationId xmlns:a16="http://schemas.microsoft.com/office/drawing/2014/main" id="{C5FDA803-361A-5347-6DCB-47EB903F4587}"/>
              </a:ext>
            </a:extLst>
          </p:cNvPr>
          <p:cNvSpPr>
            <a:spLocks noGrp="1"/>
          </p:cNvSpPr>
          <p:nvPr>
            <p:ph type="body" idx="17" hasCustomPrompt="1"/>
          </p:nvPr>
        </p:nvSpPr>
        <p:spPr>
          <a:xfrm>
            <a:off x="-176381" y="3984417"/>
            <a:ext cx="1325911" cy="1066630"/>
          </a:xfrm>
          <a:prstGeom prst="rect">
            <a:avLst/>
          </a:prstGeom>
        </p:spPr>
        <p:txBody>
          <a:bodyPr lIns="0" tIns="0" bIns="0" anchor="ctr">
            <a:noAutofit/>
          </a:bodyPr>
          <a:lstStyle>
            <a:lvl1pPr marL="0" indent="0">
              <a:spcBef>
                <a:spcPts val="0"/>
              </a:spcBef>
              <a:buNone/>
              <a:defRPr sz="7200" b="1" spc="-30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0" name="Text Placeholder 2">
            <a:extLst>
              <a:ext uri="{FF2B5EF4-FFF2-40B4-BE49-F238E27FC236}">
                <a16:creationId xmlns:a16="http://schemas.microsoft.com/office/drawing/2014/main" id="{CC671B1A-B0C7-B253-736F-ABD6DBF267C3}"/>
              </a:ext>
            </a:extLst>
          </p:cNvPr>
          <p:cNvSpPr>
            <a:spLocks noGrp="1"/>
          </p:cNvSpPr>
          <p:nvPr>
            <p:ph type="body" idx="18" hasCustomPrompt="1"/>
          </p:nvPr>
        </p:nvSpPr>
        <p:spPr>
          <a:xfrm>
            <a:off x="1257858" y="4979247"/>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13" name="Content Placeholder 3">
            <a:extLst>
              <a:ext uri="{FF2B5EF4-FFF2-40B4-BE49-F238E27FC236}">
                <a16:creationId xmlns:a16="http://schemas.microsoft.com/office/drawing/2014/main" id="{860CD164-D678-A78B-B985-B79D61B8FBB9}"/>
              </a:ext>
            </a:extLst>
          </p:cNvPr>
          <p:cNvSpPr>
            <a:spLocks noGrp="1"/>
          </p:cNvSpPr>
          <p:nvPr>
            <p:ph sz="half" idx="19" hasCustomPrompt="1"/>
          </p:nvPr>
        </p:nvSpPr>
        <p:spPr>
          <a:xfrm>
            <a:off x="1257859" y="5361900"/>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14" name="Text Placeholder 2">
            <a:extLst>
              <a:ext uri="{FF2B5EF4-FFF2-40B4-BE49-F238E27FC236}">
                <a16:creationId xmlns:a16="http://schemas.microsoft.com/office/drawing/2014/main" id="{24B88C2F-DEB0-551C-F214-DE099A3A0785}"/>
              </a:ext>
            </a:extLst>
          </p:cNvPr>
          <p:cNvSpPr>
            <a:spLocks noGrp="1"/>
          </p:cNvSpPr>
          <p:nvPr>
            <p:ph type="body" idx="20" hasCustomPrompt="1"/>
          </p:nvPr>
        </p:nvSpPr>
        <p:spPr>
          <a:xfrm>
            <a:off x="-158620" y="5175543"/>
            <a:ext cx="1308149" cy="1066630"/>
          </a:xfrm>
          <a:prstGeom prst="rect">
            <a:avLst/>
          </a:prstGeom>
        </p:spPr>
        <p:txBody>
          <a:bodyPr lIns="0" tIns="0" bIns="0" anchor="ctr">
            <a:noAutofit/>
          </a:bodyPr>
          <a:lstStyle>
            <a:lvl1pPr marL="0" indent="0">
              <a:spcBef>
                <a:spcPts val="0"/>
              </a:spcBef>
              <a:buNone/>
              <a:defRPr sz="7200" b="1" spc="-30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1" name="Slide Number Placeholder 28">
            <a:extLst>
              <a:ext uri="{FF2B5EF4-FFF2-40B4-BE49-F238E27FC236}">
                <a16:creationId xmlns:a16="http://schemas.microsoft.com/office/drawing/2014/main" id="{C31B5BFF-91E9-CFA8-0A41-2D761022FDE5}"/>
              </a:ext>
            </a:extLst>
          </p:cNvPr>
          <p:cNvSpPr>
            <a:spLocks noGrp="1"/>
          </p:cNvSpPr>
          <p:nvPr>
            <p:ph type="sldNum" sz="quarter" idx="21"/>
          </p:nvPr>
        </p:nvSpPr>
        <p:spPr>
          <a:xfrm>
            <a:off x="558800" y="6264275"/>
            <a:ext cx="279400" cy="365125"/>
          </a:xfrm>
        </p:spPr>
        <p:txBody>
          <a:bodyPr/>
          <a:lstStyle/>
          <a:p>
            <a:fld id="{2E1C8E04-61AE-364F-9D16-6A67B5591D25}" type="slidenum">
              <a:rPr lang="en-US" smtClean="0"/>
              <a:pPr/>
              <a:t>‹#›</a:t>
            </a:fld>
            <a:endParaRPr lang="en-US" dirty="0"/>
          </a:p>
        </p:txBody>
      </p:sp>
      <p:sp>
        <p:nvSpPr>
          <p:cNvPr id="12" name="Footer Placeholder 29">
            <a:extLst>
              <a:ext uri="{FF2B5EF4-FFF2-40B4-BE49-F238E27FC236}">
                <a16:creationId xmlns:a16="http://schemas.microsoft.com/office/drawing/2014/main" id="{9F5E5A31-F52A-BB8E-23CB-7AA74BBA4486}"/>
              </a:ext>
            </a:extLst>
          </p:cNvPr>
          <p:cNvSpPr>
            <a:spLocks noGrp="1"/>
          </p:cNvSpPr>
          <p:nvPr>
            <p:ph type="ftr" sz="quarter" idx="22"/>
          </p:nvPr>
        </p:nvSpPr>
        <p:spPr>
          <a:xfrm>
            <a:off x="882210" y="6264275"/>
            <a:ext cx="4554218" cy="365125"/>
          </a:xfrm>
        </p:spPr>
        <p:txBody>
          <a:bodyPr/>
          <a:lstStyle/>
          <a:p>
            <a:r>
              <a:rPr lang="en-US" dirty="0"/>
              <a:t>Presentation Title Goes Here</a:t>
            </a:r>
          </a:p>
        </p:txBody>
      </p:sp>
      <p:sp>
        <p:nvSpPr>
          <p:cNvPr id="19" name="TextBox 18">
            <a:extLst>
              <a:ext uri="{FF2B5EF4-FFF2-40B4-BE49-F238E27FC236}">
                <a16:creationId xmlns:a16="http://schemas.microsoft.com/office/drawing/2014/main" id="{7FA3650B-F664-A8EA-3D76-9CB48A743F9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4103805213"/>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1554890" y="620872"/>
            <a:ext cx="8449491" cy="1027445"/>
          </a:xfrm>
        </p:spPr>
        <p:txBody>
          <a:bodyPr lIns="0" anchor="b"/>
          <a:lstStyle>
            <a:lvl1pPr>
              <a:defRPr>
                <a:solidFill>
                  <a:schemeClr val="tx1"/>
                </a:solidFill>
              </a:defRPr>
            </a:lvl1pPr>
          </a:lstStyle>
          <a:p>
            <a:r>
              <a:rPr lang="en-US" dirty="0"/>
              <a:t>Click To Edit Master Title Style</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4" name="Text Placeholder 2">
            <a:extLst>
              <a:ext uri="{FF2B5EF4-FFF2-40B4-BE49-F238E27FC236}">
                <a16:creationId xmlns:a16="http://schemas.microsoft.com/office/drawing/2014/main" id="{3105F4A7-3BAB-95AF-02B9-0F2D8213B716}"/>
              </a:ext>
            </a:extLst>
          </p:cNvPr>
          <p:cNvSpPr>
            <a:spLocks noGrp="1"/>
          </p:cNvSpPr>
          <p:nvPr>
            <p:ph type="body" idx="1" hasCustomPrompt="1"/>
          </p:nvPr>
        </p:nvSpPr>
        <p:spPr>
          <a:xfrm>
            <a:off x="2374515" y="1946215"/>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6" name="Text Placeholder 2">
            <a:extLst>
              <a:ext uri="{FF2B5EF4-FFF2-40B4-BE49-F238E27FC236}">
                <a16:creationId xmlns:a16="http://schemas.microsoft.com/office/drawing/2014/main" id="{203CB6BF-1C08-8CB4-CD16-5D148A5C112A}"/>
              </a:ext>
            </a:extLst>
          </p:cNvPr>
          <p:cNvSpPr>
            <a:spLocks noGrp="1"/>
          </p:cNvSpPr>
          <p:nvPr>
            <p:ph type="body" idx="14" hasCustomPrompt="1"/>
          </p:nvPr>
        </p:nvSpPr>
        <p:spPr>
          <a:xfrm>
            <a:off x="1554891" y="2047591"/>
            <a:ext cx="654170" cy="309632"/>
          </a:xfrm>
          <a:prstGeom prst="rect">
            <a:avLst/>
          </a:prstGeom>
        </p:spPr>
        <p:txBody>
          <a:bodyPr lIns="0" tIns="0" bIns="0" anchor="ctr">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11" name="Slide Number Placeholder 28">
            <a:extLst>
              <a:ext uri="{FF2B5EF4-FFF2-40B4-BE49-F238E27FC236}">
                <a16:creationId xmlns:a16="http://schemas.microsoft.com/office/drawing/2014/main" id="{C31B5BFF-91E9-CFA8-0A41-2D761022FDE5}"/>
              </a:ext>
            </a:extLst>
          </p:cNvPr>
          <p:cNvSpPr>
            <a:spLocks noGrp="1"/>
          </p:cNvSpPr>
          <p:nvPr>
            <p:ph type="sldNum" sz="quarter" idx="21"/>
          </p:nvPr>
        </p:nvSpPr>
        <p:spPr>
          <a:xfrm>
            <a:off x="558800" y="6264275"/>
            <a:ext cx="279400" cy="365125"/>
          </a:xfrm>
        </p:spPr>
        <p:txBody>
          <a:bodyPr/>
          <a:lstStyle/>
          <a:p>
            <a:fld id="{2E1C8E04-61AE-364F-9D16-6A67B5591D25}" type="slidenum">
              <a:rPr lang="en-US" smtClean="0"/>
              <a:pPr/>
              <a:t>‹#›</a:t>
            </a:fld>
            <a:endParaRPr lang="en-US" dirty="0"/>
          </a:p>
        </p:txBody>
      </p:sp>
      <p:sp>
        <p:nvSpPr>
          <p:cNvPr id="12" name="Footer Placeholder 29">
            <a:extLst>
              <a:ext uri="{FF2B5EF4-FFF2-40B4-BE49-F238E27FC236}">
                <a16:creationId xmlns:a16="http://schemas.microsoft.com/office/drawing/2014/main" id="{9F5E5A31-F52A-BB8E-23CB-7AA74BBA4486}"/>
              </a:ext>
            </a:extLst>
          </p:cNvPr>
          <p:cNvSpPr>
            <a:spLocks noGrp="1"/>
          </p:cNvSpPr>
          <p:nvPr>
            <p:ph type="ftr" sz="quarter" idx="22"/>
          </p:nvPr>
        </p:nvSpPr>
        <p:spPr>
          <a:xfrm>
            <a:off x="882210" y="6264275"/>
            <a:ext cx="4554218" cy="365125"/>
          </a:xfrm>
        </p:spPr>
        <p:txBody>
          <a:bodyPr/>
          <a:lstStyle/>
          <a:p>
            <a:r>
              <a:rPr lang="en-US" dirty="0"/>
              <a:t>Presentation Title Goes Here</a:t>
            </a:r>
          </a:p>
        </p:txBody>
      </p:sp>
      <p:sp>
        <p:nvSpPr>
          <p:cNvPr id="19" name="TextBox 18">
            <a:extLst>
              <a:ext uri="{FF2B5EF4-FFF2-40B4-BE49-F238E27FC236}">
                <a16:creationId xmlns:a16="http://schemas.microsoft.com/office/drawing/2014/main" id="{7FA3650B-F664-A8EA-3D76-9CB48A743F9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16" name="Text Placeholder 2">
            <a:extLst>
              <a:ext uri="{FF2B5EF4-FFF2-40B4-BE49-F238E27FC236}">
                <a16:creationId xmlns:a16="http://schemas.microsoft.com/office/drawing/2014/main" id="{6AC3937B-8387-C36E-4336-B1B4D1F1C3CF}"/>
              </a:ext>
            </a:extLst>
          </p:cNvPr>
          <p:cNvSpPr>
            <a:spLocks noGrp="1"/>
          </p:cNvSpPr>
          <p:nvPr>
            <p:ph type="body" idx="23" hasCustomPrompt="1"/>
          </p:nvPr>
        </p:nvSpPr>
        <p:spPr>
          <a:xfrm>
            <a:off x="2374515" y="2511687"/>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17" name="Text Placeholder 2">
            <a:extLst>
              <a:ext uri="{FF2B5EF4-FFF2-40B4-BE49-F238E27FC236}">
                <a16:creationId xmlns:a16="http://schemas.microsoft.com/office/drawing/2014/main" id="{7EA35BCB-921E-7BB6-8FE5-8D026D00D4BB}"/>
              </a:ext>
            </a:extLst>
          </p:cNvPr>
          <p:cNvSpPr>
            <a:spLocks noGrp="1"/>
          </p:cNvSpPr>
          <p:nvPr>
            <p:ph type="body" idx="24" hasCustomPrompt="1"/>
          </p:nvPr>
        </p:nvSpPr>
        <p:spPr>
          <a:xfrm>
            <a:off x="1554891" y="259752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20" name="Text Placeholder 2">
            <a:extLst>
              <a:ext uri="{FF2B5EF4-FFF2-40B4-BE49-F238E27FC236}">
                <a16:creationId xmlns:a16="http://schemas.microsoft.com/office/drawing/2014/main" id="{191ABE57-3685-636E-69CD-71CA2EB96A77}"/>
              </a:ext>
            </a:extLst>
          </p:cNvPr>
          <p:cNvSpPr>
            <a:spLocks noGrp="1"/>
          </p:cNvSpPr>
          <p:nvPr>
            <p:ph type="body" idx="25" hasCustomPrompt="1"/>
          </p:nvPr>
        </p:nvSpPr>
        <p:spPr>
          <a:xfrm>
            <a:off x="2374515" y="3063199"/>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1" name="Text Placeholder 2">
            <a:extLst>
              <a:ext uri="{FF2B5EF4-FFF2-40B4-BE49-F238E27FC236}">
                <a16:creationId xmlns:a16="http://schemas.microsoft.com/office/drawing/2014/main" id="{DE247DE7-2E4E-A3B7-F301-2AA18D40CA04}"/>
              </a:ext>
            </a:extLst>
          </p:cNvPr>
          <p:cNvSpPr>
            <a:spLocks noGrp="1"/>
          </p:cNvSpPr>
          <p:nvPr>
            <p:ph type="body" idx="26" hasCustomPrompt="1"/>
          </p:nvPr>
        </p:nvSpPr>
        <p:spPr>
          <a:xfrm>
            <a:off x="1554891" y="315521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22" name="Text Placeholder 2">
            <a:extLst>
              <a:ext uri="{FF2B5EF4-FFF2-40B4-BE49-F238E27FC236}">
                <a16:creationId xmlns:a16="http://schemas.microsoft.com/office/drawing/2014/main" id="{6DB9AE65-FAF1-7118-2F64-7A99C0DA5092}"/>
              </a:ext>
            </a:extLst>
          </p:cNvPr>
          <p:cNvSpPr>
            <a:spLocks noGrp="1"/>
          </p:cNvSpPr>
          <p:nvPr>
            <p:ph type="body" idx="27" hasCustomPrompt="1"/>
          </p:nvPr>
        </p:nvSpPr>
        <p:spPr>
          <a:xfrm>
            <a:off x="2374515" y="3614711"/>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3" name="Text Placeholder 2">
            <a:extLst>
              <a:ext uri="{FF2B5EF4-FFF2-40B4-BE49-F238E27FC236}">
                <a16:creationId xmlns:a16="http://schemas.microsoft.com/office/drawing/2014/main" id="{0D8AF796-A7D2-63C0-3125-C63F3DAA7AF3}"/>
              </a:ext>
            </a:extLst>
          </p:cNvPr>
          <p:cNvSpPr>
            <a:spLocks noGrp="1"/>
          </p:cNvSpPr>
          <p:nvPr>
            <p:ph type="body" idx="28" hasCustomPrompt="1"/>
          </p:nvPr>
        </p:nvSpPr>
        <p:spPr>
          <a:xfrm>
            <a:off x="1554890" y="371290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04</a:t>
            </a:r>
          </a:p>
        </p:txBody>
      </p:sp>
      <p:sp>
        <p:nvSpPr>
          <p:cNvPr id="24" name="Text Placeholder 2">
            <a:extLst>
              <a:ext uri="{FF2B5EF4-FFF2-40B4-BE49-F238E27FC236}">
                <a16:creationId xmlns:a16="http://schemas.microsoft.com/office/drawing/2014/main" id="{5C96A97B-0ECD-C592-95EE-BE10DD46F058}"/>
              </a:ext>
            </a:extLst>
          </p:cNvPr>
          <p:cNvSpPr>
            <a:spLocks noGrp="1"/>
          </p:cNvSpPr>
          <p:nvPr>
            <p:ph type="body" idx="29" hasCustomPrompt="1"/>
          </p:nvPr>
        </p:nvSpPr>
        <p:spPr>
          <a:xfrm>
            <a:off x="2374515" y="4166223"/>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5" name="Text Placeholder 2">
            <a:extLst>
              <a:ext uri="{FF2B5EF4-FFF2-40B4-BE49-F238E27FC236}">
                <a16:creationId xmlns:a16="http://schemas.microsoft.com/office/drawing/2014/main" id="{604170A4-007E-6618-EF68-18924E4A7122}"/>
              </a:ext>
            </a:extLst>
          </p:cNvPr>
          <p:cNvSpPr>
            <a:spLocks noGrp="1"/>
          </p:cNvSpPr>
          <p:nvPr>
            <p:ph type="body" idx="30" hasCustomPrompt="1"/>
          </p:nvPr>
        </p:nvSpPr>
        <p:spPr>
          <a:xfrm>
            <a:off x="1554890" y="4258852"/>
            <a:ext cx="654171" cy="31979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05</a:t>
            </a:r>
          </a:p>
        </p:txBody>
      </p:sp>
      <p:sp>
        <p:nvSpPr>
          <p:cNvPr id="26" name="Text Placeholder 2">
            <a:extLst>
              <a:ext uri="{FF2B5EF4-FFF2-40B4-BE49-F238E27FC236}">
                <a16:creationId xmlns:a16="http://schemas.microsoft.com/office/drawing/2014/main" id="{467351FB-D92D-4C43-D63C-956448F067FD}"/>
              </a:ext>
            </a:extLst>
          </p:cNvPr>
          <p:cNvSpPr>
            <a:spLocks noGrp="1"/>
          </p:cNvSpPr>
          <p:nvPr>
            <p:ph type="body" idx="31" hasCustomPrompt="1"/>
          </p:nvPr>
        </p:nvSpPr>
        <p:spPr>
          <a:xfrm>
            <a:off x="2374515" y="4697564"/>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7" name="Text Placeholder 2">
            <a:extLst>
              <a:ext uri="{FF2B5EF4-FFF2-40B4-BE49-F238E27FC236}">
                <a16:creationId xmlns:a16="http://schemas.microsoft.com/office/drawing/2014/main" id="{8C6A0E7E-D03C-3A0D-0C4C-75D94CCF507B}"/>
              </a:ext>
            </a:extLst>
          </p:cNvPr>
          <p:cNvSpPr>
            <a:spLocks noGrp="1"/>
          </p:cNvSpPr>
          <p:nvPr>
            <p:ph type="body" idx="32" hasCustomPrompt="1"/>
          </p:nvPr>
        </p:nvSpPr>
        <p:spPr>
          <a:xfrm>
            <a:off x="1554890" y="4790193"/>
            <a:ext cx="654171" cy="31979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06</a:t>
            </a:r>
          </a:p>
        </p:txBody>
      </p:sp>
    </p:spTree>
    <p:extLst>
      <p:ext uri="{BB962C8B-B14F-4D97-AF65-F5344CB8AC3E}">
        <p14:creationId xmlns:p14="http://schemas.microsoft.com/office/powerpoint/2010/main" val="1501120579"/>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List + Imag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3AD636-376F-F676-6A8D-3EDE4E869F90}"/>
              </a:ext>
            </a:extLst>
          </p:cNvPr>
          <p:cNvSpPr/>
          <p:nvPr userDrawn="1"/>
        </p:nvSpPr>
        <p:spPr>
          <a:xfrm>
            <a:off x="8839200" y="0"/>
            <a:ext cx="33528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838200" y="228600"/>
            <a:ext cx="5257800" cy="1828799"/>
          </a:xfrm>
        </p:spPr>
        <p:txBody>
          <a:bodyPr lIns="0" anchor="b"/>
          <a:lstStyle>
            <a:lvl1pPr>
              <a:defRPr>
                <a:solidFill>
                  <a:schemeClr val="tx1"/>
                </a:solidFill>
              </a:defRPr>
            </a:lvl1pPr>
          </a:lstStyle>
          <a:p>
            <a:r>
              <a:rPr lang="en-US" dirty="0"/>
              <a:t>Click To Edit Master Title Style</a:t>
            </a:r>
          </a:p>
        </p:txBody>
      </p:sp>
      <p:sp>
        <p:nvSpPr>
          <p:cNvPr id="3" name="Picture Placeholder 5">
            <a:extLst>
              <a:ext uri="{FF2B5EF4-FFF2-40B4-BE49-F238E27FC236}">
                <a16:creationId xmlns:a16="http://schemas.microsoft.com/office/drawing/2014/main" id="{045062FF-2E9A-87D2-17A5-9C6FDFBB5D2A}"/>
              </a:ext>
            </a:extLst>
          </p:cNvPr>
          <p:cNvSpPr>
            <a:spLocks noGrp="1"/>
          </p:cNvSpPr>
          <p:nvPr>
            <p:ph type="pic" sz="quarter" idx="13"/>
          </p:nvPr>
        </p:nvSpPr>
        <p:spPr>
          <a:xfrm>
            <a:off x="6726238" y="1480930"/>
            <a:ext cx="5101327" cy="4065105"/>
          </a:xfrm>
          <a:solidFill>
            <a:schemeClr val="bg2"/>
          </a:solidFill>
        </p:spPr>
        <p:txBody>
          <a:bodyPr anchor="ctr">
            <a:normAutofit/>
          </a:bodyPr>
          <a:lstStyle>
            <a:lvl1pPr marL="0" indent="0" algn="ctr">
              <a:buNone/>
              <a:defRPr sz="1400">
                <a:solidFill>
                  <a:schemeClr val="bg1"/>
                </a:solidFill>
              </a:defRPr>
            </a:lvl1pPr>
          </a:lstStyle>
          <a:p>
            <a:endParaRPr lang="en-US"/>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862849" y="2550693"/>
            <a:ext cx="5233151" cy="3152275"/>
          </a:xfrm>
          <a:prstGeom prst="rect">
            <a:avLst/>
          </a:prstGeom>
        </p:spPr>
        <p:txBody>
          <a:bodyPr lIns="0">
            <a:normAutofit/>
          </a:bodyPr>
          <a:lstStyle>
            <a:lvl1pPr marL="285750" indent="-285750">
              <a:buFont typeface="Arial" panose="020B0604020202020204" pitchFamily="34" charset="0"/>
              <a:buChar char="•"/>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lvl="0"/>
            <a:endParaRPr lang="en-US" dirty="0"/>
          </a:p>
        </p:txBody>
      </p:sp>
      <p:sp>
        <p:nvSpPr>
          <p:cNvPr id="4" name="Slide Number Placeholder 28">
            <a:extLst>
              <a:ext uri="{FF2B5EF4-FFF2-40B4-BE49-F238E27FC236}">
                <a16:creationId xmlns:a16="http://schemas.microsoft.com/office/drawing/2014/main" id="{65BD9209-71AA-E282-C46F-2F9E068C9E89}"/>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6" name="Footer Placeholder 29">
            <a:extLst>
              <a:ext uri="{FF2B5EF4-FFF2-40B4-BE49-F238E27FC236}">
                <a16:creationId xmlns:a16="http://schemas.microsoft.com/office/drawing/2014/main" id="{376BCAA8-8730-C56E-D398-058D215EBFF0}"/>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Tree>
    <p:extLst>
      <p:ext uri="{BB962C8B-B14F-4D97-AF65-F5344CB8AC3E}">
        <p14:creationId xmlns:p14="http://schemas.microsoft.com/office/powerpoint/2010/main" val="251991936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Split Screen">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3AD636-376F-F676-6A8D-3EDE4E869F90}"/>
              </a:ext>
            </a:extLst>
          </p:cNvPr>
          <p:cNvSpPr/>
          <p:nvPr userDrawn="1"/>
        </p:nvSpPr>
        <p:spPr>
          <a:xfrm>
            <a:off x="6140010" y="0"/>
            <a:ext cx="605199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862850" y="2924375"/>
            <a:ext cx="4573578" cy="2416071"/>
          </a:xfrm>
          <a:prstGeom prst="rect">
            <a:avLst/>
          </a:prstGeom>
        </p:spPr>
        <p:txBody>
          <a:bodyPr lIns="0">
            <a:normAutofit/>
          </a:bodyPr>
          <a:lstStyle>
            <a:lvl1pPr marL="285750" indent="-285750">
              <a:buFont typeface="Arial" panose="020B0604020202020204" pitchFamily="34" charset="0"/>
              <a:buChar char="•"/>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4" name="Slide Number Placeholder 28">
            <a:extLst>
              <a:ext uri="{FF2B5EF4-FFF2-40B4-BE49-F238E27FC236}">
                <a16:creationId xmlns:a16="http://schemas.microsoft.com/office/drawing/2014/main" id="{65BD9209-71AA-E282-C46F-2F9E068C9E89}"/>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6" name="Footer Placeholder 29">
            <a:extLst>
              <a:ext uri="{FF2B5EF4-FFF2-40B4-BE49-F238E27FC236}">
                <a16:creationId xmlns:a16="http://schemas.microsoft.com/office/drawing/2014/main" id="{376BCAA8-8730-C56E-D398-058D215EBFF0}"/>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
        <p:nvSpPr>
          <p:cNvPr id="10" name="Content Placeholder 3">
            <a:extLst>
              <a:ext uri="{FF2B5EF4-FFF2-40B4-BE49-F238E27FC236}">
                <a16:creationId xmlns:a16="http://schemas.microsoft.com/office/drawing/2014/main" id="{1CF5F177-6AAB-74D9-C357-13D38F92C2DC}"/>
              </a:ext>
            </a:extLst>
          </p:cNvPr>
          <p:cNvSpPr>
            <a:spLocks noGrp="1"/>
          </p:cNvSpPr>
          <p:nvPr>
            <p:ph sz="half" idx="21" hasCustomPrompt="1"/>
          </p:nvPr>
        </p:nvSpPr>
        <p:spPr>
          <a:xfrm>
            <a:off x="6843520" y="2924375"/>
            <a:ext cx="4573578" cy="2416071"/>
          </a:xfrm>
          <a:prstGeom prst="rect">
            <a:avLst/>
          </a:prstGeom>
        </p:spPr>
        <p:txBody>
          <a:bodyPr lIns="0">
            <a:normAutofit/>
          </a:bodyPr>
          <a:lstStyle>
            <a:lvl1pPr marL="285750" indent="-285750">
              <a:buFont typeface="Arial" panose="020B0604020202020204" pitchFamily="34" charset="0"/>
              <a:buChar char="•"/>
              <a:defRPr sz="1800">
                <a:solidFill>
                  <a:schemeClr val="bg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13" name="Title 1">
            <a:extLst>
              <a:ext uri="{FF2B5EF4-FFF2-40B4-BE49-F238E27FC236}">
                <a16:creationId xmlns:a16="http://schemas.microsoft.com/office/drawing/2014/main" id="{A2D6E5D8-C34F-5146-A88D-DA045D19147E}"/>
              </a:ext>
            </a:extLst>
          </p:cNvPr>
          <p:cNvSpPr>
            <a:spLocks noGrp="1"/>
          </p:cNvSpPr>
          <p:nvPr>
            <p:ph type="title"/>
          </p:nvPr>
        </p:nvSpPr>
        <p:spPr>
          <a:xfrm>
            <a:off x="839788" y="228600"/>
            <a:ext cx="5212203" cy="1371600"/>
          </a:xfrm>
        </p:spPr>
        <p:txBody>
          <a:bodyPr lIns="0" anchor="b"/>
          <a:lstStyle>
            <a:lvl1pPr>
              <a:defRPr>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DD327D0-CA7F-E525-7915-08EB934CB1C6}"/>
              </a:ext>
            </a:extLst>
          </p:cNvPr>
          <p:cNvSpPr>
            <a:spLocks noGrp="1"/>
          </p:cNvSpPr>
          <p:nvPr>
            <p:ph type="body" sz="quarter" idx="22"/>
          </p:nvPr>
        </p:nvSpPr>
        <p:spPr>
          <a:xfrm>
            <a:off x="882650" y="2286001"/>
            <a:ext cx="4554538" cy="439589"/>
          </a:xfrm>
        </p:spPr>
        <p:txBody>
          <a:bodyPr/>
          <a:lstStyle>
            <a:lvl1pPr marL="0" indent="0">
              <a:buNone/>
              <a:defRPr b="1"/>
            </a:lvl1pPr>
            <a:lvl2pPr marL="457200" indent="0">
              <a:buNone/>
              <a:defRPr b="1"/>
            </a:lvl2pPr>
            <a:lvl3pPr marL="914400" indent="0">
              <a:buNone/>
              <a:defRPr b="1"/>
            </a:lvl3pPr>
            <a:lvl4pPr marL="1371600" indent="0">
              <a:buNone/>
              <a:defRPr b="1"/>
            </a:lvl4pPr>
            <a:lvl5pPr marL="1828800" indent="0">
              <a:buNone/>
              <a:defRPr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4">
            <a:extLst>
              <a:ext uri="{FF2B5EF4-FFF2-40B4-BE49-F238E27FC236}">
                <a16:creationId xmlns:a16="http://schemas.microsoft.com/office/drawing/2014/main" id="{91D3655D-0E01-751A-C4AD-D72B543EF80D}"/>
              </a:ext>
            </a:extLst>
          </p:cNvPr>
          <p:cNvSpPr>
            <a:spLocks noGrp="1"/>
          </p:cNvSpPr>
          <p:nvPr>
            <p:ph type="body" sz="quarter" idx="23"/>
          </p:nvPr>
        </p:nvSpPr>
        <p:spPr>
          <a:xfrm>
            <a:off x="6838607" y="2286001"/>
            <a:ext cx="4554538" cy="439589"/>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66868563"/>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Simple List - Whi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8200" y="228601"/>
            <a:ext cx="10517188" cy="1371600"/>
          </a:xfrm>
        </p:spPr>
        <p:txBody>
          <a:bodyPr lIns="0" anchor="b"/>
          <a:lstStyle>
            <a:lvl1pPr>
              <a:defRPr>
                <a:solidFill>
                  <a:schemeClr val="tx1"/>
                </a:solidFill>
              </a:defRPr>
            </a:lvl1pPr>
          </a:lstStyle>
          <a:p>
            <a:r>
              <a:rPr lang="en-US" dirty="0"/>
              <a:t>Click to edit Master title style</a:t>
            </a:r>
          </a:p>
        </p:txBody>
      </p:sp>
      <p:sp>
        <p:nvSpPr>
          <p:cNvPr id="12" name="Text Placeholder 2">
            <a:extLst>
              <a:ext uri="{FF2B5EF4-FFF2-40B4-BE49-F238E27FC236}">
                <a16:creationId xmlns:a16="http://schemas.microsoft.com/office/drawing/2014/main" id="{84F4E837-B477-25CB-E59D-D51511D028F9}"/>
              </a:ext>
            </a:extLst>
          </p:cNvPr>
          <p:cNvSpPr>
            <a:spLocks noGrp="1"/>
          </p:cNvSpPr>
          <p:nvPr>
            <p:ph idx="1"/>
          </p:nvPr>
        </p:nvSpPr>
        <p:spPr>
          <a:xfrm>
            <a:off x="838200" y="2057400"/>
            <a:ext cx="10547242" cy="4114800"/>
          </a:xfrm>
          <a:prstGeom prst="rect">
            <a:avLst/>
          </a:prstGeom>
        </p:spPr>
        <p:txBody>
          <a:bodyPr vert="horz" lIns="0" tIns="45720" rIns="91440" bIns="45720" rtlCol="0">
            <a:normAutofit/>
          </a:bodyPr>
          <a:lstStyle>
            <a:lvl1pPr>
              <a:defRPr sz="1800"/>
            </a:lvl1pPr>
            <a:lvl2pPr>
              <a:defRPr sz="18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81120EEF-FE29-542E-B62F-FBA1DF0DA081}"/>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74EE49F3-7BD7-7BFF-32D1-B625565C5B42}"/>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
        <p:nvSpPr>
          <p:cNvPr id="5" name="TextBox 4">
            <a:extLst>
              <a:ext uri="{FF2B5EF4-FFF2-40B4-BE49-F238E27FC236}">
                <a16:creationId xmlns:a16="http://schemas.microsoft.com/office/drawing/2014/main" id="{62CFEE7E-FB78-B03C-5313-1A7D5CBF0C5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6" name="Picture 5" descr="A purple circle with black background&#10;&#10;Description automatically generated">
            <a:extLst>
              <a:ext uri="{FF2B5EF4-FFF2-40B4-BE49-F238E27FC236}">
                <a16:creationId xmlns:a16="http://schemas.microsoft.com/office/drawing/2014/main" id="{252F1E04-5DF4-B8A4-988B-4D5B8DAAE5C0}"/>
              </a:ext>
            </a:extLst>
          </p:cNvPr>
          <p:cNvPicPr>
            <a:picLocks noChangeAspect="1"/>
          </p:cNvPicPr>
          <p:nvPr userDrawn="1"/>
        </p:nvPicPr>
        <p:blipFill>
          <a:blip r:embed="rId3"/>
          <a:srcRect t="48053" r="50000" b="-4546"/>
          <a:stretch/>
        </p:blipFill>
        <p:spPr>
          <a:xfrm>
            <a:off x="10431745" y="0"/>
            <a:ext cx="1760256" cy="1988856"/>
          </a:xfrm>
          <a:prstGeom prst="rect">
            <a:avLst/>
          </a:prstGeom>
        </p:spPr>
      </p:pic>
    </p:spTree>
    <p:extLst>
      <p:ext uri="{BB962C8B-B14F-4D97-AF65-F5344CB8AC3E}">
        <p14:creationId xmlns:p14="http://schemas.microsoft.com/office/powerpoint/2010/main" val="1946323338"/>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61634-63E5-256F-6266-31D044AE9BAA}"/>
              </a:ext>
            </a:extLst>
          </p:cNvPr>
          <p:cNvSpPr>
            <a:spLocks noGrp="1"/>
          </p:cNvSpPr>
          <p:nvPr>
            <p:ph type="title" hasCustomPrompt="1"/>
          </p:nvPr>
        </p:nvSpPr>
        <p:spPr>
          <a:xfrm>
            <a:off x="2017927" y="1425646"/>
            <a:ext cx="8156144" cy="2819918"/>
          </a:xfrm>
        </p:spPr>
        <p:txBody>
          <a:bodyPr lIns="0" anchor="t">
            <a:noAutofit/>
          </a:bodyPr>
          <a:lstStyle>
            <a:lvl1pPr algn="ctr">
              <a:lnSpc>
                <a:spcPts val="4200"/>
              </a:lnSpc>
              <a:defRPr sz="2800" b="0" i="0">
                <a:latin typeface="Space Grotesk Light" pitchFamily="2" charset="77"/>
              </a:defRPr>
            </a:lvl1p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a:t>
            </a:r>
            <a:r>
              <a:rPr lang="en-US"/>
              <a:t> mod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a:t>
            </a:r>
            <a:br>
              <a:rPr lang="en-US"/>
            </a:br>
            <a:r>
              <a:rPr lang="en-US"/>
              <a:t>lorem ipsum dolor sit.</a:t>
            </a:r>
          </a:p>
        </p:txBody>
      </p:sp>
      <p:pic>
        <p:nvPicPr>
          <p:cNvPr id="10" name="Picture 9">
            <a:extLst>
              <a:ext uri="{FF2B5EF4-FFF2-40B4-BE49-F238E27FC236}">
                <a16:creationId xmlns:a16="http://schemas.microsoft.com/office/drawing/2014/main" id="{E9AFB58B-9F77-814B-EDBA-7B461F3B14ED}"/>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12" name="Text Placeholder 11">
            <a:extLst>
              <a:ext uri="{FF2B5EF4-FFF2-40B4-BE49-F238E27FC236}">
                <a16:creationId xmlns:a16="http://schemas.microsoft.com/office/drawing/2014/main" id="{A24B00F1-4190-E031-9689-223964E5C217}"/>
              </a:ext>
            </a:extLst>
          </p:cNvPr>
          <p:cNvSpPr>
            <a:spLocks noGrp="1"/>
          </p:cNvSpPr>
          <p:nvPr>
            <p:ph type="body" sz="quarter" idx="13" hasCustomPrompt="1"/>
          </p:nvPr>
        </p:nvSpPr>
        <p:spPr>
          <a:xfrm>
            <a:off x="3838114" y="4628929"/>
            <a:ext cx="4515771" cy="417271"/>
          </a:xfrm>
        </p:spPr>
        <p:txBody>
          <a:bodyPr anchor="b">
            <a:normAutofit/>
          </a:bodyPr>
          <a:lstStyle>
            <a:lvl1pPr marL="0" indent="0" algn="ctr">
              <a:buNone/>
              <a:defRPr sz="1800" b="1" i="0">
                <a:latin typeface="Inter UI" panose="020B0502030000000004" pitchFamily="34" charset="0"/>
                <a:ea typeface="Inter UI" panose="020B0502030000000004" pitchFamily="34" charset="0"/>
              </a:defRPr>
            </a:lvl1pPr>
            <a:lvl2pPr marL="457200" indent="0" algn="ctr">
              <a:buNone/>
              <a:defRPr b="0" i="0">
                <a:latin typeface="Space Grotesk Medium" pitchFamily="2" charset="77"/>
              </a:defRPr>
            </a:lvl2pPr>
            <a:lvl3pPr marL="914400" indent="0" algn="ctr">
              <a:buNone/>
              <a:defRPr b="0" i="0">
                <a:latin typeface="Space Grotesk Medium" pitchFamily="2" charset="77"/>
              </a:defRPr>
            </a:lvl3pPr>
            <a:lvl4pPr marL="1371600" indent="0" algn="ctr">
              <a:buNone/>
              <a:defRPr b="0" i="0">
                <a:latin typeface="Space Grotesk Medium" pitchFamily="2" charset="77"/>
              </a:defRPr>
            </a:lvl4pPr>
            <a:lvl5pPr marL="1828800" indent="0" algn="ctr">
              <a:buNone/>
              <a:defRPr b="0" i="0">
                <a:latin typeface="Space Grotesk Medium" pitchFamily="2" charset="77"/>
              </a:defRPr>
            </a:lvl5pPr>
          </a:lstStyle>
          <a:p>
            <a:pPr lvl="0"/>
            <a:r>
              <a:rPr lang="en-US"/>
              <a:t>Mike </a:t>
            </a:r>
            <a:r>
              <a:rPr lang="en-US" err="1"/>
              <a:t>Miskell</a:t>
            </a:r>
            <a:endParaRPr lang="en-US"/>
          </a:p>
        </p:txBody>
      </p:sp>
      <p:sp>
        <p:nvSpPr>
          <p:cNvPr id="13" name="Text Placeholder 11">
            <a:extLst>
              <a:ext uri="{FF2B5EF4-FFF2-40B4-BE49-F238E27FC236}">
                <a16:creationId xmlns:a16="http://schemas.microsoft.com/office/drawing/2014/main" id="{5F76892D-E924-8B0C-E8C4-DD08E72086C0}"/>
              </a:ext>
            </a:extLst>
          </p:cNvPr>
          <p:cNvSpPr>
            <a:spLocks noGrp="1"/>
          </p:cNvSpPr>
          <p:nvPr>
            <p:ph type="body" sz="quarter" idx="14" hasCustomPrompt="1"/>
          </p:nvPr>
        </p:nvSpPr>
        <p:spPr>
          <a:xfrm>
            <a:off x="1564326" y="5046284"/>
            <a:ext cx="9063347" cy="417271"/>
          </a:xfrm>
        </p:spPr>
        <p:txBody>
          <a:bodyPr>
            <a:normAutofit/>
          </a:bodyPr>
          <a:lstStyle>
            <a:lvl1pPr marL="0" indent="0" algn="ctr">
              <a:buNone/>
              <a:defRPr sz="1600" b="0" i="0">
                <a:latin typeface="Inter UI" panose="020B0502030000000004" pitchFamily="34" charset="0"/>
                <a:ea typeface="Inter UI" panose="020B0502030000000004" pitchFamily="34" charset="0"/>
              </a:defRPr>
            </a:lvl1pPr>
            <a:lvl2pPr marL="457200" indent="0" algn="ctr">
              <a:buNone/>
              <a:defRPr b="0" i="0">
                <a:latin typeface="Space Grotesk Medium" pitchFamily="2" charset="77"/>
              </a:defRPr>
            </a:lvl2pPr>
            <a:lvl3pPr marL="914400" indent="0" algn="ctr">
              <a:buNone/>
              <a:defRPr b="0" i="0">
                <a:latin typeface="Space Grotesk Medium" pitchFamily="2" charset="77"/>
              </a:defRPr>
            </a:lvl3pPr>
            <a:lvl4pPr marL="1371600" indent="0" algn="ctr">
              <a:buNone/>
              <a:defRPr b="0" i="0">
                <a:latin typeface="Space Grotesk Medium" pitchFamily="2" charset="77"/>
              </a:defRPr>
            </a:lvl4pPr>
            <a:lvl5pPr marL="1828800" indent="0" algn="ctr">
              <a:buNone/>
              <a:defRPr b="0" i="0">
                <a:latin typeface="Space Grotesk Medium" pitchFamily="2" charset="77"/>
              </a:defRPr>
            </a:lvl5pPr>
          </a:lstStyle>
          <a:p>
            <a:pPr lvl="0"/>
            <a:r>
              <a:rPr lang="en-US"/>
              <a:t>Director of Process Improvement, Kaman Technologies</a:t>
            </a:r>
          </a:p>
        </p:txBody>
      </p:sp>
      <p:pic>
        <p:nvPicPr>
          <p:cNvPr id="15" name="Graphic 14">
            <a:extLst>
              <a:ext uri="{FF2B5EF4-FFF2-40B4-BE49-F238E27FC236}">
                <a16:creationId xmlns:a16="http://schemas.microsoft.com/office/drawing/2014/main" id="{4D815CA7-35D6-8AB4-5240-F3C304B965A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48350" y="751357"/>
            <a:ext cx="495300" cy="406400"/>
          </a:xfrm>
          <a:prstGeom prst="rect">
            <a:avLst/>
          </a:prstGeom>
        </p:spPr>
      </p:pic>
      <p:sp>
        <p:nvSpPr>
          <p:cNvPr id="3" name="Slide Number Placeholder 28">
            <a:extLst>
              <a:ext uri="{FF2B5EF4-FFF2-40B4-BE49-F238E27FC236}">
                <a16:creationId xmlns:a16="http://schemas.microsoft.com/office/drawing/2014/main" id="{B82E34AD-0CE2-C9B2-31C3-19DA8FCCF267}"/>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a:p>
        </p:txBody>
      </p:sp>
      <p:sp>
        <p:nvSpPr>
          <p:cNvPr id="4" name="Footer Placeholder 29">
            <a:extLst>
              <a:ext uri="{FF2B5EF4-FFF2-40B4-BE49-F238E27FC236}">
                <a16:creationId xmlns:a16="http://schemas.microsoft.com/office/drawing/2014/main" id="{E9175CC3-84C8-DEDC-C100-B8F789588EBA}"/>
              </a:ext>
            </a:extLst>
          </p:cNvPr>
          <p:cNvSpPr>
            <a:spLocks noGrp="1"/>
          </p:cNvSpPr>
          <p:nvPr>
            <p:ph type="ftr" sz="quarter" idx="20"/>
          </p:nvPr>
        </p:nvSpPr>
        <p:spPr>
          <a:xfrm>
            <a:off x="882210" y="6264275"/>
            <a:ext cx="4554218" cy="365125"/>
          </a:xfrm>
        </p:spPr>
        <p:txBody>
          <a:bodyPr/>
          <a:lstStyle/>
          <a:p>
            <a:r>
              <a:rPr lang="en-US"/>
              <a:t>Presentation Title Goes Here</a:t>
            </a:r>
          </a:p>
        </p:txBody>
      </p:sp>
      <p:sp>
        <p:nvSpPr>
          <p:cNvPr id="5" name="TextBox 4">
            <a:extLst>
              <a:ext uri="{FF2B5EF4-FFF2-40B4-BE49-F238E27FC236}">
                <a16:creationId xmlns:a16="http://schemas.microsoft.com/office/drawing/2014/main" id="{51D42C2B-666C-EFE8-9BD8-2D1F4DB80AFA}"/>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a:solidFill>
                  <a:schemeClr val="tx1"/>
                </a:solidFill>
                <a:latin typeface="Space Grotesk Light" pitchFamily="2" charset="77"/>
              </a:rPr>
              <a:t>P3ADAPTIVE.COM</a:t>
            </a:r>
          </a:p>
        </p:txBody>
      </p:sp>
    </p:spTree>
    <p:extLst>
      <p:ext uri="{BB962C8B-B14F-4D97-AF65-F5344CB8AC3E}">
        <p14:creationId xmlns:p14="http://schemas.microsoft.com/office/powerpoint/2010/main" val="2480235199"/>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Section - Blue">
    <p:bg>
      <p:bgPr>
        <a:gradFill>
          <a:gsLst>
            <a:gs pos="100000">
              <a:schemeClr val="accent2"/>
            </a:gs>
            <a:gs pos="0">
              <a:schemeClr val="accent3"/>
            </a:gs>
          </a:gsLst>
          <a:lin ang="2700000" scaled="0"/>
        </a:gra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8813F25-85A1-B5C2-7D2C-A001E9B903A9}"/>
              </a:ext>
            </a:extLst>
          </p:cNvPr>
          <p:cNvSpPr>
            <a:spLocks noGrp="1"/>
          </p:cNvSpPr>
          <p:nvPr>
            <p:ph type="title" hasCustomPrompt="1"/>
          </p:nvPr>
        </p:nvSpPr>
        <p:spPr>
          <a:xfrm>
            <a:off x="-88900" y="1384090"/>
            <a:ext cx="10464800" cy="3559175"/>
          </a:xfrm>
        </p:spPr>
        <p:txBody>
          <a:bodyPr lIns="0" anchor="b">
            <a:noAutofit/>
          </a:bodyPr>
          <a:lstStyle>
            <a:lvl1pPr marL="0" indent="0">
              <a:lnSpc>
                <a:spcPct val="80000"/>
              </a:lnSpc>
              <a:tabLst/>
              <a:defRPr sz="20000">
                <a:solidFill>
                  <a:schemeClr val="bg1">
                    <a:alpha val="35000"/>
                  </a:schemeClr>
                </a:solidFill>
              </a:defRPr>
            </a:lvl1pPr>
          </a:lstStyle>
          <a:p>
            <a:r>
              <a:rPr lang="en-US" dirty="0"/>
              <a:t>Title</a:t>
            </a:r>
          </a:p>
        </p:txBody>
      </p:sp>
      <p:sp>
        <p:nvSpPr>
          <p:cNvPr id="3" name="Text Placeholder 2">
            <a:extLst>
              <a:ext uri="{FF2B5EF4-FFF2-40B4-BE49-F238E27FC236}">
                <a16:creationId xmlns:a16="http://schemas.microsoft.com/office/drawing/2014/main" id="{F3A16D76-2D50-E120-487A-422FCBFDC9A6}"/>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pic>
        <p:nvPicPr>
          <p:cNvPr id="7" name="Picture 6">
            <a:extLst>
              <a:ext uri="{FF2B5EF4-FFF2-40B4-BE49-F238E27FC236}">
                <a16:creationId xmlns:a16="http://schemas.microsoft.com/office/drawing/2014/main" id="{2A18E61C-DA98-2545-49D2-98F1279C29E4}"/>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33110671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Section - Orange">
    <p:bg>
      <p:bgPr>
        <a:gradFill>
          <a:gsLst>
            <a:gs pos="0">
              <a:schemeClr val="accent5"/>
            </a:gs>
            <a:gs pos="100000">
              <a:schemeClr val="accent4"/>
            </a:gs>
          </a:gsLst>
          <a:lin ang="2700000" scaled="0"/>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CD45233-B771-E7B0-4029-2404C7CB9B8D}"/>
              </a:ext>
            </a:extLst>
          </p:cNvPr>
          <p:cNvSpPr>
            <a:spLocks noGrp="1"/>
          </p:cNvSpPr>
          <p:nvPr>
            <p:ph type="title" hasCustomPrompt="1"/>
          </p:nvPr>
        </p:nvSpPr>
        <p:spPr>
          <a:xfrm>
            <a:off x="-88900" y="1429060"/>
            <a:ext cx="10464800" cy="3559175"/>
          </a:xfrm>
        </p:spPr>
        <p:txBody>
          <a:bodyPr lIns="0" anchor="b">
            <a:noAutofit/>
          </a:bodyPr>
          <a:lstStyle>
            <a:lvl1pPr marL="0" indent="0">
              <a:lnSpc>
                <a:spcPct val="80000"/>
              </a:lnSpc>
              <a:tabLst/>
              <a:defRPr sz="20000">
                <a:solidFill>
                  <a:schemeClr val="bg1">
                    <a:alpha val="35000"/>
                  </a:schemeClr>
                </a:solidFill>
              </a:defRPr>
            </a:lvl1pPr>
          </a:lstStyle>
          <a:p>
            <a:r>
              <a:rPr lang="en-US" dirty="0"/>
              <a:t>Title</a:t>
            </a:r>
          </a:p>
        </p:txBody>
      </p:sp>
      <p:sp>
        <p:nvSpPr>
          <p:cNvPr id="3" name="Text Placeholder 2">
            <a:extLst>
              <a:ext uri="{FF2B5EF4-FFF2-40B4-BE49-F238E27FC236}">
                <a16:creationId xmlns:a16="http://schemas.microsoft.com/office/drawing/2014/main" id="{F3A16D76-2D50-E120-487A-422FCBFDC9A6}"/>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pic>
        <p:nvPicPr>
          <p:cNvPr id="4" name="Picture 3">
            <a:extLst>
              <a:ext uri="{FF2B5EF4-FFF2-40B4-BE49-F238E27FC236}">
                <a16:creationId xmlns:a16="http://schemas.microsoft.com/office/drawing/2014/main" id="{F4B74FD8-7056-8316-E120-B6C9474B5D38}"/>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14332789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Section - Light">
    <p:bg>
      <p:bgPr>
        <a:gradFill>
          <a:gsLst>
            <a:gs pos="100000">
              <a:schemeClr val="bg2">
                <a:lumMod val="75000"/>
              </a:schemeClr>
            </a:gs>
            <a:gs pos="0">
              <a:schemeClr val="bg2"/>
            </a:gs>
          </a:gsLst>
          <a:lin ang="2700000" scaled="0"/>
        </a:gra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37AC1CE-E20D-80BD-9F01-7FE84DC9B96F}"/>
              </a:ext>
            </a:extLst>
          </p:cNvPr>
          <p:cNvSpPr>
            <a:spLocks noGrp="1"/>
          </p:cNvSpPr>
          <p:nvPr>
            <p:ph type="title" hasCustomPrompt="1"/>
          </p:nvPr>
        </p:nvSpPr>
        <p:spPr>
          <a:xfrm>
            <a:off x="-88900" y="1219200"/>
            <a:ext cx="10464800" cy="3559175"/>
          </a:xfrm>
        </p:spPr>
        <p:txBody>
          <a:bodyPr lIns="0" anchor="b">
            <a:noAutofit/>
          </a:bodyPr>
          <a:lstStyle>
            <a:lvl1pPr marL="0" indent="0">
              <a:lnSpc>
                <a:spcPct val="80000"/>
              </a:lnSpc>
              <a:tabLst/>
              <a:defRPr sz="20000">
                <a:solidFill>
                  <a:schemeClr val="bg1">
                    <a:alpha val="69096"/>
                  </a:schemeClr>
                </a:solidFill>
              </a:defRPr>
            </a:lvl1pPr>
          </a:lstStyle>
          <a:p>
            <a:r>
              <a:rPr lang="en-US" dirty="0"/>
              <a:t>Title</a:t>
            </a:r>
          </a:p>
        </p:txBody>
      </p:sp>
      <p:sp>
        <p:nvSpPr>
          <p:cNvPr id="4" name="Text Placeholder 2">
            <a:extLst>
              <a:ext uri="{FF2B5EF4-FFF2-40B4-BE49-F238E27FC236}">
                <a16:creationId xmlns:a16="http://schemas.microsoft.com/office/drawing/2014/main" id="{C2B79F84-DB3D-50DC-B44D-D76CC3213880}"/>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pic>
        <p:nvPicPr>
          <p:cNvPr id="5" name="Picture 4">
            <a:extLst>
              <a:ext uri="{FF2B5EF4-FFF2-40B4-BE49-F238E27FC236}">
                <a16:creationId xmlns:a16="http://schemas.microsoft.com/office/drawing/2014/main" id="{109EEC0A-AB31-66A3-D3F4-20732E59125F}"/>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330141372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3 Steps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7222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7222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userDrawn="1"/>
        </p:nvCxnSpPr>
        <p:spPr>
          <a:xfrm>
            <a:off x="45424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5" name="Picture Placeholder 15">
            <a:extLst>
              <a:ext uri="{FF2B5EF4-FFF2-40B4-BE49-F238E27FC236}">
                <a16:creationId xmlns:a16="http://schemas.microsoft.com/office/drawing/2014/main" id="{326A8D08-9F14-4A4C-32DF-6C9BBCDBDABB}"/>
              </a:ext>
            </a:extLst>
          </p:cNvPr>
          <p:cNvSpPr>
            <a:spLocks noGrp="1"/>
          </p:cNvSpPr>
          <p:nvPr>
            <p:ph type="pic" sz="quarter" idx="18"/>
          </p:nvPr>
        </p:nvSpPr>
        <p:spPr>
          <a:xfrm>
            <a:off x="4704347" y="4319199"/>
            <a:ext cx="447611" cy="447610"/>
          </a:xfrm>
          <a:prstGeom prst="rect">
            <a:avLst/>
          </a:prstGeom>
          <a:noFill/>
        </p:spPr>
        <p:txBody>
          <a:bodyPr>
            <a:normAutofit/>
          </a:bodyPr>
          <a:lstStyle>
            <a:lvl1pPr marL="0" indent="0" algn="ctr">
              <a:buNone/>
              <a:defRPr sz="700">
                <a:solidFill>
                  <a:schemeClr val="tx2"/>
                </a:solidFill>
              </a:defRPr>
            </a:lvl1pPr>
          </a:lstStyle>
          <a:p>
            <a:endParaRPr lang="en-US" dirty="0"/>
          </a:p>
        </p:txBody>
      </p:sp>
      <p:cxnSp>
        <p:nvCxnSpPr>
          <p:cNvPr id="11" name="Straight Connector 10">
            <a:extLst>
              <a:ext uri="{FF2B5EF4-FFF2-40B4-BE49-F238E27FC236}">
                <a16:creationId xmlns:a16="http://schemas.microsoft.com/office/drawing/2014/main" id="{92AE66CA-D4EE-2E12-B2FB-B74908BFE6EC}"/>
              </a:ext>
            </a:extLst>
          </p:cNvPr>
          <p:cNvCxnSpPr>
            <a:cxnSpLocks/>
          </p:cNvCxnSpPr>
          <p:nvPr userDrawn="1"/>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sp>
        <p:nvSpPr>
          <p:cNvPr id="29" name="Text Placeholder 2">
            <a:extLst>
              <a:ext uri="{FF2B5EF4-FFF2-40B4-BE49-F238E27FC236}">
                <a16:creationId xmlns:a16="http://schemas.microsoft.com/office/drawing/2014/main" id="{83DD1B15-1F89-D692-96DF-15C1A83CCE42}"/>
              </a:ext>
            </a:extLst>
          </p:cNvPr>
          <p:cNvSpPr>
            <a:spLocks noGrp="1"/>
          </p:cNvSpPr>
          <p:nvPr>
            <p:ph type="body" idx="19" hasCustomPrompt="1"/>
          </p:nvPr>
        </p:nvSpPr>
        <p:spPr>
          <a:xfrm>
            <a:off x="10519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30" name="Content Placeholder 3">
            <a:extLst>
              <a:ext uri="{FF2B5EF4-FFF2-40B4-BE49-F238E27FC236}">
                <a16:creationId xmlns:a16="http://schemas.microsoft.com/office/drawing/2014/main" id="{A7B7FB43-7EC8-AC76-0A14-9E1277430781}"/>
              </a:ext>
            </a:extLst>
          </p:cNvPr>
          <p:cNvSpPr>
            <a:spLocks noGrp="1"/>
          </p:cNvSpPr>
          <p:nvPr>
            <p:ph sz="half" idx="20" hasCustomPrompt="1"/>
          </p:nvPr>
        </p:nvSpPr>
        <p:spPr>
          <a:xfrm>
            <a:off x="10519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31" name="Straight Connector 30">
            <a:extLst>
              <a:ext uri="{FF2B5EF4-FFF2-40B4-BE49-F238E27FC236}">
                <a16:creationId xmlns:a16="http://schemas.microsoft.com/office/drawing/2014/main" id="{9A76B0C2-3052-DD16-45A9-7663A2CD150A}"/>
              </a:ext>
            </a:extLst>
          </p:cNvPr>
          <p:cNvCxnSpPr>
            <a:cxnSpLocks/>
          </p:cNvCxnSpPr>
          <p:nvPr userDrawn="1"/>
        </p:nvCxnSpPr>
        <p:spPr>
          <a:xfrm>
            <a:off x="8721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32" name="Picture Placeholder 15">
            <a:extLst>
              <a:ext uri="{FF2B5EF4-FFF2-40B4-BE49-F238E27FC236}">
                <a16:creationId xmlns:a16="http://schemas.microsoft.com/office/drawing/2014/main" id="{B48EFF02-6B39-3CE9-E7D1-AE9BDEC0A032}"/>
              </a:ext>
            </a:extLst>
          </p:cNvPr>
          <p:cNvSpPr>
            <a:spLocks noGrp="1"/>
          </p:cNvSpPr>
          <p:nvPr>
            <p:ph type="pic" sz="quarter" idx="21"/>
          </p:nvPr>
        </p:nvSpPr>
        <p:spPr>
          <a:xfrm>
            <a:off x="1034047" y="4319195"/>
            <a:ext cx="447615" cy="447614"/>
          </a:xfrm>
          <a:prstGeom prst="rect">
            <a:avLst/>
          </a:prstGeom>
          <a:noFill/>
        </p:spPr>
        <p:txBody>
          <a:bodyPr>
            <a:normAutofit/>
          </a:bodyPr>
          <a:lstStyle>
            <a:lvl1pPr marL="0" indent="0" algn="ctr">
              <a:buNone/>
              <a:defRPr sz="700">
                <a:solidFill>
                  <a:schemeClr val="tx2"/>
                </a:solidFill>
              </a:defRPr>
            </a:lvl1pPr>
          </a:lstStyle>
          <a:p>
            <a:endParaRPr lang="en-US" dirty="0"/>
          </a:p>
        </p:txBody>
      </p:sp>
      <p:cxnSp>
        <p:nvCxnSpPr>
          <p:cNvPr id="33" name="Straight Connector 32">
            <a:extLst>
              <a:ext uri="{FF2B5EF4-FFF2-40B4-BE49-F238E27FC236}">
                <a16:creationId xmlns:a16="http://schemas.microsoft.com/office/drawing/2014/main" id="{949309B4-304A-FC0D-8549-80591AD1CE64}"/>
              </a:ext>
            </a:extLst>
          </p:cNvPr>
          <p:cNvCxnSpPr>
            <a:cxnSpLocks/>
          </p:cNvCxnSpPr>
          <p:nvPr userDrawn="1"/>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sp>
        <p:nvSpPr>
          <p:cNvPr id="34" name="Text Placeholder 2">
            <a:extLst>
              <a:ext uri="{FF2B5EF4-FFF2-40B4-BE49-F238E27FC236}">
                <a16:creationId xmlns:a16="http://schemas.microsoft.com/office/drawing/2014/main" id="{763B3056-5701-ED0F-13B7-F2662F97FC32}"/>
              </a:ext>
            </a:extLst>
          </p:cNvPr>
          <p:cNvSpPr>
            <a:spLocks noGrp="1"/>
          </p:cNvSpPr>
          <p:nvPr>
            <p:ph type="body" idx="22" hasCustomPrompt="1"/>
          </p:nvPr>
        </p:nvSpPr>
        <p:spPr>
          <a:xfrm>
            <a:off x="86084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35" name="Content Placeholder 3">
            <a:extLst>
              <a:ext uri="{FF2B5EF4-FFF2-40B4-BE49-F238E27FC236}">
                <a16:creationId xmlns:a16="http://schemas.microsoft.com/office/drawing/2014/main" id="{EF08A56E-B343-F409-94C2-D32AAB44CAB4}"/>
              </a:ext>
            </a:extLst>
          </p:cNvPr>
          <p:cNvSpPr>
            <a:spLocks noGrp="1"/>
          </p:cNvSpPr>
          <p:nvPr>
            <p:ph sz="half" idx="23" hasCustomPrompt="1"/>
          </p:nvPr>
        </p:nvSpPr>
        <p:spPr>
          <a:xfrm>
            <a:off x="86084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36" name="Straight Connector 35">
            <a:extLst>
              <a:ext uri="{FF2B5EF4-FFF2-40B4-BE49-F238E27FC236}">
                <a16:creationId xmlns:a16="http://schemas.microsoft.com/office/drawing/2014/main" id="{E199A15F-CAF8-027F-0AEC-393C05604CE8}"/>
              </a:ext>
            </a:extLst>
          </p:cNvPr>
          <p:cNvCxnSpPr>
            <a:cxnSpLocks/>
          </p:cNvCxnSpPr>
          <p:nvPr userDrawn="1"/>
        </p:nvCxnSpPr>
        <p:spPr>
          <a:xfrm>
            <a:off x="84286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37" name="Picture Placeholder 15">
            <a:extLst>
              <a:ext uri="{FF2B5EF4-FFF2-40B4-BE49-F238E27FC236}">
                <a16:creationId xmlns:a16="http://schemas.microsoft.com/office/drawing/2014/main" id="{21447A28-4F4E-3BE3-B526-E0056E7CC7C1}"/>
              </a:ext>
            </a:extLst>
          </p:cNvPr>
          <p:cNvSpPr>
            <a:spLocks noGrp="1"/>
          </p:cNvSpPr>
          <p:nvPr>
            <p:ph type="pic" sz="quarter" idx="24"/>
          </p:nvPr>
        </p:nvSpPr>
        <p:spPr>
          <a:xfrm>
            <a:off x="8590548" y="4319195"/>
            <a:ext cx="447614" cy="447613"/>
          </a:xfrm>
          <a:prstGeom prst="rect">
            <a:avLst/>
          </a:prstGeom>
          <a:noFill/>
        </p:spPr>
        <p:txBody>
          <a:bodyPr>
            <a:normAutofit/>
          </a:bodyPr>
          <a:lstStyle>
            <a:lvl1pPr marL="0" indent="0" algn="ctr">
              <a:buNone/>
              <a:defRPr sz="700">
                <a:solidFill>
                  <a:schemeClr val="tx2"/>
                </a:solidFill>
              </a:defRPr>
            </a:lvl1pPr>
          </a:lstStyle>
          <a:p>
            <a:endParaRPr lang="en-US" dirty="0"/>
          </a:p>
        </p:txBody>
      </p:sp>
      <p:cxnSp>
        <p:nvCxnSpPr>
          <p:cNvPr id="38" name="Straight Connector 37">
            <a:extLst>
              <a:ext uri="{FF2B5EF4-FFF2-40B4-BE49-F238E27FC236}">
                <a16:creationId xmlns:a16="http://schemas.microsoft.com/office/drawing/2014/main" id="{4C3402BA-C0B0-8B2F-7684-DE3E3868959C}"/>
              </a:ext>
            </a:extLst>
          </p:cNvPr>
          <p:cNvCxnSpPr>
            <a:cxnSpLocks/>
          </p:cNvCxnSpPr>
          <p:nvPr userDrawn="1"/>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6C6032DA-FF80-88C3-2E14-1B874B380ABA}"/>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7" name="Slide Number Placeholder 28">
            <a:extLst>
              <a:ext uri="{FF2B5EF4-FFF2-40B4-BE49-F238E27FC236}">
                <a16:creationId xmlns:a16="http://schemas.microsoft.com/office/drawing/2014/main" id="{080C401E-9045-93F2-5170-7B6C98B1083F}"/>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8" name="Footer Placeholder 29">
            <a:extLst>
              <a:ext uri="{FF2B5EF4-FFF2-40B4-BE49-F238E27FC236}">
                <a16:creationId xmlns:a16="http://schemas.microsoft.com/office/drawing/2014/main" id="{CA7A8BCD-C0B1-5332-2D40-AAF18AF26AC8}"/>
              </a:ext>
            </a:extLst>
          </p:cNvPr>
          <p:cNvSpPr>
            <a:spLocks noGrp="1"/>
          </p:cNvSpPr>
          <p:nvPr>
            <p:ph type="ftr" sz="quarter" idx="26"/>
          </p:nvPr>
        </p:nvSpPr>
        <p:spPr>
          <a:xfrm>
            <a:off x="882210" y="6264275"/>
            <a:ext cx="4554218" cy="365125"/>
          </a:xfrm>
        </p:spPr>
        <p:txBody>
          <a:bodyPr/>
          <a:lstStyle/>
          <a:p>
            <a:r>
              <a:rPr lang="en-US" dirty="0"/>
              <a:t>Presentation Title Goes Here</a:t>
            </a:r>
          </a:p>
        </p:txBody>
      </p:sp>
      <p:sp>
        <p:nvSpPr>
          <p:cNvPr id="9" name="TextBox 8">
            <a:extLst>
              <a:ext uri="{FF2B5EF4-FFF2-40B4-BE49-F238E27FC236}">
                <a16:creationId xmlns:a16="http://schemas.microsoft.com/office/drawing/2014/main" id="{E9470619-9FC4-2DA6-C0D0-F26356E616A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4044057886"/>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Proces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pic>
        <p:nvPicPr>
          <p:cNvPr id="44" name="Picture 43">
            <a:extLst>
              <a:ext uri="{FF2B5EF4-FFF2-40B4-BE49-F238E27FC236}">
                <a16:creationId xmlns:a16="http://schemas.microsoft.com/office/drawing/2014/main" id="{6C6032DA-FF80-88C3-2E14-1B874B380ABA}"/>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7" name="Slide Number Placeholder 28">
            <a:extLst>
              <a:ext uri="{FF2B5EF4-FFF2-40B4-BE49-F238E27FC236}">
                <a16:creationId xmlns:a16="http://schemas.microsoft.com/office/drawing/2014/main" id="{080C401E-9045-93F2-5170-7B6C98B1083F}"/>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8" name="Footer Placeholder 29">
            <a:extLst>
              <a:ext uri="{FF2B5EF4-FFF2-40B4-BE49-F238E27FC236}">
                <a16:creationId xmlns:a16="http://schemas.microsoft.com/office/drawing/2014/main" id="{CA7A8BCD-C0B1-5332-2D40-AAF18AF26AC8}"/>
              </a:ext>
            </a:extLst>
          </p:cNvPr>
          <p:cNvSpPr>
            <a:spLocks noGrp="1"/>
          </p:cNvSpPr>
          <p:nvPr>
            <p:ph type="ftr" sz="quarter" idx="26"/>
          </p:nvPr>
        </p:nvSpPr>
        <p:spPr>
          <a:xfrm>
            <a:off x="882210" y="6264275"/>
            <a:ext cx="4554218" cy="365125"/>
          </a:xfrm>
        </p:spPr>
        <p:txBody>
          <a:bodyPr/>
          <a:lstStyle/>
          <a:p>
            <a:r>
              <a:rPr lang="en-US" dirty="0"/>
              <a:t>Presentation Title Goes Here</a:t>
            </a:r>
          </a:p>
        </p:txBody>
      </p:sp>
      <p:sp>
        <p:nvSpPr>
          <p:cNvPr id="9" name="TextBox 8">
            <a:extLst>
              <a:ext uri="{FF2B5EF4-FFF2-40B4-BE49-F238E27FC236}">
                <a16:creationId xmlns:a16="http://schemas.microsoft.com/office/drawing/2014/main" id="{E9470619-9FC4-2DA6-C0D0-F26356E616A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40" name="Text Placeholder 39">
            <a:extLst>
              <a:ext uri="{FF2B5EF4-FFF2-40B4-BE49-F238E27FC236}">
                <a16:creationId xmlns:a16="http://schemas.microsoft.com/office/drawing/2014/main" id="{244FA993-AF88-43C3-4262-94824BAEB846}"/>
              </a:ext>
            </a:extLst>
          </p:cNvPr>
          <p:cNvSpPr>
            <a:spLocks noGrp="1"/>
          </p:cNvSpPr>
          <p:nvPr>
            <p:ph type="body" sz="quarter" idx="28" hasCustomPrompt="1"/>
          </p:nvPr>
        </p:nvSpPr>
        <p:spPr>
          <a:xfrm>
            <a:off x="4968046"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45" name="Text Placeholder 39">
            <a:extLst>
              <a:ext uri="{FF2B5EF4-FFF2-40B4-BE49-F238E27FC236}">
                <a16:creationId xmlns:a16="http://schemas.microsoft.com/office/drawing/2014/main" id="{F1B4C1E7-3C8D-84C7-4790-EA403C711D6B}"/>
              </a:ext>
            </a:extLst>
          </p:cNvPr>
          <p:cNvSpPr>
            <a:spLocks noGrp="1"/>
          </p:cNvSpPr>
          <p:nvPr>
            <p:ph type="body" sz="quarter" idx="30" hasCustomPrompt="1"/>
          </p:nvPr>
        </p:nvSpPr>
        <p:spPr>
          <a:xfrm>
            <a:off x="1333596"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47" name="Text Placeholder 46">
            <a:extLst>
              <a:ext uri="{FF2B5EF4-FFF2-40B4-BE49-F238E27FC236}">
                <a16:creationId xmlns:a16="http://schemas.microsoft.com/office/drawing/2014/main" id="{23D04D9F-6CD3-302B-64DB-FCA545F0F7C2}"/>
              </a:ext>
            </a:extLst>
          </p:cNvPr>
          <p:cNvSpPr>
            <a:spLocks noGrp="1"/>
          </p:cNvSpPr>
          <p:nvPr>
            <p:ph type="body" sz="quarter" idx="31"/>
          </p:nvPr>
        </p:nvSpPr>
        <p:spPr>
          <a:xfrm>
            <a:off x="1333500"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Text Placeholder 46">
            <a:extLst>
              <a:ext uri="{FF2B5EF4-FFF2-40B4-BE49-F238E27FC236}">
                <a16:creationId xmlns:a16="http://schemas.microsoft.com/office/drawing/2014/main" id="{F9177777-54E4-A27E-C0D5-414E23E5C72B}"/>
              </a:ext>
            </a:extLst>
          </p:cNvPr>
          <p:cNvSpPr>
            <a:spLocks noGrp="1"/>
          </p:cNvSpPr>
          <p:nvPr>
            <p:ph type="body" sz="quarter" idx="32"/>
          </p:nvPr>
        </p:nvSpPr>
        <p:spPr>
          <a:xfrm>
            <a:off x="4967951"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9" name="Text Placeholder 39">
            <a:extLst>
              <a:ext uri="{FF2B5EF4-FFF2-40B4-BE49-F238E27FC236}">
                <a16:creationId xmlns:a16="http://schemas.microsoft.com/office/drawing/2014/main" id="{3096665B-8BF1-74D0-C489-A84DF1B67EF7}"/>
              </a:ext>
            </a:extLst>
          </p:cNvPr>
          <p:cNvSpPr>
            <a:spLocks noGrp="1"/>
          </p:cNvSpPr>
          <p:nvPr>
            <p:ph type="body" sz="quarter" idx="33" hasCustomPrompt="1"/>
          </p:nvPr>
        </p:nvSpPr>
        <p:spPr>
          <a:xfrm>
            <a:off x="8521474"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50" name="Text Placeholder 46">
            <a:extLst>
              <a:ext uri="{FF2B5EF4-FFF2-40B4-BE49-F238E27FC236}">
                <a16:creationId xmlns:a16="http://schemas.microsoft.com/office/drawing/2014/main" id="{37C32106-2C44-EC83-580E-3437E547CC1D}"/>
              </a:ext>
            </a:extLst>
          </p:cNvPr>
          <p:cNvSpPr>
            <a:spLocks noGrp="1"/>
          </p:cNvSpPr>
          <p:nvPr>
            <p:ph type="body" sz="quarter" idx="34"/>
          </p:nvPr>
        </p:nvSpPr>
        <p:spPr>
          <a:xfrm>
            <a:off x="8521379"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41889"/>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3 Steps - L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userDrawn="1"/>
        </p:nvCxnSpPr>
        <p:spPr>
          <a:xfrm>
            <a:off x="45424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2AE66CA-D4EE-2E12-B2FB-B74908BFE6EC}"/>
              </a:ext>
            </a:extLst>
          </p:cNvPr>
          <p:cNvCxnSpPr>
            <a:cxnSpLocks/>
          </p:cNvCxnSpPr>
          <p:nvPr userDrawn="1"/>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9A76B0C2-3052-DD16-45A9-7663A2CD150A}"/>
              </a:ext>
            </a:extLst>
          </p:cNvPr>
          <p:cNvCxnSpPr>
            <a:cxnSpLocks/>
          </p:cNvCxnSpPr>
          <p:nvPr userDrawn="1"/>
        </p:nvCxnSpPr>
        <p:spPr>
          <a:xfrm>
            <a:off x="8721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49309B4-304A-FC0D-8549-80591AD1CE64}"/>
              </a:ext>
            </a:extLst>
          </p:cNvPr>
          <p:cNvCxnSpPr>
            <a:cxnSpLocks/>
          </p:cNvCxnSpPr>
          <p:nvPr userDrawn="1"/>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E199A15F-CAF8-027F-0AEC-393C05604CE8}"/>
              </a:ext>
            </a:extLst>
          </p:cNvPr>
          <p:cNvCxnSpPr>
            <a:cxnSpLocks/>
          </p:cNvCxnSpPr>
          <p:nvPr userDrawn="1"/>
        </p:nvCxnSpPr>
        <p:spPr>
          <a:xfrm>
            <a:off x="84286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4C3402BA-C0B0-8B2F-7684-DE3E3868959C}"/>
              </a:ext>
            </a:extLst>
          </p:cNvPr>
          <p:cNvCxnSpPr>
            <a:cxnSpLocks/>
          </p:cNvCxnSpPr>
          <p:nvPr userDrawn="1"/>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6C6032DA-FF80-88C3-2E14-1B874B380ABA}"/>
              </a:ext>
            </a:extLst>
          </p:cNvPr>
          <p:cNvPicPr>
            <a:picLocks noChangeAspect="1"/>
          </p:cNvPicPr>
          <p:nvPr userDrawn="1"/>
        </p:nvPicPr>
        <p:blipFill>
          <a:blip r:embed="rId2"/>
          <a:srcRect/>
          <a:stretch/>
        </p:blipFill>
        <p:spPr>
          <a:xfrm>
            <a:off x="10236204" y="6365323"/>
            <a:ext cx="1117593" cy="184283"/>
          </a:xfrm>
          <a:prstGeom prst="rect">
            <a:avLst/>
          </a:prstGeom>
        </p:spPr>
      </p:pic>
      <p:sp>
        <p:nvSpPr>
          <p:cNvPr id="3" name="Slide Number Placeholder 28">
            <a:extLst>
              <a:ext uri="{FF2B5EF4-FFF2-40B4-BE49-F238E27FC236}">
                <a16:creationId xmlns:a16="http://schemas.microsoft.com/office/drawing/2014/main" id="{77251CC7-8E29-039C-A6D8-7C5C486B2055}"/>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B220CB8F-120A-D1C0-14B2-ACB6D91707FE}"/>
              </a:ext>
            </a:extLst>
          </p:cNvPr>
          <p:cNvSpPr>
            <a:spLocks noGrp="1"/>
          </p:cNvSpPr>
          <p:nvPr>
            <p:ph type="ftr" sz="quarter" idx="26"/>
          </p:nvPr>
        </p:nvSpPr>
        <p:spPr>
          <a:xfrm>
            <a:off x="882210" y="6264275"/>
            <a:ext cx="4554218" cy="365125"/>
          </a:xfrm>
        </p:spPr>
        <p:txBody>
          <a:bodyPr/>
          <a:lstStyle/>
          <a:p>
            <a:r>
              <a:rPr lang="en-US" dirty="0"/>
              <a:t>Presentation Title Goes Here</a:t>
            </a:r>
          </a:p>
        </p:txBody>
      </p:sp>
      <p:sp>
        <p:nvSpPr>
          <p:cNvPr id="6" name="TextBox 5">
            <a:extLst>
              <a:ext uri="{FF2B5EF4-FFF2-40B4-BE49-F238E27FC236}">
                <a16:creationId xmlns:a16="http://schemas.microsoft.com/office/drawing/2014/main" id="{8F325F10-F4CA-B63D-3569-016E594138D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10" name="Text Placeholder 2">
            <a:extLst>
              <a:ext uri="{FF2B5EF4-FFF2-40B4-BE49-F238E27FC236}">
                <a16:creationId xmlns:a16="http://schemas.microsoft.com/office/drawing/2014/main" id="{8698F64B-3862-30A3-D836-B3463E7CE5F2}"/>
              </a:ext>
            </a:extLst>
          </p:cNvPr>
          <p:cNvSpPr>
            <a:spLocks noGrp="1"/>
          </p:cNvSpPr>
          <p:nvPr>
            <p:ph type="body" idx="12" hasCustomPrompt="1"/>
          </p:nvPr>
        </p:nvSpPr>
        <p:spPr>
          <a:xfrm>
            <a:off x="47222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2" name="Text Placeholder 2">
            <a:extLst>
              <a:ext uri="{FF2B5EF4-FFF2-40B4-BE49-F238E27FC236}">
                <a16:creationId xmlns:a16="http://schemas.microsoft.com/office/drawing/2014/main" id="{0364E264-FDEB-F5E6-7B88-BC7B3D16766D}"/>
              </a:ext>
            </a:extLst>
          </p:cNvPr>
          <p:cNvSpPr>
            <a:spLocks noGrp="1"/>
          </p:cNvSpPr>
          <p:nvPr>
            <p:ph type="body" idx="19" hasCustomPrompt="1"/>
          </p:nvPr>
        </p:nvSpPr>
        <p:spPr>
          <a:xfrm>
            <a:off x="10519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13" name="Text Placeholder 2">
            <a:extLst>
              <a:ext uri="{FF2B5EF4-FFF2-40B4-BE49-F238E27FC236}">
                <a16:creationId xmlns:a16="http://schemas.microsoft.com/office/drawing/2014/main" id="{AAC59146-238B-BEBE-3705-C54F9A71618C}"/>
              </a:ext>
            </a:extLst>
          </p:cNvPr>
          <p:cNvSpPr>
            <a:spLocks noGrp="1"/>
          </p:cNvSpPr>
          <p:nvPr>
            <p:ph type="body" idx="22" hasCustomPrompt="1"/>
          </p:nvPr>
        </p:nvSpPr>
        <p:spPr>
          <a:xfrm>
            <a:off x="86084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4" name="Content Placeholder 3">
            <a:extLst>
              <a:ext uri="{FF2B5EF4-FFF2-40B4-BE49-F238E27FC236}">
                <a16:creationId xmlns:a16="http://schemas.microsoft.com/office/drawing/2014/main" id="{4A4B4726-7E07-7429-1A91-D02B1506B424}"/>
              </a:ext>
            </a:extLst>
          </p:cNvPr>
          <p:cNvSpPr>
            <a:spLocks noGrp="1"/>
          </p:cNvSpPr>
          <p:nvPr>
            <p:ph sz="half" idx="13" hasCustomPrompt="1"/>
          </p:nvPr>
        </p:nvSpPr>
        <p:spPr>
          <a:xfrm>
            <a:off x="47222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5" name="Picture Placeholder 15">
            <a:extLst>
              <a:ext uri="{FF2B5EF4-FFF2-40B4-BE49-F238E27FC236}">
                <a16:creationId xmlns:a16="http://schemas.microsoft.com/office/drawing/2014/main" id="{25C54291-D958-A5E1-3A43-1113F06C6DD7}"/>
              </a:ext>
            </a:extLst>
          </p:cNvPr>
          <p:cNvSpPr>
            <a:spLocks noGrp="1"/>
          </p:cNvSpPr>
          <p:nvPr>
            <p:ph type="pic" sz="quarter" idx="18"/>
          </p:nvPr>
        </p:nvSpPr>
        <p:spPr>
          <a:xfrm>
            <a:off x="4704348" y="4293801"/>
            <a:ext cx="473008" cy="473007"/>
          </a:xfrm>
          <a:prstGeom prst="rect">
            <a:avLst/>
          </a:prstGeom>
          <a:noFill/>
        </p:spPr>
        <p:txBody>
          <a:bodyPr>
            <a:normAutofit/>
          </a:bodyPr>
          <a:lstStyle>
            <a:lvl1pPr marL="0" indent="0" algn="ctr">
              <a:buNone/>
              <a:defRPr sz="700">
                <a:solidFill>
                  <a:schemeClr val="tx2"/>
                </a:solidFill>
              </a:defRPr>
            </a:lvl1pPr>
          </a:lstStyle>
          <a:p>
            <a:endParaRPr lang="en-US" dirty="0"/>
          </a:p>
        </p:txBody>
      </p:sp>
      <p:sp>
        <p:nvSpPr>
          <p:cNvPr id="16" name="Content Placeholder 3">
            <a:extLst>
              <a:ext uri="{FF2B5EF4-FFF2-40B4-BE49-F238E27FC236}">
                <a16:creationId xmlns:a16="http://schemas.microsoft.com/office/drawing/2014/main" id="{6723920E-E523-F9FB-EF40-F5A9BBA84DD1}"/>
              </a:ext>
            </a:extLst>
          </p:cNvPr>
          <p:cNvSpPr>
            <a:spLocks noGrp="1"/>
          </p:cNvSpPr>
          <p:nvPr>
            <p:ph sz="half" idx="20" hasCustomPrompt="1"/>
          </p:nvPr>
        </p:nvSpPr>
        <p:spPr>
          <a:xfrm>
            <a:off x="10519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7" name="Picture Placeholder 15">
            <a:extLst>
              <a:ext uri="{FF2B5EF4-FFF2-40B4-BE49-F238E27FC236}">
                <a16:creationId xmlns:a16="http://schemas.microsoft.com/office/drawing/2014/main" id="{A44F9ADD-86EC-EB4A-4456-7B81F8A503BB}"/>
              </a:ext>
            </a:extLst>
          </p:cNvPr>
          <p:cNvSpPr>
            <a:spLocks noGrp="1"/>
          </p:cNvSpPr>
          <p:nvPr>
            <p:ph type="pic" sz="quarter" idx="21"/>
          </p:nvPr>
        </p:nvSpPr>
        <p:spPr>
          <a:xfrm>
            <a:off x="1034047" y="4293801"/>
            <a:ext cx="473009" cy="473008"/>
          </a:xfrm>
          <a:prstGeom prst="rect">
            <a:avLst/>
          </a:prstGeom>
          <a:noFill/>
        </p:spPr>
        <p:txBody>
          <a:bodyPr>
            <a:normAutofit/>
          </a:bodyPr>
          <a:lstStyle>
            <a:lvl1pPr marL="0" indent="0" algn="ctr">
              <a:buNone/>
              <a:defRPr sz="700">
                <a:solidFill>
                  <a:schemeClr val="tx2"/>
                </a:solidFill>
              </a:defRPr>
            </a:lvl1pPr>
          </a:lstStyle>
          <a:p>
            <a:endParaRPr lang="en-US" dirty="0"/>
          </a:p>
        </p:txBody>
      </p:sp>
      <p:sp>
        <p:nvSpPr>
          <p:cNvPr id="18" name="Content Placeholder 3">
            <a:extLst>
              <a:ext uri="{FF2B5EF4-FFF2-40B4-BE49-F238E27FC236}">
                <a16:creationId xmlns:a16="http://schemas.microsoft.com/office/drawing/2014/main" id="{57C85689-BDCE-A429-0E8B-9D209B69CF45}"/>
              </a:ext>
            </a:extLst>
          </p:cNvPr>
          <p:cNvSpPr>
            <a:spLocks noGrp="1"/>
          </p:cNvSpPr>
          <p:nvPr>
            <p:ph sz="half" idx="23" hasCustomPrompt="1"/>
          </p:nvPr>
        </p:nvSpPr>
        <p:spPr>
          <a:xfrm>
            <a:off x="86084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9" name="Picture Placeholder 15">
            <a:extLst>
              <a:ext uri="{FF2B5EF4-FFF2-40B4-BE49-F238E27FC236}">
                <a16:creationId xmlns:a16="http://schemas.microsoft.com/office/drawing/2014/main" id="{15BD811D-F86E-82B2-5B8C-158BB47AB449}"/>
              </a:ext>
            </a:extLst>
          </p:cNvPr>
          <p:cNvSpPr>
            <a:spLocks noGrp="1"/>
          </p:cNvSpPr>
          <p:nvPr>
            <p:ph type="pic" sz="quarter" idx="24"/>
          </p:nvPr>
        </p:nvSpPr>
        <p:spPr>
          <a:xfrm>
            <a:off x="8590548" y="4293801"/>
            <a:ext cx="473008" cy="473007"/>
          </a:xfrm>
          <a:prstGeom prst="rect">
            <a:avLst/>
          </a:prstGeom>
          <a:noFill/>
        </p:spPr>
        <p:txBody>
          <a:bodyPr>
            <a:normAutofit/>
          </a:bodyPr>
          <a:lstStyle>
            <a:lvl1pPr marL="0" indent="0" algn="ctr">
              <a:buNone/>
              <a:defRPr sz="700">
                <a:solidFill>
                  <a:schemeClr val="tx2"/>
                </a:solidFill>
              </a:defRPr>
            </a:lvl1pPr>
          </a:lstStyle>
          <a:p>
            <a:endParaRPr lang="en-US" dirty="0"/>
          </a:p>
        </p:txBody>
      </p:sp>
    </p:spTree>
    <p:extLst>
      <p:ext uri="{BB962C8B-B14F-4D97-AF65-F5344CB8AC3E}">
        <p14:creationId xmlns:p14="http://schemas.microsoft.com/office/powerpoint/2010/main" val="2873408055"/>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Stat - Orange">
    <p:bg>
      <p:bgPr>
        <a:gradFill>
          <a:gsLst>
            <a:gs pos="0">
              <a:schemeClr val="accent5"/>
            </a:gs>
            <a:gs pos="100000">
              <a:schemeClr val="accent4"/>
            </a:gs>
          </a:gsLst>
          <a:lin ang="27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2C5A-A02C-A127-36B6-64E0CEA50962}"/>
              </a:ext>
            </a:extLst>
          </p:cNvPr>
          <p:cNvSpPr>
            <a:spLocks noGrp="1"/>
          </p:cNvSpPr>
          <p:nvPr>
            <p:ph type="title" hasCustomPrompt="1"/>
          </p:nvPr>
        </p:nvSpPr>
        <p:spPr>
          <a:xfrm>
            <a:off x="889000" y="1649412"/>
            <a:ext cx="10464800" cy="3559175"/>
          </a:xfrm>
        </p:spPr>
        <p:txBody>
          <a:bodyPr lIns="0" tIns="0" bIns="0" anchor="ctr">
            <a:noAutofit/>
          </a:bodyPr>
          <a:lstStyle>
            <a:lvl1pPr marL="0" indent="0" algn="ctr">
              <a:lnSpc>
                <a:spcPct val="80000"/>
              </a:lnSpc>
              <a:tabLst/>
              <a:defRPr sz="25900">
                <a:solidFill>
                  <a:schemeClr val="bg1"/>
                </a:solidFill>
              </a:defRPr>
            </a:lvl1pPr>
          </a:lstStyle>
          <a:p>
            <a:r>
              <a:rPr lang="en-US" dirty="0"/>
              <a:t>$13M</a:t>
            </a:r>
          </a:p>
        </p:txBody>
      </p:sp>
      <p:pic>
        <p:nvPicPr>
          <p:cNvPr id="10" name="Picture 9">
            <a:extLst>
              <a:ext uri="{FF2B5EF4-FFF2-40B4-BE49-F238E27FC236}">
                <a16:creationId xmlns:a16="http://schemas.microsoft.com/office/drawing/2014/main" id="{31A58BBB-F991-FE84-98AF-E584FF9D7051}"/>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805B73C6-0408-52BF-0A99-C3B5EC96D457}"/>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A9EC891C-FE08-69E7-A815-4A4490E7EEE4}"/>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
        <p:nvSpPr>
          <p:cNvPr id="5" name="TextBox 4">
            <a:extLst>
              <a:ext uri="{FF2B5EF4-FFF2-40B4-BE49-F238E27FC236}">
                <a16:creationId xmlns:a16="http://schemas.microsoft.com/office/drawing/2014/main" id="{4274AC09-B816-EB80-FC26-ED5BE9BC6424}"/>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370285855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Stat - Light">
    <p:bg>
      <p:bgPr>
        <a:gradFill>
          <a:gsLst>
            <a:gs pos="100000">
              <a:schemeClr val="bg2">
                <a:lumMod val="75000"/>
              </a:schemeClr>
            </a:gs>
            <a:gs pos="0">
              <a:schemeClr val="bg2"/>
            </a:gs>
          </a:gsLst>
          <a:lin ang="27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2C5A-A02C-A127-36B6-64E0CEA50962}"/>
              </a:ext>
            </a:extLst>
          </p:cNvPr>
          <p:cNvSpPr>
            <a:spLocks noGrp="1"/>
          </p:cNvSpPr>
          <p:nvPr>
            <p:ph type="title" hasCustomPrompt="1"/>
          </p:nvPr>
        </p:nvSpPr>
        <p:spPr>
          <a:xfrm>
            <a:off x="889000" y="1649412"/>
            <a:ext cx="10464800" cy="3559175"/>
          </a:xfrm>
        </p:spPr>
        <p:txBody>
          <a:bodyPr lIns="0" tIns="0" bIns="0" anchor="ctr">
            <a:noAutofit/>
          </a:bodyPr>
          <a:lstStyle>
            <a:lvl1pPr marL="0" indent="0" algn="ctr">
              <a:lnSpc>
                <a:spcPct val="80000"/>
              </a:lnSpc>
              <a:tabLst/>
              <a:defRPr sz="25900">
                <a:solidFill>
                  <a:schemeClr val="bg1"/>
                </a:solidFill>
              </a:defRPr>
            </a:lvl1pPr>
          </a:lstStyle>
          <a:p>
            <a:r>
              <a:rPr lang="en-US" dirty="0"/>
              <a:t>$13M</a:t>
            </a:r>
          </a:p>
        </p:txBody>
      </p:sp>
      <p:pic>
        <p:nvPicPr>
          <p:cNvPr id="10" name="Picture 9">
            <a:extLst>
              <a:ext uri="{FF2B5EF4-FFF2-40B4-BE49-F238E27FC236}">
                <a16:creationId xmlns:a16="http://schemas.microsoft.com/office/drawing/2014/main" id="{31A58BBB-F991-FE84-98AF-E584FF9D7051}"/>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2B2733D5-9AAF-64AC-2413-AE7580A79DCD}"/>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9F9099D8-0766-AA1C-CE96-E7114787FBAF}"/>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
        <p:nvSpPr>
          <p:cNvPr id="5" name="TextBox 4">
            <a:extLst>
              <a:ext uri="{FF2B5EF4-FFF2-40B4-BE49-F238E27FC236}">
                <a16:creationId xmlns:a16="http://schemas.microsoft.com/office/drawing/2014/main" id="{6730ABEF-5300-57A8-7D1F-A79B33E0612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89737813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4 Column ">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6907D1E-10D7-5D0C-B02D-0A49F809A69C}"/>
              </a:ext>
            </a:extLst>
          </p:cNvPr>
          <p:cNvSpPr>
            <a:spLocks noGrp="1" noRot="1" noMove="1" noResize="1" noEditPoints="1" noAdjustHandles="1" noChangeArrowheads="1" noChangeShapeType="1"/>
          </p:cNvSpPr>
          <p:nvPr userDrawn="1"/>
        </p:nvSpPr>
        <p:spPr>
          <a:xfrm>
            <a:off x="6096000" y="0"/>
            <a:ext cx="2967790" cy="6858000"/>
          </a:xfrm>
          <a:prstGeom prst="rect">
            <a:avLst/>
          </a:prstGeom>
          <a:gradFill>
            <a:gsLst>
              <a:gs pos="0">
                <a:schemeClr val="accent3"/>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81AD486-BB6E-4F73-F19D-2D62D81726FF}"/>
              </a:ext>
            </a:extLst>
          </p:cNvPr>
          <p:cNvSpPr>
            <a:spLocks noGrp="1" noRot="1" noMove="1" noResize="1" noEditPoints="1" noAdjustHandles="1" noChangeArrowheads="1" noChangeShapeType="1"/>
          </p:cNvSpPr>
          <p:nvPr userDrawn="1"/>
        </p:nvSpPr>
        <p:spPr>
          <a:xfrm>
            <a:off x="9063790" y="0"/>
            <a:ext cx="3128210" cy="6858000"/>
          </a:xfrm>
          <a:prstGeom prst="rect">
            <a:avLst/>
          </a:prstGeom>
          <a:gradFill>
            <a:gsLst>
              <a:gs pos="0">
                <a:schemeClr val="accent5"/>
              </a:gs>
              <a:gs pos="99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144C2D4-77DF-4445-3005-1D0D21203979}"/>
              </a:ext>
            </a:extLst>
          </p:cNvPr>
          <p:cNvSpPr>
            <a:spLocks noGrp="1" noRot="1" noMove="1" noResize="1" noEditPoints="1" noAdjustHandles="1" noChangeArrowheads="1" noChangeShapeType="1"/>
          </p:cNvSpPr>
          <p:nvPr userDrawn="1"/>
        </p:nvSpPr>
        <p:spPr>
          <a:xfrm>
            <a:off x="4011" y="0"/>
            <a:ext cx="3128210" cy="6858000"/>
          </a:xfrm>
          <a:prstGeom prst="rect">
            <a:avLst/>
          </a:prstGeom>
          <a:gradFill>
            <a:gsLst>
              <a:gs pos="0">
                <a:schemeClr val="accent1"/>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C3AF998-DAC6-320A-7C2A-DE5FA1C7F375}"/>
              </a:ext>
            </a:extLst>
          </p:cNvPr>
          <p:cNvSpPr>
            <a:spLocks noGrp="1" noRot="1" noMove="1" noResize="1" noEditPoints="1" noAdjustHandles="1" noChangeArrowheads="1" noChangeShapeType="1"/>
          </p:cNvSpPr>
          <p:nvPr userDrawn="1"/>
        </p:nvSpPr>
        <p:spPr>
          <a:xfrm>
            <a:off x="3136231" y="0"/>
            <a:ext cx="2967790" cy="6858000"/>
          </a:xfrm>
          <a:prstGeom prst="rect">
            <a:avLst/>
          </a:prstGeom>
          <a:gradFill>
            <a:gsLst>
              <a:gs pos="0">
                <a:schemeClr val="accent5"/>
              </a:gs>
              <a:gs pos="99000">
                <a:schemeClr val="accent4"/>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 Placeholder 2">
            <a:extLst>
              <a:ext uri="{FF2B5EF4-FFF2-40B4-BE49-F238E27FC236}">
                <a16:creationId xmlns:a16="http://schemas.microsoft.com/office/drawing/2014/main" id="{83DD1B15-1F89-D692-96DF-15C1A83CCE42}"/>
              </a:ext>
            </a:extLst>
          </p:cNvPr>
          <p:cNvSpPr>
            <a:spLocks noGrp="1"/>
          </p:cNvSpPr>
          <p:nvPr>
            <p:ph type="body" idx="19" hasCustomPrompt="1"/>
          </p:nvPr>
        </p:nvSpPr>
        <p:spPr>
          <a:xfrm>
            <a:off x="509939"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30" name="Content Placeholder 3">
            <a:extLst>
              <a:ext uri="{FF2B5EF4-FFF2-40B4-BE49-F238E27FC236}">
                <a16:creationId xmlns:a16="http://schemas.microsoft.com/office/drawing/2014/main" id="{A7B7FB43-7EC8-AC76-0A14-9E1277430781}"/>
              </a:ext>
            </a:extLst>
          </p:cNvPr>
          <p:cNvSpPr>
            <a:spLocks noGrp="1"/>
          </p:cNvSpPr>
          <p:nvPr>
            <p:ph sz="half" idx="20" hasCustomPrompt="1"/>
          </p:nvPr>
        </p:nvSpPr>
        <p:spPr>
          <a:xfrm>
            <a:off x="509939"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pic>
        <p:nvPicPr>
          <p:cNvPr id="44" name="Picture 43">
            <a:extLst>
              <a:ext uri="{FF2B5EF4-FFF2-40B4-BE49-F238E27FC236}">
                <a16:creationId xmlns:a16="http://schemas.microsoft.com/office/drawing/2014/main" id="{6C6032DA-FF80-88C3-2E14-1B874B380ABA}"/>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3" name="Content Placeholder 3">
            <a:extLst>
              <a:ext uri="{FF2B5EF4-FFF2-40B4-BE49-F238E27FC236}">
                <a16:creationId xmlns:a16="http://schemas.microsoft.com/office/drawing/2014/main" id="{399AB83B-3970-AA58-5E5A-9FB4D6E2E6D9}"/>
              </a:ext>
            </a:extLst>
          </p:cNvPr>
          <p:cNvSpPr>
            <a:spLocks noGrp="1"/>
          </p:cNvSpPr>
          <p:nvPr>
            <p:ph sz="half" idx="28" hasCustomPrompt="1"/>
          </p:nvPr>
        </p:nvSpPr>
        <p:spPr>
          <a:xfrm>
            <a:off x="509939"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0" name="Text Placeholder 2">
            <a:extLst>
              <a:ext uri="{FF2B5EF4-FFF2-40B4-BE49-F238E27FC236}">
                <a16:creationId xmlns:a16="http://schemas.microsoft.com/office/drawing/2014/main" id="{B3D24C33-3C7E-EC7B-E277-8FDC091E9755}"/>
              </a:ext>
            </a:extLst>
          </p:cNvPr>
          <p:cNvSpPr>
            <a:spLocks noGrp="1"/>
          </p:cNvSpPr>
          <p:nvPr>
            <p:ph type="body" idx="29" hasCustomPrompt="1"/>
          </p:nvPr>
        </p:nvSpPr>
        <p:spPr>
          <a:xfrm>
            <a:off x="3469708"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2" name="Content Placeholder 3">
            <a:extLst>
              <a:ext uri="{FF2B5EF4-FFF2-40B4-BE49-F238E27FC236}">
                <a16:creationId xmlns:a16="http://schemas.microsoft.com/office/drawing/2014/main" id="{F64DA85F-9085-2E52-C671-86CC8901922B}"/>
              </a:ext>
            </a:extLst>
          </p:cNvPr>
          <p:cNvSpPr>
            <a:spLocks noGrp="1"/>
          </p:cNvSpPr>
          <p:nvPr>
            <p:ph sz="half" idx="30" hasCustomPrompt="1"/>
          </p:nvPr>
        </p:nvSpPr>
        <p:spPr>
          <a:xfrm>
            <a:off x="3469708"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13" name="Content Placeholder 3">
            <a:extLst>
              <a:ext uri="{FF2B5EF4-FFF2-40B4-BE49-F238E27FC236}">
                <a16:creationId xmlns:a16="http://schemas.microsoft.com/office/drawing/2014/main" id="{899B2E82-1E78-8C35-F5BA-628C6B92828E}"/>
              </a:ext>
            </a:extLst>
          </p:cNvPr>
          <p:cNvSpPr>
            <a:spLocks noGrp="1"/>
          </p:cNvSpPr>
          <p:nvPr>
            <p:ph sz="half" idx="31" hasCustomPrompt="1"/>
          </p:nvPr>
        </p:nvSpPr>
        <p:spPr>
          <a:xfrm>
            <a:off x="3469708"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5" name="Text Placeholder 2">
            <a:extLst>
              <a:ext uri="{FF2B5EF4-FFF2-40B4-BE49-F238E27FC236}">
                <a16:creationId xmlns:a16="http://schemas.microsoft.com/office/drawing/2014/main" id="{8485C90F-3AE9-352D-14C8-3473FC59EFA4}"/>
              </a:ext>
            </a:extLst>
          </p:cNvPr>
          <p:cNvSpPr>
            <a:spLocks noGrp="1"/>
          </p:cNvSpPr>
          <p:nvPr>
            <p:ph type="body" idx="32" hasCustomPrompt="1"/>
          </p:nvPr>
        </p:nvSpPr>
        <p:spPr>
          <a:xfrm>
            <a:off x="6419206"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6" name="Content Placeholder 3">
            <a:extLst>
              <a:ext uri="{FF2B5EF4-FFF2-40B4-BE49-F238E27FC236}">
                <a16:creationId xmlns:a16="http://schemas.microsoft.com/office/drawing/2014/main" id="{07B8F4AE-B6DA-CB07-CFD5-196177AD9FB6}"/>
              </a:ext>
            </a:extLst>
          </p:cNvPr>
          <p:cNvSpPr>
            <a:spLocks noGrp="1"/>
          </p:cNvSpPr>
          <p:nvPr>
            <p:ph sz="half" idx="33" hasCustomPrompt="1"/>
          </p:nvPr>
        </p:nvSpPr>
        <p:spPr>
          <a:xfrm>
            <a:off x="6441508"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17" name="Content Placeholder 3">
            <a:extLst>
              <a:ext uri="{FF2B5EF4-FFF2-40B4-BE49-F238E27FC236}">
                <a16:creationId xmlns:a16="http://schemas.microsoft.com/office/drawing/2014/main" id="{5918C8E5-B32F-30DB-1A2F-FBD93C9A782D}"/>
              </a:ext>
            </a:extLst>
          </p:cNvPr>
          <p:cNvSpPr>
            <a:spLocks noGrp="1"/>
          </p:cNvSpPr>
          <p:nvPr>
            <p:ph sz="half" idx="34" hasCustomPrompt="1"/>
          </p:nvPr>
        </p:nvSpPr>
        <p:spPr>
          <a:xfrm>
            <a:off x="6441508"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8" name="Text Placeholder 2">
            <a:extLst>
              <a:ext uri="{FF2B5EF4-FFF2-40B4-BE49-F238E27FC236}">
                <a16:creationId xmlns:a16="http://schemas.microsoft.com/office/drawing/2014/main" id="{C88905B0-1F7A-3098-3D87-B4D0C46DEEA4}"/>
              </a:ext>
            </a:extLst>
          </p:cNvPr>
          <p:cNvSpPr>
            <a:spLocks noGrp="1"/>
          </p:cNvSpPr>
          <p:nvPr>
            <p:ph type="body" idx="35" hasCustomPrompt="1"/>
          </p:nvPr>
        </p:nvSpPr>
        <p:spPr>
          <a:xfrm>
            <a:off x="9401277"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04</a:t>
            </a:r>
          </a:p>
        </p:txBody>
      </p:sp>
      <p:sp>
        <p:nvSpPr>
          <p:cNvPr id="19" name="Content Placeholder 3">
            <a:extLst>
              <a:ext uri="{FF2B5EF4-FFF2-40B4-BE49-F238E27FC236}">
                <a16:creationId xmlns:a16="http://schemas.microsoft.com/office/drawing/2014/main" id="{C38F0F01-8CA0-322D-FD81-5A3BAA3B2DA9}"/>
              </a:ext>
            </a:extLst>
          </p:cNvPr>
          <p:cNvSpPr>
            <a:spLocks noGrp="1"/>
          </p:cNvSpPr>
          <p:nvPr>
            <p:ph sz="half" idx="36" hasCustomPrompt="1"/>
          </p:nvPr>
        </p:nvSpPr>
        <p:spPr>
          <a:xfrm>
            <a:off x="9401277"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23" name="Content Placeholder 3">
            <a:extLst>
              <a:ext uri="{FF2B5EF4-FFF2-40B4-BE49-F238E27FC236}">
                <a16:creationId xmlns:a16="http://schemas.microsoft.com/office/drawing/2014/main" id="{35DEC288-D3AB-E659-AF92-FAC2AD0187D8}"/>
              </a:ext>
            </a:extLst>
          </p:cNvPr>
          <p:cNvSpPr>
            <a:spLocks noGrp="1"/>
          </p:cNvSpPr>
          <p:nvPr>
            <p:ph sz="half" idx="37" hasCustomPrompt="1"/>
          </p:nvPr>
        </p:nvSpPr>
        <p:spPr>
          <a:xfrm>
            <a:off x="9401277"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2" name="Slide Number Placeholder 28">
            <a:extLst>
              <a:ext uri="{FF2B5EF4-FFF2-40B4-BE49-F238E27FC236}">
                <a16:creationId xmlns:a16="http://schemas.microsoft.com/office/drawing/2014/main" id="{3F3DCBD3-8820-D724-EEA9-9FC57E8E3035}"/>
              </a:ext>
            </a:extLst>
          </p:cNvPr>
          <p:cNvSpPr>
            <a:spLocks noGrp="1"/>
          </p:cNvSpPr>
          <p:nvPr>
            <p:ph type="sldNum" sz="quarter" idx="38"/>
          </p:nvPr>
        </p:nvSpPr>
        <p:spPr>
          <a:xfrm>
            <a:off x="558800" y="6264275"/>
            <a:ext cx="279400" cy="365125"/>
          </a:xfrm>
        </p:spPr>
        <p:txBody>
          <a:bodyPr/>
          <a:lstStyle>
            <a:lvl1pPr>
              <a:defRPr>
                <a:solidFill>
                  <a:schemeClr val="bg1"/>
                </a:solidFill>
              </a:defRPr>
            </a:lvl1p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F75EB40D-C290-1A00-A30A-209415A36DCC}"/>
              </a:ext>
            </a:extLst>
          </p:cNvPr>
          <p:cNvSpPr>
            <a:spLocks noGrp="1"/>
          </p:cNvSpPr>
          <p:nvPr>
            <p:ph type="ftr" sz="quarter" idx="39"/>
          </p:nvPr>
        </p:nvSpPr>
        <p:spPr>
          <a:xfrm>
            <a:off x="882210" y="6264275"/>
            <a:ext cx="4554218" cy="365125"/>
          </a:xfrm>
        </p:spPr>
        <p:txBody>
          <a:bodyPr/>
          <a:lstStyle>
            <a:lvl1pPr>
              <a:defRPr>
                <a:solidFill>
                  <a:schemeClr val="bg1"/>
                </a:solidFill>
              </a:defRPr>
            </a:lvl1pPr>
          </a:lstStyle>
          <a:p>
            <a:r>
              <a:rPr lang="en-US"/>
              <a:t>Presentation Title Goes Here</a:t>
            </a:r>
            <a:endParaRPr lang="en-US" dirty="0"/>
          </a:p>
        </p:txBody>
      </p:sp>
      <p:cxnSp>
        <p:nvCxnSpPr>
          <p:cNvPr id="14" name="Straight Connector 13">
            <a:extLst>
              <a:ext uri="{FF2B5EF4-FFF2-40B4-BE49-F238E27FC236}">
                <a16:creationId xmlns:a16="http://schemas.microsoft.com/office/drawing/2014/main" id="{73BB7E62-83FD-FA61-4E49-3B99F77A837E}"/>
              </a:ext>
            </a:extLst>
          </p:cNvPr>
          <p:cNvCxnSpPr/>
          <p:nvPr userDrawn="1"/>
        </p:nvCxnSpPr>
        <p:spPr>
          <a:xfrm>
            <a:off x="3132221"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A89E524-D6E2-1C64-420B-D281ADA4C1D8}"/>
              </a:ext>
            </a:extLst>
          </p:cNvPr>
          <p:cNvCxnSpPr/>
          <p:nvPr userDrawn="1"/>
        </p:nvCxnSpPr>
        <p:spPr>
          <a:xfrm>
            <a:off x="6098445"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16DA8CF-AE55-D0E1-C112-E1756297E0C6}"/>
              </a:ext>
            </a:extLst>
          </p:cNvPr>
          <p:cNvCxnSpPr/>
          <p:nvPr userDrawn="1"/>
        </p:nvCxnSpPr>
        <p:spPr>
          <a:xfrm>
            <a:off x="9064669"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6728212"/>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Large Image + Caption">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548307F-569A-ACEB-7613-0AB60345B8B5}"/>
              </a:ext>
            </a:extLst>
          </p:cNvPr>
          <p:cNvSpPr>
            <a:spLocks noGrp="1"/>
          </p:cNvSpPr>
          <p:nvPr>
            <p:ph type="pic" sz="quarter" idx="14"/>
          </p:nvPr>
        </p:nvSpPr>
        <p:spPr>
          <a:xfrm>
            <a:off x="0" y="0"/>
            <a:ext cx="12192000" cy="6858000"/>
          </a:xfrm>
        </p:spPr>
        <p:txBody>
          <a:bodyPr/>
          <a:lstStyle>
            <a:lvl1pPr marL="0" indent="0">
              <a:buNone/>
              <a:defRPr/>
            </a:lvl1pPr>
          </a:lstStyle>
          <a:p>
            <a:endParaRPr lang="en-US" dirty="0"/>
          </a:p>
        </p:txBody>
      </p:sp>
      <p:pic>
        <p:nvPicPr>
          <p:cNvPr id="13" name="Picture 12">
            <a:extLst>
              <a:ext uri="{FF2B5EF4-FFF2-40B4-BE49-F238E27FC236}">
                <a16:creationId xmlns:a16="http://schemas.microsoft.com/office/drawing/2014/main" id="{01017E3D-D397-2D38-6EEC-C7BC987CB07B}"/>
              </a:ext>
            </a:extLst>
          </p:cNvPr>
          <p:cNvPicPr>
            <a:picLocks noChangeAspect="1"/>
          </p:cNvPicPr>
          <p:nvPr userDrawn="1"/>
        </p:nvPicPr>
        <p:blipFill>
          <a:blip r:embed="rId2"/>
          <a:srcRect/>
          <a:stretch/>
        </p:blipFill>
        <p:spPr>
          <a:xfrm>
            <a:off x="10236204" y="6365323"/>
            <a:ext cx="1117593" cy="184284"/>
          </a:xfrm>
          <a:prstGeom prst="rect">
            <a:avLst/>
          </a:prstGeom>
        </p:spPr>
      </p:pic>
    </p:spTree>
    <p:extLst>
      <p:ext uri="{BB962C8B-B14F-4D97-AF65-F5344CB8AC3E}">
        <p14:creationId xmlns:p14="http://schemas.microsoft.com/office/powerpoint/2010/main" val="409970999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Basic Backgroun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1017E3D-D397-2D38-6EEC-C7BC987CB07B}"/>
              </a:ext>
            </a:extLst>
          </p:cNvPr>
          <p:cNvPicPr>
            <a:picLocks noChangeAspect="1"/>
          </p:cNvPicPr>
          <p:nvPr userDrawn="1"/>
        </p:nvPicPr>
        <p:blipFill>
          <a:blip r:embed="rId2"/>
          <a:srcRect/>
          <a:stretch/>
        </p:blipFill>
        <p:spPr>
          <a:xfrm>
            <a:off x="10236204" y="6365323"/>
            <a:ext cx="1117593" cy="184284"/>
          </a:xfrm>
          <a:prstGeom prst="rect">
            <a:avLst/>
          </a:prstGeom>
        </p:spPr>
      </p:pic>
      <p:pic>
        <p:nvPicPr>
          <p:cNvPr id="2" name="Picture 1">
            <a:extLst>
              <a:ext uri="{FF2B5EF4-FFF2-40B4-BE49-F238E27FC236}">
                <a16:creationId xmlns:a16="http://schemas.microsoft.com/office/drawing/2014/main" id="{90B398FF-4608-3C59-217C-6A40D911543C}"/>
              </a:ext>
            </a:extLst>
          </p:cNvPr>
          <p:cNvPicPr>
            <a:picLocks noChangeAspect="1"/>
          </p:cNvPicPr>
          <p:nvPr userDrawn="1"/>
        </p:nvPicPr>
        <p:blipFill>
          <a:blip r:embed="rId3"/>
          <a:srcRect/>
          <a:stretch/>
        </p:blipFill>
        <p:spPr>
          <a:xfrm>
            <a:off x="10236201" y="6365323"/>
            <a:ext cx="1117599" cy="184284"/>
          </a:xfrm>
          <a:prstGeom prst="rect">
            <a:avLst/>
          </a:prstGeom>
        </p:spPr>
      </p:pic>
      <p:sp>
        <p:nvSpPr>
          <p:cNvPr id="5" name="TextBox 4">
            <a:extLst>
              <a:ext uri="{FF2B5EF4-FFF2-40B4-BE49-F238E27FC236}">
                <a16:creationId xmlns:a16="http://schemas.microsoft.com/office/drawing/2014/main" id="{FFA7D4A0-1063-2432-FE10-22E229854B0F}"/>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9542598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Basic Background">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1017E3D-D397-2D38-6EEC-C7BC987CB07B}"/>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5" name="TextBox 4">
            <a:extLst>
              <a:ext uri="{FF2B5EF4-FFF2-40B4-BE49-F238E27FC236}">
                <a16:creationId xmlns:a16="http://schemas.microsoft.com/office/drawing/2014/main" id="{FFA7D4A0-1063-2432-FE10-22E229854B0F}"/>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bg1"/>
                </a:solidFill>
                <a:latin typeface="Space Grotesk Light" pitchFamily="2" charset="77"/>
              </a:rPr>
              <a:t>P3ADAPTIVE.COM</a:t>
            </a:r>
          </a:p>
        </p:txBody>
      </p:sp>
    </p:spTree>
    <p:extLst>
      <p:ext uri="{BB962C8B-B14F-4D97-AF65-F5344CB8AC3E}">
        <p14:creationId xmlns:p14="http://schemas.microsoft.com/office/powerpoint/2010/main" val="85603569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01232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B1EDD6-DF08-D054-8CB4-B5219E9FD4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912819-8CF0-6ED2-8F6B-1CEE1EF57A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2AB0FD5-D308-B238-09AE-9D3F591D9D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424AB6-689F-4D94-89E3-667E6F78A9F8}" type="datetimeFigureOut">
              <a:rPr lang="en-US" smtClean="0"/>
              <a:t>9/24/2026</a:t>
            </a:fld>
            <a:endParaRPr lang="en-US"/>
          </a:p>
        </p:txBody>
      </p:sp>
      <p:sp>
        <p:nvSpPr>
          <p:cNvPr id="5" name="Footer Placeholder 4">
            <a:extLst>
              <a:ext uri="{FF2B5EF4-FFF2-40B4-BE49-F238E27FC236}">
                <a16:creationId xmlns:a16="http://schemas.microsoft.com/office/drawing/2014/main" id="{213640B5-0807-F9FE-DC39-61BF57B648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E5B4B08E-A102-F055-7747-2596A03915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793594815"/>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 id="2147483723" r:id="rId21"/>
    <p:sldLayoutId id="2147483724" r:id="rId22"/>
    <p:sldLayoutId id="2147483725" r:id="rId23"/>
    <p:sldLayoutId id="2147483726" r:id="rId24"/>
    <p:sldLayoutId id="2147483727" r:id="rId25"/>
    <p:sldLayoutId id="2147483728" r:id="rId26"/>
    <p:sldLayoutId id="2147483729" r:id="rId27"/>
    <p:sldLayoutId id="2147483730" r:id="rId28"/>
    <p:sldLayoutId id="2147483731" r:id="rId29"/>
    <p:sldLayoutId id="2147483732" r:id="rId30"/>
    <p:sldLayoutId id="2147483733" r:id="rId31"/>
    <p:sldLayoutId id="2147483734" r:id="rId32"/>
    <p:sldLayoutId id="2147483735" r:id="rId33"/>
    <p:sldLayoutId id="2147483736" r:id="rId34"/>
    <p:sldLayoutId id="2147483701" r:id="rId35"/>
    <p:sldLayoutId id="2147483686" r:id="rId36"/>
    <p:sldLayoutId id="2147483653" r:id="rId37"/>
    <p:sldLayoutId id="2147483678" r:id="rId38"/>
    <p:sldLayoutId id="2147483685" r:id="rId39"/>
    <p:sldLayoutId id="2147483673" r:id="rId40"/>
    <p:sldLayoutId id="2147483683" r:id="rId41"/>
    <p:sldLayoutId id="2147483674" r:id="rId42"/>
    <p:sldLayoutId id="2147483684" r:id="rId43"/>
    <p:sldLayoutId id="2147483663" r:id="rId44"/>
    <p:sldLayoutId id="2147483654" r:id="rId45"/>
    <p:sldLayoutId id="2147483651" r:id="rId46"/>
    <p:sldLayoutId id="2147483661" r:id="rId47"/>
    <p:sldLayoutId id="2147483677" r:id="rId48"/>
    <p:sldLayoutId id="2147483664" r:id="rId49"/>
    <p:sldLayoutId id="2147483687" r:id="rId50"/>
    <p:sldLayoutId id="2147483675" r:id="rId51"/>
    <p:sldLayoutId id="2147483662" r:id="rId52"/>
    <p:sldLayoutId id="2147483676" r:id="rId53"/>
    <p:sldLayoutId id="2147483672" r:id="rId54"/>
    <p:sldLayoutId id="2147483670" r:id="rId55"/>
    <p:sldLayoutId id="2147483681" r:id="rId56"/>
    <p:sldLayoutId id="2147483682" r:id="rId57"/>
    <p:sldLayoutId id="2147483737" r:id="rId58"/>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3" pos="3840" userDrawn="1">
          <p15:clr>
            <a:srgbClr val="F26B43"/>
          </p15:clr>
        </p15:guide>
        <p15:guide id="14" pos="528" userDrawn="1">
          <p15:clr>
            <a:srgbClr val="F26B43"/>
          </p15:clr>
        </p15:guide>
        <p15:guide id="15" orient="horz" pos="2160" userDrawn="1">
          <p15:clr>
            <a:srgbClr val="F26B43"/>
          </p15:clr>
        </p15:guide>
        <p15:guide id="16" orient="horz" pos="144" userDrawn="1">
          <p15:clr>
            <a:srgbClr val="F26B43"/>
          </p15:clr>
        </p15:guide>
        <p15:guide id="17" orient="horz" pos="720" userDrawn="1">
          <p15:clr>
            <a:srgbClr val="F26B43"/>
          </p15:clr>
        </p15:guide>
        <p15:guide id="18" pos="7152" userDrawn="1">
          <p15:clr>
            <a:srgbClr val="F26B43"/>
          </p15:clr>
        </p15:guide>
        <p15:guide id="19" orient="horz" pos="432" userDrawn="1">
          <p15:clr>
            <a:srgbClr val="F26B43"/>
          </p15:clr>
        </p15:guide>
        <p15:guide id="20" orient="horz" pos="1008" userDrawn="1">
          <p15:clr>
            <a:srgbClr val="F26B43"/>
          </p15:clr>
        </p15:guide>
        <p15:guide id="21" orient="horz" pos="1296" userDrawn="1">
          <p15:clr>
            <a:srgbClr val="F26B43"/>
          </p15:clr>
        </p15:guide>
        <p15:guide id="22" orient="horz" pos="4176" userDrawn="1">
          <p15:clr>
            <a:srgbClr val="F26B43"/>
          </p15:clr>
        </p15:guide>
        <p15:guide id="23" orient="horz" pos="3096" userDrawn="1">
          <p15:clr>
            <a:srgbClr val="F26B43"/>
          </p15:clr>
        </p15:guide>
        <p15:guide id="24"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ataonwheels.wordpress.com/" TargetMode="Externa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hyperlink" Target="https://www.linkedin.com/in/kristyna-ferris-dataonwheels/"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28EF7-DA21-3EBA-45BD-07A520938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84CC0-0BC0-32AF-31FE-4FAA52F6BCC1}"/>
              </a:ext>
            </a:extLst>
          </p:cNvPr>
          <p:cNvSpPr>
            <a:spLocks noGrp="1"/>
          </p:cNvSpPr>
          <p:nvPr>
            <p:ph type="ctrTitle"/>
          </p:nvPr>
        </p:nvSpPr>
        <p:spPr>
          <a:xfrm>
            <a:off x="124239" y="417576"/>
            <a:ext cx="11956774" cy="1249394"/>
          </a:xfrm>
        </p:spPr>
        <p:txBody>
          <a:bodyPr anchor="ctr">
            <a:noAutofit/>
          </a:bodyPr>
          <a:lstStyle/>
          <a:p>
            <a:r>
              <a:rPr lang="en-US" sz="4000" dirty="0"/>
              <a:t>Fabric Warehouse Internals</a:t>
            </a:r>
            <a:br>
              <a:rPr lang="en-US" sz="4000" dirty="0"/>
            </a:br>
            <a:r>
              <a:rPr lang="en-US" sz="2000" dirty="0"/>
              <a:t> </a:t>
            </a:r>
            <a:br>
              <a:rPr lang="en-US" sz="4000" dirty="0"/>
            </a:br>
            <a:r>
              <a:rPr lang="en-US" sz="2400" i="1" dirty="0"/>
              <a:t>Why One Query Runs Twice as Fast</a:t>
            </a:r>
            <a:endParaRPr lang="en-US" sz="4000" dirty="0"/>
          </a:p>
        </p:txBody>
      </p:sp>
      <p:sp>
        <p:nvSpPr>
          <p:cNvPr id="3" name="Subtitle 2">
            <a:extLst>
              <a:ext uri="{FF2B5EF4-FFF2-40B4-BE49-F238E27FC236}">
                <a16:creationId xmlns:a16="http://schemas.microsoft.com/office/drawing/2014/main" id="{6201F2B7-624E-CB63-0A92-F5F5042130F9}"/>
              </a:ext>
            </a:extLst>
          </p:cNvPr>
          <p:cNvSpPr>
            <a:spLocks noGrp="1"/>
          </p:cNvSpPr>
          <p:nvPr>
            <p:ph type="subTitle" idx="1"/>
          </p:nvPr>
        </p:nvSpPr>
        <p:spPr>
          <a:xfrm>
            <a:off x="647804" y="2563921"/>
            <a:ext cx="10909643" cy="687406"/>
          </a:xfrm>
        </p:spPr>
        <p:txBody>
          <a:bodyPr anchor="ctr">
            <a:normAutofit/>
          </a:bodyPr>
          <a:lstStyle/>
          <a:p>
            <a:r>
              <a:rPr lang="en-US" dirty="0">
                <a:cs typeface="Arial" panose="020B0604020202020204" pitchFamily="34" charset="0"/>
              </a:rPr>
              <a:t>Kristyna Ferris</a:t>
            </a:r>
          </a:p>
        </p:txBody>
      </p:sp>
      <p:sp>
        <p:nvSpPr>
          <p:cNvPr id="4" name="Subtitle 2">
            <a:extLst>
              <a:ext uri="{FF2B5EF4-FFF2-40B4-BE49-F238E27FC236}">
                <a16:creationId xmlns:a16="http://schemas.microsoft.com/office/drawing/2014/main" id="{FB793C5E-E286-7E86-B510-811E947CA9C5}"/>
              </a:ext>
            </a:extLst>
          </p:cNvPr>
          <p:cNvSpPr txBox="1">
            <a:spLocks/>
          </p:cNvSpPr>
          <p:nvPr/>
        </p:nvSpPr>
        <p:spPr>
          <a:xfrm>
            <a:off x="557711" y="5937593"/>
            <a:ext cx="10909643" cy="687406"/>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600" dirty="0">
                <a:cs typeface="Arial" panose="020B0604020202020204" pitchFamily="34" charset="0"/>
              </a:rPr>
              <a:t>Fun Fact: this font is dyslexic friendly! Ask me how to use it for free after the session.</a:t>
            </a:r>
          </a:p>
        </p:txBody>
      </p:sp>
      <p:pic>
        <p:nvPicPr>
          <p:cNvPr id="5" name="Picture 4" descr="A road with bushes and trees in the background&#10;&#10;AI-generated content may be incorrect.">
            <a:extLst>
              <a:ext uri="{FF2B5EF4-FFF2-40B4-BE49-F238E27FC236}">
                <a16:creationId xmlns:a16="http://schemas.microsoft.com/office/drawing/2014/main" id="{844378CF-9F79-1460-5ACF-49DE1563ED5F}"/>
              </a:ext>
            </a:extLst>
          </p:cNvPr>
          <p:cNvPicPr>
            <a:picLocks noChangeAspect="1"/>
          </p:cNvPicPr>
          <p:nvPr/>
        </p:nvPicPr>
        <p:blipFill>
          <a:blip r:embed="rId3"/>
          <a:srcRect t="20624" b="24271"/>
          <a:stretch>
            <a:fillRect/>
          </a:stretch>
        </p:blipFill>
        <p:spPr>
          <a:xfrm>
            <a:off x="1524" y="3520440"/>
            <a:ext cx="12190476" cy="2210656"/>
          </a:xfrm>
          <a:prstGeom prst="rect">
            <a:avLst/>
          </a:prstGeom>
        </p:spPr>
      </p:pic>
    </p:spTree>
    <p:extLst>
      <p:ext uri="{BB962C8B-B14F-4D97-AF65-F5344CB8AC3E}">
        <p14:creationId xmlns:p14="http://schemas.microsoft.com/office/powerpoint/2010/main" val="701826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4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323EE-8834-379B-D29E-82A02A099D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0CC65-2D84-3E12-28E3-8CF5E276244D}"/>
              </a:ext>
            </a:extLst>
          </p:cNvPr>
          <p:cNvSpPr>
            <a:spLocks noGrp="1"/>
          </p:cNvSpPr>
          <p:nvPr>
            <p:ph type="title"/>
          </p:nvPr>
        </p:nvSpPr>
        <p:spPr>
          <a:xfrm>
            <a:off x="5029200" y="365125"/>
            <a:ext cx="5435144" cy="1283255"/>
          </a:xfrm>
        </p:spPr>
        <p:txBody>
          <a:bodyPr>
            <a:normAutofit fontScale="90000"/>
          </a:bodyPr>
          <a:lstStyle/>
          <a:p>
            <a:r>
              <a:rPr lang="en-US" dirty="0"/>
              <a:t>About Me ~ Kristyna Ferris</a:t>
            </a:r>
          </a:p>
        </p:txBody>
      </p:sp>
      <p:pic>
        <p:nvPicPr>
          <p:cNvPr id="7" name="Picture 6">
            <a:extLst>
              <a:ext uri="{FF2B5EF4-FFF2-40B4-BE49-F238E27FC236}">
                <a16:creationId xmlns:a16="http://schemas.microsoft.com/office/drawing/2014/main" id="{396DAA21-4287-0C6E-B609-B641D096C74A}"/>
              </a:ext>
            </a:extLst>
          </p:cNvPr>
          <p:cNvPicPr>
            <a:picLocks noChangeAspect="1"/>
          </p:cNvPicPr>
          <p:nvPr/>
        </p:nvPicPr>
        <p:blipFill>
          <a:blip r:embed="rId2"/>
          <a:srcRect l="5406" r="5406"/>
          <a:stretch/>
        </p:blipFill>
        <p:spPr>
          <a:xfrm>
            <a:off x="458525" y="857692"/>
            <a:ext cx="4478416" cy="5021284"/>
          </a:xfrm>
          <a:prstGeom prst="rect">
            <a:avLst/>
          </a:prstGeom>
          <a:ln>
            <a:noFill/>
          </a:ln>
          <a:effectLst>
            <a:outerShdw blurRad="190500" algn="tl" rotWithShape="0">
              <a:srgbClr val="000000">
                <a:alpha val="70000"/>
              </a:srgbClr>
            </a:outerShdw>
          </a:effectLst>
        </p:spPr>
      </p:pic>
      <p:sp>
        <p:nvSpPr>
          <p:cNvPr id="3" name="Content Placeholder 2">
            <a:extLst>
              <a:ext uri="{FF2B5EF4-FFF2-40B4-BE49-F238E27FC236}">
                <a16:creationId xmlns:a16="http://schemas.microsoft.com/office/drawing/2014/main" id="{DAF38228-38FE-B0FF-35BD-580808EBDC9A}"/>
              </a:ext>
            </a:extLst>
          </p:cNvPr>
          <p:cNvSpPr>
            <a:spLocks noGrp="1"/>
          </p:cNvSpPr>
          <p:nvPr>
            <p:ph idx="1"/>
          </p:nvPr>
        </p:nvSpPr>
        <p:spPr>
          <a:xfrm>
            <a:off x="5109160" y="1873905"/>
            <a:ext cx="7048670" cy="4898684"/>
          </a:xfrm>
        </p:spPr>
        <p:txBody>
          <a:bodyPr>
            <a:normAutofit fontScale="92500" lnSpcReduction="20000"/>
          </a:bodyPr>
          <a:lstStyle/>
          <a:p>
            <a:pPr marL="0" indent="0">
              <a:lnSpc>
                <a:spcPct val="160000"/>
              </a:lnSpc>
              <a:buNone/>
            </a:pPr>
            <a:r>
              <a:rPr lang="en-US" sz="2100" dirty="0"/>
              <a:t>Microsoft MVP, Data Platform &amp; Fabric</a:t>
            </a:r>
            <a:br>
              <a:rPr lang="en-US" sz="2100" dirty="0"/>
            </a:br>
            <a:r>
              <a:rPr lang="en-US" sz="2100" dirty="0"/>
              <a:t>Solution Architect, P3 Adaptive</a:t>
            </a:r>
            <a:br>
              <a:rPr lang="en-US" sz="2100" dirty="0"/>
            </a:br>
            <a:r>
              <a:rPr lang="en-US" sz="2100" dirty="0"/>
              <a:t>Lexington Data Tech Group co-organizer </a:t>
            </a:r>
            <a:br>
              <a:rPr lang="en-US" sz="2100" dirty="0"/>
            </a:br>
            <a:r>
              <a:rPr lang="en-US" sz="2100" dirty="0" err="1"/>
              <a:t>DataOnWheels</a:t>
            </a:r>
            <a:r>
              <a:rPr lang="en-US" sz="2100" dirty="0"/>
              <a:t> Author</a:t>
            </a:r>
          </a:p>
          <a:p>
            <a:pPr marL="0" indent="0">
              <a:lnSpc>
                <a:spcPct val="160000"/>
              </a:lnSpc>
              <a:buNone/>
            </a:pPr>
            <a:r>
              <a:rPr lang="en-US" sz="2000" b="1" dirty="0"/>
              <a:t>Blog </a:t>
            </a:r>
          </a:p>
          <a:p>
            <a:pPr marL="0" indent="0">
              <a:lnSpc>
                <a:spcPct val="120000"/>
              </a:lnSpc>
              <a:buNone/>
            </a:pPr>
            <a:r>
              <a:rPr lang="en-US" sz="2000" dirty="0">
                <a:hlinkClick r:id="rId3">
                  <a:extLst>
                    <a:ext uri="{A12FA001-AC4F-418D-AE19-62706E023703}">
                      <ahyp:hlinkClr xmlns:ahyp="http://schemas.microsoft.com/office/drawing/2018/hyperlinkcolor" val="tx"/>
                    </a:ext>
                  </a:extLst>
                </a:hlinkClick>
              </a:rPr>
              <a:t>https://dataonwheels.wordpress.com/</a:t>
            </a:r>
            <a:br>
              <a:rPr lang="en-US" sz="2000" dirty="0"/>
            </a:br>
            <a:br>
              <a:rPr lang="en-US" sz="2000" dirty="0"/>
            </a:br>
            <a:r>
              <a:rPr lang="en-US" sz="2000" b="1" dirty="0"/>
              <a:t>LinkedIn </a:t>
            </a:r>
          </a:p>
          <a:p>
            <a:pPr marL="0" indent="0">
              <a:lnSpc>
                <a:spcPct val="120000"/>
              </a:lnSpc>
              <a:buNone/>
            </a:pPr>
            <a:r>
              <a:rPr lang="en-US" sz="2000" b="0" i="0" dirty="0">
                <a:effectLst/>
                <a:hlinkClick r:id="rId4">
                  <a:extLst>
                    <a:ext uri="{A12FA001-AC4F-418D-AE19-62706E023703}">
                      <ahyp:hlinkClr xmlns:ahyp="http://schemas.microsoft.com/office/drawing/2018/hyperlinkcolor" val="tx"/>
                    </a:ext>
                  </a:extLst>
                </a:hlinkClick>
              </a:rPr>
              <a:t>https://www.linkedin.com/in/kristyna-ferris-dataonwheels/</a:t>
            </a:r>
            <a:br>
              <a:rPr lang="en-US" sz="2000" b="0" i="0" dirty="0">
                <a:effectLst/>
              </a:rPr>
            </a:br>
            <a:endParaRPr lang="en-US" sz="2000" dirty="0"/>
          </a:p>
          <a:p>
            <a:pPr marL="0" indent="0">
              <a:lnSpc>
                <a:spcPct val="120000"/>
              </a:lnSpc>
              <a:buNone/>
            </a:pPr>
            <a:r>
              <a:rPr lang="en-US" sz="2000" b="1" dirty="0"/>
              <a:t>Twitter &amp; Bluesky </a:t>
            </a:r>
          </a:p>
          <a:p>
            <a:pPr marL="0" indent="0">
              <a:lnSpc>
                <a:spcPct val="120000"/>
              </a:lnSpc>
              <a:buNone/>
            </a:pPr>
            <a:r>
              <a:rPr lang="en-US" sz="2000" dirty="0"/>
              <a:t>@data_dragoness</a:t>
            </a:r>
          </a:p>
        </p:txBody>
      </p:sp>
    </p:spTree>
    <p:extLst>
      <p:ext uri="{BB962C8B-B14F-4D97-AF65-F5344CB8AC3E}">
        <p14:creationId xmlns:p14="http://schemas.microsoft.com/office/powerpoint/2010/main" val="3133497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228600"/>
            <a:ext cx="10515600" cy="822960"/>
          </a:xfrm>
        </p:spPr>
        <p:txBody>
          <a:bodyPr/>
          <a:lstStyle/>
          <a:p>
            <a:pPr algn="ctr"/>
            <a:r>
              <a:rPr sz="4000" dirty="0"/>
              <a:t>Same Result. One Runs Twice as Fast. Why?</a:t>
            </a:r>
          </a:p>
        </p:txBody>
      </p:sp>
      <p:sp>
        <p:nvSpPr>
          <p:cNvPr id="3" name="Rectangle 2"/>
          <p:cNvSpPr/>
          <p:nvPr/>
        </p:nvSpPr>
        <p:spPr>
          <a:xfrm>
            <a:off x="731520" y="1463040"/>
            <a:ext cx="5257800" cy="3749039"/>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60120" y="1645920"/>
            <a:ext cx="4800600" cy="6858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645920"/>
            <a:ext cx="4800600" cy="685800"/>
          </a:xfrm>
          <a:prstGeom prst="rect">
            <a:avLst/>
          </a:prstGeom>
          <a:noFill/>
        </p:spPr>
        <p:txBody>
          <a:bodyPr wrap="square" anchor="ctr">
            <a:spAutoFit/>
          </a:bodyPr>
          <a:lstStyle/>
          <a:p>
            <a:pPr algn="ctr"/>
            <a:r>
              <a:rPr sz="1600" b="1" i="0">
                <a:solidFill>
                  <a:srgbClr val="FFFFFF"/>
                </a:solidFill>
              </a:rPr>
              <a:t>Query A:  stage in a temp table</a:t>
            </a:r>
          </a:p>
        </p:txBody>
      </p:sp>
      <p:sp>
        <p:nvSpPr>
          <p:cNvPr id="6" name="TextBox 5"/>
          <p:cNvSpPr txBox="1"/>
          <p:nvPr/>
        </p:nvSpPr>
        <p:spPr>
          <a:xfrm>
            <a:off x="1051560" y="2560320"/>
            <a:ext cx="4663440" cy="2560320"/>
          </a:xfrm>
          <a:prstGeom prst="rect">
            <a:avLst/>
          </a:prstGeom>
          <a:noFill/>
        </p:spPr>
        <p:txBody>
          <a:bodyPr wrap="square" anchor="t">
            <a:spAutoFit/>
          </a:bodyPr>
          <a:lstStyle/>
          <a:p>
            <a:pPr algn="l"/>
            <a:r>
              <a:rPr sz="1500" b="0" i="0">
                <a:solidFill>
                  <a:srgbClr val="36454F"/>
                </a:solidFill>
                <a:latin typeface="Courier New"/>
              </a:rPr>
              <a:t>SELECT * INTO #stage</a:t>
            </a:r>
          </a:p>
          <a:p>
            <a:pPr algn="l"/>
            <a:r>
              <a:rPr sz="1500" b="0" i="0">
                <a:solidFill>
                  <a:srgbClr val="36454F"/>
                </a:solidFill>
                <a:latin typeface="Courier New"/>
              </a:rPr>
              <a:t>FROM dbo.SalesOrder</a:t>
            </a:r>
          </a:p>
          <a:p>
            <a:pPr algn="l"/>
            <a:r>
              <a:rPr sz="1500" b="0" i="0">
                <a:solidFill>
                  <a:srgbClr val="36454F"/>
                </a:solidFill>
                <a:latin typeface="Courier New"/>
              </a:rPr>
              <a:t>WHERE OrderYear = 2025;</a:t>
            </a:r>
          </a:p>
          <a:p>
            <a:pPr algn="l"/>
            <a:endParaRPr sz="1500" b="0" i="0">
              <a:solidFill>
                <a:srgbClr val="36454F"/>
              </a:solidFill>
              <a:latin typeface="Courier New"/>
            </a:endParaRPr>
          </a:p>
          <a:p>
            <a:pPr algn="l"/>
            <a:r>
              <a:rPr sz="1500" b="0" i="0">
                <a:solidFill>
                  <a:srgbClr val="36454F"/>
                </a:solidFill>
                <a:latin typeface="Courier New"/>
              </a:rPr>
              <a:t>SELECT CustomerID, SUM(Amount) AS Total</a:t>
            </a:r>
          </a:p>
          <a:p>
            <a:pPr algn="l"/>
            <a:r>
              <a:rPr sz="1500" b="0" i="0">
                <a:solidFill>
                  <a:srgbClr val="36454F"/>
                </a:solidFill>
                <a:latin typeface="Courier New"/>
              </a:rPr>
              <a:t>INTO #agg</a:t>
            </a:r>
          </a:p>
          <a:p>
            <a:pPr algn="l"/>
            <a:r>
              <a:rPr sz="1500" b="0" i="0">
                <a:solidFill>
                  <a:srgbClr val="36454F"/>
                </a:solidFill>
                <a:latin typeface="Courier New"/>
              </a:rPr>
              <a:t>FROM #stage</a:t>
            </a:r>
          </a:p>
          <a:p>
            <a:pPr algn="l"/>
            <a:r>
              <a:rPr sz="1500" b="0" i="0">
                <a:solidFill>
                  <a:srgbClr val="36454F"/>
                </a:solidFill>
                <a:latin typeface="Courier New"/>
              </a:rPr>
              <a:t>GROUP BY CustomerID;</a:t>
            </a:r>
          </a:p>
        </p:txBody>
      </p:sp>
      <p:sp>
        <p:nvSpPr>
          <p:cNvPr id="7" name="Rectangle 6"/>
          <p:cNvSpPr/>
          <p:nvPr/>
        </p:nvSpPr>
        <p:spPr>
          <a:xfrm>
            <a:off x="6172200" y="1463040"/>
            <a:ext cx="5257800" cy="3749039"/>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0" y="1645920"/>
            <a:ext cx="4800600" cy="685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645920"/>
            <a:ext cx="4800600" cy="685800"/>
          </a:xfrm>
          <a:prstGeom prst="rect">
            <a:avLst/>
          </a:prstGeom>
          <a:noFill/>
        </p:spPr>
        <p:txBody>
          <a:bodyPr wrap="square" anchor="ctr">
            <a:spAutoFit/>
          </a:bodyPr>
          <a:lstStyle/>
          <a:p>
            <a:pPr algn="ctr"/>
            <a:r>
              <a:rPr sz="1600" b="1" i="0">
                <a:solidFill>
                  <a:srgbClr val="FFFFFF"/>
                </a:solidFill>
              </a:rPr>
              <a:t>Query B:  stage in a CTE</a:t>
            </a:r>
          </a:p>
        </p:txBody>
      </p:sp>
      <p:sp>
        <p:nvSpPr>
          <p:cNvPr id="10" name="TextBox 9"/>
          <p:cNvSpPr txBox="1"/>
          <p:nvPr/>
        </p:nvSpPr>
        <p:spPr>
          <a:xfrm>
            <a:off x="6492240" y="2560320"/>
            <a:ext cx="4663440" cy="2560320"/>
          </a:xfrm>
          <a:prstGeom prst="rect">
            <a:avLst/>
          </a:prstGeom>
          <a:noFill/>
        </p:spPr>
        <p:txBody>
          <a:bodyPr wrap="square" anchor="t">
            <a:spAutoFit/>
          </a:bodyPr>
          <a:lstStyle/>
          <a:p>
            <a:pPr algn="l"/>
            <a:r>
              <a:rPr sz="1500" b="0" i="0">
                <a:solidFill>
                  <a:srgbClr val="36454F"/>
                </a:solidFill>
                <a:latin typeface="Courier New"/>
              </a:rPr>
              <a:t>WITH stage AS (</a:t>
            </a:r>
          </a:p>
          <a:p>
            <a:pPr algn="l"/>
            <a:r>
              <a:rPr sz="1500" b="0" i="0">
                <a:solidFill>
                  <a:srgbClr val="36454F"/>
                </a:solidFill>
                <a:latin typeface="Courier New"/>
              </a:rPr>
              <a:t>  SELECT * FROM dbo.SalesOrder</a:t>
            </a:r>
          </a:p>
          <a:p>
            <a:pPr algn="l"/>
            <a:r>
              <a:rPr sz="1500" b="0" i="0">
                <a:solidFill>
                  <a:srgbClr val="36454F"/>
                </a:solidFill>
                <a:latin typeface="Courier New"/>
              </a:rPr>
              <a:t>  WHERE OrderYear = 2025</a:t>
            </a:r>
          </a:p>
          <a:p>
            <a:pPr algn="l"/>
            <a:r>
              <a:rPr sz="1500" b="0" i="0">
                <a:solidFill>
                  <a:srgbClr val="36454F"/>
                </a:solidFill>
                <a:latin typeface="Courier New"/>
              </a:rPr>
              <a:t>)</a:t>
            </a:r>
          </a:p>
          <a:p>
            <a:pPr algn="l"/>
            <a:r>
              <a:rPr sz="1500" b="0" i="0">
                <a:solidFill>
                  <a:srgbClr val="36454F"/>
                </a:solidFill>
                <a:latin typeface="Courier New"/>
              </a:rPr>
              <a:t>SELECT CustomerID, SUM(Amount) AS Total</a:t>
            </a:r>
          </a:p>
          <a:p>
            <a:pPr algn="l"/>
            <a:r>
              <a:rPr sz="1500" b="0" i="0">
                <a:solidFill>
                  <a:srgbClr val="36454F"/>
                </a:solidFill>
                <a:latin typeface="Courier New"/>
              </a:rPr>
              <a:t>INTO #agg</a:t>
            </a:r>
          </a:p>
          <a:p>
            <a:pPr algn="l"/>
            <a:r>
              <a:rPr sz="1500" b="0" i="0">
                <a:solidFill>
                  <a:srgbClr val="36454F"/>
                </a:solidFill>
                <a:latin typeface="Courier New"/>
              </a:rPr>
              <a:t>FROM stage</a:t>
            </a:r>
          </a:p>
          <a:p>
            <a:pPr algn="l"/>
            <a:r>
              <a:rPr sz="1500" b="0" i="0">
                <a:solidFill>
                  <a:srgbClr val="36454F"/>
                </a:solidFill>
                <a:latin typeface="Courier New"/>
              </a:rPr>
              <a:t>GROUP BY CustomerID;</a:t>
            </a:r>
          </a:p>
        </p:txBody>
      </p:sp>
      <p:sp>
        <p:nvSpPr>
          <p:cNvPr id="11" name="TextBox 10"/>
          <p:cNvSpPr txBox="1"/>
          <p:nvPr/>
        </p:nvSpPr>
        <p:spPr>
          <a:xfrm>
            <a:off x="731520" y="5486400"/>
            <a:ext cx="10698480" cy="457200"/>
          </a:xfrm>
          <a:prstGeom prst="rect">
            <a:avLst/>
          </a:prstGeom>
          <a:noFill/>
        </p:spPr>
        <p:txBody>
          <a:bodyPr wrap="square" anchor="t">
            <a:spAutoFit/>
          </a:bodyPr>
          <a:lstStyle/>
          <a:p>
            <a:pPr algn="ctr"/>
            <a:r>
              <a:rPr sz="1800" b="0" i="1">
                <a:solidFill>
                  <a:srgbClr val="1C7293"/>
                </a:solidFill>
              </a:rPr>
              <a:t>Same data. Same result. Looped 20x in Fabric Warehouse, Query B finishes in about half the time.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18EDF-17A8-7042-3A82-FDA69DB441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0C2A30A-3B53-734A-C365-436AEA9985F1}"/>
              </a:ext>
            </a:extLst>
          </p:cNvPr>
          <p:cNvSpPr>
            <a:spLocks noGrp="1"/>
          </p:cNvSpPr>
          <p:nvPr>
            <p:ph type="title"/>
          </p:nvPr>
        </p:nvSpPr>
        <p:spPr>
          <a:xfrm>
            <a:off x="379244" y="293945"/>
            <a:ext cx="11454616" cy="641060"/>
          </a:xfrm>
        </p:spPr>
        <p:txBody>
          <a:bodyPr>
            <a:normAutofit fontScale="90000"/>
          </a:bodyPr>
          <a:lstStyle/>
          <a:p>
            <a:pPr algn="ctr"/>
            <a:r>
              <a:rPr lang="en-US" dirty="0"/>
              <a:t>Enter, the Polaris Engine</a:t>
            </a:r>
          </a:p>
        </p:txBody>
      </p:sp>
      <p:sp>
        <p:nvSpPr>
          <p:cNvPr id="3" name="Shape 2">
            <a:extLst>
              <a:ext uri="{FF2B5EF4-FFF2-40B4-BE49-F238E27FC236}">
                <a16:creationId xmlns:a16="http://schemas.microsoft.com/office/drawing/2014/main" id="{DA2FCBCC-A9BE-0375-65AD-8B144233D552}"/>
              </a:ext>
            </a:extLst>
          </p:cNvPr>
          <p:cNvSpPr/>
          <p:nvPr/>
        </p:nvSpPr>
        <p:spPr>
          <a:xfrm>
            <a:off x="598170" y="1402080"/>
            <a:ext cx="10965180" cy="4648200"/>
          </a:xfrm>
          <a:prstGeom prst="roundRect">
            <a:avLst>
              <a:gd name="adj" fmla="val 4286"/>
            </a:avLst>
          </a:prstGeom>
          <a:solidFill>
            <a:schemeClr val="tx2">
              <a:lumMod val="20000"/>
              <a:lumOff val="80000"/>
            </a:schemeClr>
          </a:solidFill>
          <a:ln/>
        </p:spPr>
        <p:txBody>
          <a:bodyPr/>
          <a:lstStyle/>
          <a:p>
            <a:endParaRPr lang="en-US" sz="2000"/>
          </a:p>
        </p:txBody>
      </p:sp>
      <p:sp>
        <p:nvSpPr>
          <p:cNvPr id="6" name="Text 3">
            <a:extLst>
              <a:ext uri="{FF2B5EF4-FFF2-40B4-BE49-F238E27FC236}">
                <a16:creationId xmlns:a16="http://schemas.microsoft.com/office/drawing/2014/main" id="{7B256F57-CEB0-E111-D27F-2CBC5D299F5C}"/>
              </a:ext>
            </a:extLst>
          </p:cNvPr>
          <p:cNvSpPr/>
          <p:nvPr/>
        </p:nvSpPr>
        <p:spPr>
          <a:xfrm>
            <a:off x="1645920" y="1684020"/>
            <a:ext cx="8869680" cy="457200"/>
          </a:xfrm>
          <a:prstGeom prst="rect">
            <a:avLst/>
          </a:prstGeom>
          <a:noFill/>
          <a:ln>
            <a:noFill/>
          </a:ln>
        </p:spPr>
        <p:txBody>
          <a:bodyPr wrap="square" rtlCol="0" anchor="ctr"/>
          <a:lstStyle/>
          <a:p>
            <a:pPr marL="0" indent="0" algn="ctr">
              <a:buNone/>
            </a:pPr>
            <a:r>
              <a:rPr lang="en-US" sz="2400" b="1" dirty="0">
                <a:ea typeface="Calibri" pitchFamily="34" charset="-122"/>
                <a:cs typeface="Calibri" pitchFamily="34" charset="-120"/>
              </a:rPr>
              <a:t>ONE ENGINE  |  ONE FORMAT  |  ONE COPY</a:t>
            </a:r>
            <a:endParaRPr lang="en-US" sz="2400" dirty="0"/>
          </a:p>
        </p:txBody>
      </p:sp>
      <p:sp>
        <p:nvSpPr>
          <p:cNvPr id="8" name="Text 4">
            <a:extLst>
              <a:ext uri="{FF2B5EF4-FFF2-40B4-BE49-F238E27FC236}">
                <a16:creationId xmlns:a16="http://schemas.microsoft.com/office/drawing/2014/main" id="{86E90E03-731E-9576-F267-E94A5303AE3E}"/>
              </a:ext>
            </a:extLst>
          </p:cNvPr>
          <p:cNvSpPr/>
          <p:nvPr/>
        </p:nvSpPr>
        <p:spPr>
          <a:xfrm>
            <a:off x="809625" y="2842260"/>
            <a:ext cx="3198495" cy="365760"/>
          </a:xfrm>
          <a:prstGeom prst="rect">
            <a:avLst/>
          </a:prstGeom>
          <a:noFill/>
          <a:ln/>
        </p:spPr>
        <p:txBody>
          <a:bodyPr wrap="square" rtlCol="0" anchor="ctr"/>
          <a:lstStyle/>
          <a:p>
            <a:pPr marL="0" indent="0">
              <a:buNone/>
            </a:pPr>
            <a:r>
              <a:rPr lang="en-US" sz="2000" b="1" dirty="0">
                <a:ea typeface="Calibri" pitchFamily="34" charset="-122"/>
                <a:cs typeface="Calibri" pitchFamily="34" charset="-120"/>
              </a:rPr>
              <a:t>Parquet + Delta Lake</a:t>
            </a:r>
            <a:endParaRPr lang="en-US" sz="2000" dirty="0"/>
          </a:p>
        </p:txBody>
      </p:sp>
      <p:sp>
        <p:nvSpPr>
          <p:cNvPr id="11" name="Text 5">
            <a:extLst>
              <a:ext uri="{FF2B5EF4-FFF2-40B4-BE49-F238E27FC236}">
                <a16:creationId xmlns:a16="http://schemas.microsoft.com/office/drawing/2014/main" id="{68614423-9619-F842-714D-8F30D292E433}"/>
              </a:ext>
            </a:extLst>
          </p:cNvPr>
          <p:cNvSpPr/>
          <p:nvPr/>
        </p:nvSpPr>
        <p:spPr>
          <a:xfrm>
            <a:off x="809624" y="3863340"/>
            <a:ext cx="3503295" cy="1691640"/>
          </a:xfrm>
          <a:prstGeom prst="rect">
            <a:avLst/>
          </a:prstGeom>
          <a:noFill/>
          <a:ln/>
        </p:spPr>
        <p:txBody>
          <a:bodyPr wrap="square" rtlCol="0" anchor="t"/>
          <a:lstStyle/>
          <a:p>
            <a:pPr marL="0" indent="0">
              <a:buNone/>
            </a:pPr>
            <a:r>
              <a:rPr lang="en-US" dirty="0">
                <a:ea typeface="Calibri" pitchFamily="34" charset="-122"/>
                <a:cs typeface="Calibri" pitchFamily="34" charset="-120"/>
              </a:rPr>
              <a:t>Open, columnar, immutable files. </a:t>
            </a:r>
          </a:p>
          <a:p>
            <a:pPr marL="0" indent="0">
              <a:buNone/>
            </a:pPr>
            <a:endParaRPr lang="en-US" dirty="0">
              <a:ea typeface="Calibri" pitchFamily="34" charset="-122"/>
              <a:cs typeface="Calibri" pitchFamily="34" charset="-120"/>
            </a:endParaRPr>
          </a:p>
          <a:p>
            <a:pPr marL="0" indent="0">
              <a:buNone/>
            </a:pPr>
            <a:r>
              <a:rPr lang="en-US" dirty="0">
                <a:ea typeface="Calibri" pitchFamily="34" charset="-122"/>
                <a:cs typeface="Calibri" pitchFamily="34" charset="-120"/>
              </a:rPr>
              <a:t>All engines read the same data. </a:t>
            </a:r>
          </a:p>
          <a:p>
            <a:pPr marL="0" indent="0">
              <a:buNone/>
            </a:pPr>
            <a:endParaRPr lang="en-US" dirty="0">
              <a:ea typeface="Calibri" pitchFamily="34" charset="-122"/>
              <a:cs typeface="Calibri" pitchFamily="34" charset="-120"/>
            </a:endParaRPr>
          </a:p>
          <a:p>
            <a:pPr marL="0" indent="0">
              <a:buNone/>
            </a:pPr>
            <a:r>
              <a:rPr lang="en-US" dirty="0">
                <a:ea typeface="Calibri" pitchFamily="34" charset="-122"/>
                <a:cs typeface="Calibri" pitchFamily="34" charset="-120"/>
              </a:rPr>
              <a:t>No proprietary format lock-in.</a:t>
            </a:r>
            <a:endParaRPr lang="en-US" dirty="0"/>
          </a:p>
        </p:txBody>
      </p:sp>
      <p:sp>
        <p:nvSpPr>
          <p:cNvPr id="13" name="Text 6">
            <a:extLst>
              <a:ext uri="{FF2B5EF4-FFF2-40B4-BE49-F238E27FC236}">
                <a16:creationId xmlns:a16="http://schemas.microsoft.com/office/drawing/2014/main" id="{95B54226-3F3D-BFD9-86DB-1C687AC6FAE2}"/>
              </a:ext>
            </a:extLst>
          </p:cNvPr>
          <p:cNvSpPr/>
          <p:nvPr/>
        </p:nvSpPr>
        <p:spPr>
          <a:xfrm>
            <a:off x="4512945" y="2842260"/>
            <a:ext cx="3503295" cy="365760"/>
          </a:xfrm>
          <a:prstGeom prst="rect">
            <a:avLst/>
          </a:prstGeom>
          <a:noFill/>
          <a:ln/>
        </p:spPr>
        <p:txBody>
          <a:bodyPr wrap="square" rtlCol="0" anchor="ctr"/>
          <a:lstStyle/>
          <a:p>
            <a:pPr marL="0" indent="0">
              <a:buNone/>
            </a:pPr>
            <a:r>
              <a:rPr lang="en-US" sz="2000" b="1" dirty="0">
                <a:ea typeface="Calibri" pitchFamily="34" charset="-122"/>
                <a:cs typeface="Calibri" pitchFamily="34" charset="-120"/>
              </a:rPr>
              <a:t>Full T-SQL + Transactions</a:t>
            </a:r>
            <a:endParaRPr lang="en-US" sz="2000" dirty="0"/>
          </a:p>
        </p:txBody>
      </p:sp>
      <p:sp>
        <p:nvSpPr>
          <p:cNvPr id="15" name="Text 7">
            <a:extLst>
              <a:ext uri="{FF2B5EF4-FFF2-40B4-BE49-F238E27FC236}">
                <a16:creationId xmlns:a16="http://schemas.microsoft.com/office/drawing/2014/main" id="{485D9931-06E8-56E7-099F-244340B4BFA9}"/>
              </a:ext>
            </a:extLst>
          </p:cNvPr>
          <p:cNvSpPr/>
          <p:nvPr/>
        </p:nvSpPr>
        <p:spPr>
          <a:xfrm>
            <a:off x="4512945" y="3863340"/>
            <a:ext cx="3503295" cy="1371600"/>
          </a:xfrm>
          <a:prstGeom prst="rect">
            <a:avLst/>
          </a:prstGeom>
          <a:noFill/>
          <a:ln/>
        </p:spPr>
        <p:txBody>
          <a:bodyPr wrap="square" rtlCol="0" anchor="t"/>
          <a:lstStyle/>
          <a:p>
            <a:pPr marL="0" indent="0">
              <a:buNone/>
            </a:pPr>
            <a:r>
              <a:rPr lang="en-US" dirty="0">
                <a:ea typeface="Calibri" pitchFamily="34" charset="-122"/>
                <a:cs typeface="Calibri" pitchFamily="34" charset="-120"/>
              </a:rPr>
              <a:t>CRUD with snapshot isolation, multi-table transactions. </a:t>
            </a:r>
          </a:p>
          <a:p>
            <a:pPr marL="0" indent="0">
              <a:buNone/>
            </a:pPr>
            <a:endParaRPr lang="en-US" dirty="0">
              <a:ea typeface="Calibri" pitchFamily="34" charset="-122"/>
              <a:cs typeface="Calibri" pitchFamily="34" charset="-120"/>
            </a:endParaRPr>
          </a:p>
          <a:p>
            <a:pPr marL="0" indent="0">
              <a:buNone/>
            </a:pPr>
            <a:r>
              <a:rPr lang="en-US" dirty="0">
                <a:ea typeface="Calibri" pitchFamily="34" charset="-122"/>
                <a:cs typeface="Calibri" pitchFamily="34" charset="-120"/>
              </a:rPr>
              <a:t>Not just reads anymore.</a:t>
            </a:r>
            <a:endParaRPr lang="en-US" dirty="0"/>
          </a:p>
        </p:txBody>
      </p:sp>
      <p:sp>
        <p:nvSpPr>
          <p:cNvPr id="17" name="Text 8">
            <a:extLst>
              <a:ext uri="{FF2B5EF4-FFF2-40B4-BE49-F238E27FC236}">
                <a16:creationId xmlns:a16="http://schemas.microsoft.com/office/drawing/2014/main" id="{35BEAC4C-0B15-F396-2E14-F58879F6F2BC}"/>
              </a:ext>
            </a:extLst>
          </p:cNvPr>
          <p:cNvSpPr/>
          <p:nvPr/>
        </p:nvSpPr>
        <p:spPr>
          <a:xfrm>
            <a:off x="8334375" y="2842260"/>
            <a:ext cx="2743200" cy="365760"/>
          </a:xfrm>
          <a:prstGeom prst="rect">
            <a:avLst/>
          </a:prstGeom>
          <a:noFill/>
          <a:ln/>
        </p:spPr>
        <p:txBody>
          <a:bodyPr wrap="square" rtlCol="0" anchor="ctr"/>
          <a:lstStyle/>
          <a:p>
            <a:pPr marL="0" indent="0">
              <a:buNone/>
            </a:pPr>
            <a:r>
              <a:rPr lang="en-US" sz="2000" b="1" dirty="0">
                <a:ea typeface="Calibri" pitchFamily="34" charset="-122"/>
                <a:cs typeface="Calibri" pitchFamily="34" charset="-120"/>
              </a:rPr>
              <a:t>Elastic Compute</a:t>
            </a:r>
            <a:endParaRPr lang="en-US" sz="2000" dirty="0"/>
          </a:p>
        </p:txBody>
      </p:sp>
      <p:sp>
        <p:nvSpPr>
          <p:cNvPr id="19" name="Text 9">
            <a:extLst>
              <a:ext uri="{FF2B5EF4-FFF2-40B4-BE49-F238E27FC236}">
                <a16:creationId xmlns:a16="http://schemas.microsoft.com/office/drawing/2014/main" id="{4963D668-B9A6-4579-67C2-3D4297DBBAC1}"/>
              </a:ext>
            </a:extLst>
          </p:cNvPr>
          <p:cNvSpPr/>
          <p:nvPr/>
        </p:nvSpPr>
        <p:spPr>
          <a:xfrm>
            <a:off x="8345805" y="3863340"/>
            <a:ext cx="3036570" cy="1371600"/>
          </a:xfrm>
          <a:prstGeom prst="rect">
            <a:avLst/>
          </a:prstGeom>
          <a:noFill/>
          <a:ln/>
        </p:spPr>
        <p:txBody>
          <a:bodyPr wrap="square" rtlCol="0" anchor="t"/>
          <a:lstStyle/>
          <a:p>
            <a:pPr marL="0" indent="0">
              <a:buNone/>
            </a:pPr>
            <a:r>
              <a:rPr lang="en-US" dirty="0">
                <a:ea typeface="Calibri" pitchFamily="34" charset="-122"/>
                <a:cs typeface="Calibri" pitchFamily="34" charset="-120"/>
              </a:rPr>
              <a:t>Serverless SaaS. </a:t>
            </a:r>
          </a:p>
          <a:p>
            <a:pPr marL="0" indent="0">
              <a:buNone/>
            </a:pPr>
            <a:endParaRPr lang="en-US" dirty="0">
              <a:ea typeface="Calibri" pitchFamily="34" charset="-122"/>
              <a:cs typeface="Calibri" pitchFamily="34" charset="-120"/>
            </a:endParaRPr>
          </a:p>
          <a:p>
            <a:pPr marL="0" indent="0">
              <a:buNone/>
            </a:pPr>
            <a:r>
              <a:rPr lang="en-US" dirty="0">
                <a:ea typeface="Calibri" pitchFamily="34" charset="-122"/>
                <a:cs typeface="Calibri" pitchFamily="34" charset="-120"/>
              </a:rPr>
              <a:t>No cluster sizing. </a:t>
            </a:r>
          </a:p>
          <a:p>
            <a:pPr marL="0" indent="0">
              <a:buNone/>
            </a:pPr>
            <a:endParaRPr lang="en-US" dirty="0">
              <a:ea typeface="Calibri" pitchFamily="34" charset="-122"/>
              <a:cs typeface="Calibri" pitchFamily="34" charset="-120"/>
            </a:endParaRPr>
          </a:p>
          <a:p>
            <a:pPr marL="0" indent="0">
              <a:buNone/>
            </a:pPr>
            <a:r>
              <a:rPr lang="en-US" dirty="0">
                <a:ea typeface="Calibri" pitchFamily="34" charset="-122"/>
                <a:cs typeface="Calibri" pitchFamily="34" charset="-120"/>
              </a:rPr>
              <a:t>Cost = resources x time. </a:t>
            </a:r>
            <a:endParaRPr lang="en-US" dirty="0"/>
          </a:p>
        </p:txBody>
      </p:sp>
      <p:sp>
        <p:nvSpPr>
          <p:cNvPr id="20" name="TextBox 19"/>
          <p:cNvSpPr txBox="1"/>
          <p:nvPr/>
        </p:nvSpPr>
        <p:spPr>
          <a:xfrm>
            <a:off x="594360" y="932688"/>
            <a:ext cx="10963656" cy="411480"/>
          </a:xfrm>
          <a:prstGeom prst="rect">
            <a:avLst/>
          </a:prstGeom>
          <a:noFill/>
        </p:spPr>
        <p:txBody>
          <a:bodyPr wrap="square" anchor="t">
            <a:spAutoFit/>
          </a:bodyPr>
          <a:lstStyle/>
          <a:p>
            <a:pPr algn="ctr"/>
            <a:r>
              <a:rPr sz="1600" b="0" i="1">
                <a:solidFill>
                  <a:srgbClr val="36454F"/>
                </a:solidFill>
              </a:rPr>
              <a:t>Before: stateful MPP nodes, two engines, two copies of the data, and downtime to resize.</a:t>
            </a:r>
          </a:p>
        </p:txBody>
      </p:sp>
    </p:spTree>
    <p:extLst>
      <p:ext uri="{BB962C8B-B14F-4D97-AF65-F5344CB8AC3E}">
        <p14:creationId xmlns:p14="http://schemas.microsoft.com/office/powerpoint/2010/main" val="1455727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40471-F369-877A-4C09-89A3CD6F506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4E64756-36BF-8FB4-5C8C-4928072F3E61}"/>
              </a:ext>
            </a:extLst>
          </p:cNvPr>
          <p:cNvSpPr>
            <a:spLocks noGrp="1"/>
          </p:cNvSpPr>
          <p:nvPr>
            <p:ph type="title"/>
          </p:nvPr>
        </p:nvSpPr>
        <p:spPr>
          <a:xfrm>
            <a:off x="379244" y="293945"/>
            <a:ext cx="11454616" cy="641060"/>
          </a:xfrm>
        </p:spPr>
        <p:txBody>
          <a:bodyPr>
            <a:normAutofit fontScale="90000"/>
          </a:bodyPr>
          <a:lstStyle/>
          <a:p>
            <a:pPr algn="ctr"/>
            <a:r>
              <a:rPr lang="en-US" dirty="0"/>
              <a:t>What is the Polaris Engine?</a:t>
            </a:r>
          </a:p>
        </p:txBody>
      </p:sp>
      <p:sp>
        <p:nvSpPr>
          <p:cNvPr id="10" name="Title 3">
            <a:extLst>
              <a:ext uri="{FF2B5EF4-FFF2-40B4-BE49-F238E27FC236}">
                <a16:creationId xmlns:a16="http://schemas.microsoft.com/office/drawing/2014/main" id="{1D7DBDDB-0BD7-02C0-7CF4-3547287A557B}"/>
              </a:ext>
            </a:extLst>
          </p:cNvPr>
          <p:cNvSpPr txBox="1">
            <a:spLocks/>
          </p:cNvSpPr>
          <p:nvPr/>
        </p:nvSpPr>
        <p:spPr>
          <a:xfrm>
            <a:off x="1194749" y="1424856"/>
            <a:ext cx="9966960" cy="5319191"/>
          </a:xfrm>
          <a:prstGeom prst="rect">
            <a:avLst/>
          </a:prstGeom>
        </p:spPr>
        <p:txBody>
          <a:bodyPr vert="horz" lIns="0" tIns="45720" rIns="91440" bIns="45720" numCol="1"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spcAft>
                <a:spcPts val="800"/>
              </a:spcAft>
            </a:pPr>
            <a:r>
              <a:rPr sz="2000" b="1" dirty="0">
                <a:latin typeface="+mn-lt"/>
              </a:rPr>
              <a:t>Not a reinvention</a:t>
            </a:r>
            <a:r>
              <a:rPr lang="en-US" sz="2000" b="1" dirty="0">
                <a:latin typeface="+mn-lt"/>
              </a:rPr>
              <a:t>, but</a:t>
            </a:r>
            <a:r>
              <a:rPr sz="2000" b="1" dirty="0">
                <a:latin typeface="+mn-lt"/>
              </a:rPr>
              <a:t> an evolution of SQL Server</a:t>
            </a:r>
            <a:endParaRPr lang="en-US" sz="2000" b="1" dirty="0">
              <a:latin typeface="+mn-lt"/>
            </a:endParaRPr>
          </a:p>
          <a:p>
            <a:pPr>
              <a:spcAft>
                <a:spcPts val="800"/>
              </a:spcAft>
            </a:pPr>
            <a:endParaRPr sz="1800" b="1" dirty="0">
              <a:latin typeface="+mn-lt"/>
            </a:endParaRPr>
          </a:p>
          <a:p>
            <a:pPr>
              <a:spcAft>
                <a:spcPts val="800"/>
              </a:spcAft>
            </a:pPr>
            <a:r>
              <a:rPr sz="2000" b="0" dirty="0">
                <a:latin typeface="+mn-lt"/>
              </a:rPr>
              <a:t>Microsoft kept the proven single-node SQL Server execution engine and wrapped it in a new distributed layer.</a:t>
            </a:r>
          </a:p>
          <a:p>
            <a:pPr>
              <a:spcAft>
                <a:spcPts val="800"/>
              </a:spcAft>
            </a:pPr>
            <a:endParaRPr sz="2000" b="0" dirty="0">
              <a:latin typeface="+mn-lt"/>
            </a:endParaRPr>
          </a:p>
          <a:p>
            <a:pPr>
              <a:spcAft>
                <a:spcPts val="800"/>
              </a:spcAft>
            </a:pPr>
            <a:r>
              <a:rPr sz="2000" b="1" dirty="0">
                <a:latin typeface="+mn-lt"/>
              </a:rPr>
              <a:t>Five innovations that make it work:</a:t>
            </a:r>
          </a:p>
          <a:p>
            <a:pPr>
              <a:spcAft>
                <a:spcPts val="800"/>
              </a:spcAft>
            </a:pPr>
            <a:endParaRPr sz="1800" b="1" dirty="0">
              <a:latin typeface="+mn-lt"/>
            </a:endParaRPr>
          </a:p>
          <a:p>
            <a:pPr>
              <a:spcAft>
                <a:spcPts val="800"/>
              </a:spcAft>
            </a:pPr>
            <a:r>
              <a:rPr sz="2000" b="0" dirty="0">
                <a:latin typeface="+mn-lt"/>
              </a:rPr>
              <a:t>Cell Abstraction</a:t>
            </a:r>
            <a:r>
              <a:rPr lang="en-US" sz="2000" b="0" dirty="0">
                <a:latin typeface="+mn-lt"/>
              </a:rPr>
              <a:t>:</a:t>
            </a:r>
            <a:r>
              <a:rPr sz="2000" b="0" dirty="0">
                <a:latin typeface="+mn-lt"/>
              </a:rPr>
              <a:t> the fundamental unit of data distribution</a:t>
            </a:r>
          </a:p>
          <a:p>
            <a:pPr>
              <a:spcAft>
                <a:spcPts val="800"/>
              </a:spcAft>
            </a:pPr>
            <a:r>
              <a:rPr sz="2000" b="0" dirty="0">
                <a:latin typeface="+mn-lt"/>
              </a:rPr>
              <a:t>State Separation</a:t>
            </a:r>
            <a:r>
              <a:rPr lang="en-US" sz="2000" b="0" dirty="0">
                <a:latin typeface="+mn-lt"/>
              </a:rPr>
              <a:t>:</a:t>
            </a:r>
            <a:r>
              <a:rPr sz="2000" b="0" dirty="0">
                <a:latin typeface="+mn-lt"/>
              </a:rPr>
              <a:t> no component shares state with another</a:t>
            </a:r>
          </a:p>
          <a:p>
            <a:pPr>
              <a:spcAft>
                <a:spcPts val="800"/>
              </a:spcAft>
            </a:pPr>
            <a:r>
              <a:rPr sz="2000" b="0" dirty="0">
                <a:latin typeface="+mn-lt"/>
              </a:rPr>
              <a:t>Single-Phase Compilation</a:t>
            </a:r>
            <a:r>
              <a:rPr lang="en-US" sz="2000" b="0" dirty="0">
                <a:latin typeface="+mn-lt"/>
              </a:rPr>
              <a:t>:</a:t>
            </a:r>
            <a:r>
              <a:rPr sz="2000" b="0" dirty="0">
                <a:latin typeface="+mn-lt"/>
              </a:rPr>
              <a:t> one plan, compiled once, distributed as a DAG</a:t>
            </a:r>
          </a:p>
          <a:p>
            <a:pPr>
              <a:spcAft>
                <a:spcPts val="800"/>
              </a:spcAft>
            </a:pPr>
            <a:r>
              <a:rPr sz="2000" b="0" dirty="0">
                <a:latin typeface="+mn-lt"/>
              </a:rPr>
              <a:t>Immutable Parquet Files</a:t>
            </a:r>
            <a:r>
              <a:rPr lang="en-US" sz="2000" b="0" dirty="0">
                <a:latin typeface="+mn-lt"/>
              </a:rPr>
              <a:t>:</a:t>
            </a:r>
            <a:r>
              <a:rPr sz="2000" b="0" dirty="0">
                <a:latin typeface="+mn-lt"/>
              </a:rPr>
              <a:t> append-only writes, no in-place mutation</a:t>
            </a:r>
          </a:p>
          <a:p>
            <a:pPr>
              <a:spcAft>
                <a:spcPts val="800"/>
              </a:spcAft>
            </a:pPr>
            <a:r>
              <a:rPr sz="2000" b="0" dirty="0">
                <a:latin typeface="+mn-lt"/>
              </a:rPr>
              <a:t>Transactions as Queries</a:t>
            </a:r>
            <a:r>
              <a:rPr lang="en-US" sz="2000" b="0" dirty="0">
                <a:latin typeface="+mn-lt"/>
              </a:rPr>
              <a:t>:</a:t>
            </a:r>
            <a:r>
              <a:rPr sz="2000" b="0" dirty="0">
                <a:latin typeface="+mn-lt"/>
              </a:rPr>
              <a:t> DQP doesn't know the difference</a:t>
            </a:r>
          </a:p>
        </p:txBody>
      </p:sp>
    </p:spTree>
    <p:extLst>
      <p:ext uri="{BB962C8B-B14F-4D97-AF65-F5344CB8AC3E}">
        <p14:creationId xmlns:p14="http://schemas.microsoft.com/office/powerpoint/2010/main" val="4175172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25800-6966-E48D-5C81-E636501707E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E694F93-E662-8FE7-7CD4-DBA5084AC56D}"/>
              </a:ext>
            </a:extLst>
          </p:cNvPr>
          <p:cNvSpPr>
            <a:spLocks noGrp="1"/>
          </p:cNvSpPr>
          <p:nvPr>
            <p:ph type="title"/>
          </p:nvPr>
        </p:nvSpPr>
        <p:spPr>
          <a:xfrm>
            <a:off x="499824" y="2328736"/>
            <a:ext cx="11454616" cy="641060"/>
          </a:xfrm>
        </p:spPr>
        <p:txBody>
          <a:bodyPr>
            <a:normAutofit fontScale="90000"/>
          </a:bodyPr>
          <a:lstStyle/>
          <a:p>
            <a:pPr algn="ctr"/>
            <a:r>
              <a:rPr lang="en-US" dirty="0"/>
              <a:t>DEMO 1: Explore the Delta Log</a:t>
            </a:r>
          </a:p>
        </p:txBody>
      </p:sp>
      <p:sp>
        <p:nvSpPr>
          <p:cNvPr id="10" name="Title 3">
            <a:extLst>
              <a:ext uri="{FF2B5EF4-FFF2-40B4-BE49-F238E27FC236}">
                <a16:creationId xmlns:a16="http://schemas.microsoft.com/office/drawing/2014/main" id="{2C2B7492-068A-D7BF-3FCB-37C6E95D0466}"/>
              </a:ext>
            </a:extLst>
          </p:cNvPr>
          <p:cNvSpPr txBox="1">
            <a:spLocks/>
          </p:cNvSpPr>
          <p:nvPr/>
        </p:nvSpPr>
        <p:spPr>
          <a:xfrm>
            <a:off x="822960" y="1449977"/>
            <a:ext cx="8572500" cy="5319191"/>
          </a:xfrm>
          <a:prstGeom prst="rect">
            <a:avLst/>
          </a:prstGeom>
        </p:spPr>
        <p:txBody>
          <a:bodyPr vert="horz" lIns="0" tIns="45720" rIns="91440" bIns="45720" numCol="1"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marL="285750" indent="-285750">
              <a:buFont typeface="Arial" panose="020B0604020202020204" pitchFamily="34" charset="0"/>
              <a:buChar char="•"/>
            </a:pPr>
            <a:endParaRPr lang="en-US" sz="1800" dirty="0">
              <a:solidFill>
                <a:schemeClr val="accent1"/>
              </a:solidFill>
              <a:latin typeface="+mn-lt"/>
            </a:endParaRPr>
          </a:p>
        </p:txBody>
      </p:sp>
    </p:spTree>
    <p:extLst>
      <p:ext uri="{BB962C8B-B14F-4D97-AF65-F5344CB8AC3E}">
        <p14:creationId xmlns:p14="http://schemas.microsoft.com/office/powerpoint/2010/main" val="523845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C5655-3C09-D25B-CF07-5B07AC79977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C793182-B76C-0D5B-40C0-8CF78CCBAE78}"/>
              </a:ext>
            </a:extLst>
          </p:cNvPr>
          <p:cNvSpPr>
            <a:spLocks noGrp="1"/>
          </p:cNvSpPr>
          <p:nvPr>
            <p:ph type="title"/>
          </p:nvPr>
        </p:nvSpPr>
        <p:spPr>
          <a:xfrm>
            <a:off x="379244" y="293945"/>
            <a:ext cx="11454616" cy="641060"/>
          </a:xfrm>
        </p:spPr>
        <p:txBody>
          <a:bodyPr>
            <a:normAutofit fontScale="90000"/>
          </a:bodyPr>
          <a:lstStyle/>
          <a:p>
            <a:pPr algn="ctr"/>
            <a:r>
              <a:rPr lang="en-US" dirty="0"/>
              <a:t>Let’s Dig Deep into this Architecture</a:t>
            </a:r>
          </a:p>
        </p:txBody>
      </p:sp>
      <p:sp>
        <p:nvSpPr>
          <p:cNvPr id="10" name="Title 3">
            <a:extLst>
              <a:ext uri="{FF2B5EF4-FFF2-40B4-BE49-F238E27FC236}">
                <a16:creationId xmlns:a16="http://schemas.microsoft.com/office/drawing/2014/main" id="{5DA04293-9DFC-CF30-A61B-3B5E95DB3B1B}"/>
              </a:ext>
            </a:extLst>
          </p:cNvPr>
          <p:cNvSpPr txBox="1">
            <a:spLocks/>
          </p:cNvSpPr>
          <p:nvPr/>
        </p:nvSpPr>
        <p:spPr>
          <a:xfrm>
            <a:off x="822959" y="1449977"/>
            <a:ext cx="10873321" cy="5319191"/>
          </a:xfrm>
          <a:prstGeom prst="rect">
            <a:avLst/>
          </a:prstGeom>
        </p:spPr>
        <p:txBody>
          <a:bodyPr vert="horz" lIns="0" tIns="45720" rIns="91440" bIns="45720" numCol="1"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000" b="1" dirty="0">
                <a:latin typeface="+mn-lt"/>
              </a:rPr>
              <a:t>Five key components</a:t>
            </a:r>
          </a:p>
          <a:p>
            <a:pPr marL="742950" lvl="1" indent="-285750">
              <a:buFont typeface="Arial" panose="020B0604020202020204" pitchFamily="34" charset="0"/>
              <a:buChar char="•"/>
            </a:pPr>
            <a:r>
              <a:rPr lang="en-US" dirty="0">
                <a:latin typeface="+mn-lt"/>
              </a:rPr>
              <a:t>SQL Front-End </a:t>
            </a:r>
          </a:p>
          <a:p>
            <a:pPr marL="1200150" lvl="2" indent="-285750">
              <a:buFont typeface="Arial" panose="020B0604020202020204" pitchFamily="34" charset="0"/>
              <a:buChar char="•"/>
            </a:pPr>
            <a:r>
              <a:rPr lang="en-US" dirty="0"/>
              <a:t>Only piece that knows about transactions</a:t>
            </a:r>
          </a:p>
          <a:p>
            <a:pPr marL="1200150" lvl="2" indent="-285750">
              <a:buFont typeface="Arial" panose="020B0604020202020204" pitchFamily="34" charset="0"/>
              <a:buChar char="•"/>
            </a:pPr>
            <a:r>
              <a:rPr lang="en-US" dirty="0">
                <a:latin typeface="+mn-lt"/>
              </a:rPr>
              <a:t>Compilation</a:t>
            </a:r>
            <a:r>
              <a:rPr lang="en-US" dirty="0"/>
              <a:t>, authentication, metadata, transaction manager</a:t>
            </a:r>
            <a:endParaRPr lang="en-US" dirty="0">
              <a:latin typeface="+mn-lt"/>
            </a:endParaRPr>
          </a:p>
          <a:p>
            <a:pPr marL="742950" lvl="1" indent="-285750">
              <a:buFont typeface="Arial" panose="020B0604020202020204" pitchFamily="34" charset="0"/>
              <a:buChar char="•"/>
            </a:pPr>
            <a:r>
              <a:rPr lang="en-US" dirty="0"/>
              <a:t>Distributed Query Processor</a:t>
            </a:r>
          </a:p>
          <a:p>
            <a:pPr marL="1200150" lvl="2" indent="-285750">
              <a:buFont typeface="Arial" panose="020B0604020202020204" pitchFamily="34" charset="0"/>
              <a:buChar char="•"/>
            </a:pPr>
            <a:r>
              <a:rPr lang="en-US" dirty="0"/>
              <a:t>Distributed optimization, execution orchestrator, topology management, workload management</a:t>
            </a:r>
          </a:p>
          <a:p>
            <a:pPr marL="742950" lvl="1" indent="-285750">
              <a:buFont typeface="Arial" panose="020B0604020202020204" pitchFamily="34" charset="0"/>
              <a:buChar char="•"/>
            </a:pPr>
            <a:r>
              <a:rPr lang="en-US" dirty="0">
                <a:latin typeface="+mn-lt"/>
              </a:rPr>
              <a:t>Compute Servers (SQL Back-End + Execution Service)</a:t>
            </a:r>
          </a:p>
          <a:p>
            <a:pPr marL="1200150" lvl="2" indent="-285750">
              <a:buFont typeface="Arial" panose="020B0604020202020204" pitchFamily="34" charset="0"/>
              <a:buChar char="•"/>
            </a:pPr>
            <a:r>
              <a:rPr lang="en-US" dirty="0"/>
              <a:t>ES tracks tasks</a:t>
            </a:r>
          </a:p>
          <a:p>
            <a:pPr marL="1200150" lvl="2" indent="-285750">
              <a:buFont typeface="Arial" panose="020B0604020202020204" pitchFamily="34" charset="0"/>
              <a:buChar char="•"/>
            </a:pPr>
            <a:r>
              <a:rPr lang="en-US" dirty="0">
                <a:latin typeface="+mn-lt"/>
              </a:rPr>
              <a:t>SQL Server back-end does actual </a:t>
            </a:r>
            <a:r>
              <a:rPr lang="en-US" dirty="0"/>
              <a:t>query execution + local SSD cache </a:t>
            </a:r>
            <a:endParaRPr lang="en-US" dirty="0">
              <a:latin typeface="+mn-lt"/>
            </a:endParaRPr>
          </a:p>
          <a:p>
            <a:pPr marL="742950" lvl="1" indent="-285750">
              <a:buFont typeface="Arial" panose="020B0604020202020204" pitchFamily="34" charset="0"/>
              <a:buChar char="•"/>
            </a:pPr>
            <a:r>
              <a:rPr lang="en-US" dirty="0"/>
              <a:t>Centralized Services</a:t>
            </a:r>
          </a:p>
          <a:p>
            <a:pPr marL="1200150" lvl="2" indent="-285750">
              <a:buFont typeface="Arial" panose="020B0604020202020204" pitchFamily="34" charset="0"/>
              <a:buChar char="•"/>
            </a:pPr>
            <a:r>
              <a:rPr lang="en-US" dirty="0"/>
              <a:t>Metadata and transaction log state</a:t>
            </a:r>
          </a:p>
          <a:p>
            <a:pPr marL="1200150" lvl="2" indent="-285750">
              <a:buFont typeface="Arial" panose="020B0604020202020204" pitchFamily="34" charset="0"/>
              <a:buChar char="•"/>
            </a:pPr>
            <a:r>
              <a:rPr lang="en-US" dirty="0"/>
              <a:t>Enables logical </a:t>
            </a:r>
            <a:r>
              <a:rPr lang="en-US" dirty="0" err="1"/>
              <a:t>dbs</a:t>
            </a:r>
            <a:r>
              <a:rPr lang="en-US" dirty="0"/>
              <a:t> across multiple compute pools</a:t>
            </a:r>
          </a:p>
          <a:p>
            <a:pPr marL="742950" lvl="1" indent="-285750">
              <a:buFont typeface="Arial" panose="020B0604020202020204" pitchFamily="34" charset="0"/>
              <a:buChar char="•"/>
            </a:pPr>
            <a:r>
              <a:rPr lang="en-US" dirty="0">
                <a:latin typeface="+mn-lt"/>
              </a:rPr>
              <a:t>Data Cell Abstraction</a:t>
            </a:r>
          </a:p>
          <a:p>
            <a:pPr marL="1200150" lvl="2" indent="-285750">
              <a:buFont typeface="Arial" panose="020B0604020202020204" pitchFamily="34" charset="0"/>
              <a:buChar char="•"/>
            </a:pPr>
            <a:r>
              <a:rPr lang="en-US" dirty="0"/>
              <a:t>Fundamental unit. </a:t>
            </a:r>
          </a:p>
          <a:p>
            <a:pPr marL="1200150" lvl="2" indent="-285750">
              <a:buFont typeface="Arial" panose="020B0604020202020204" pitchFamily="34" charset="0"/>
              <a:buChar char="•"/>
            </a:pPr>
            <a:r>
              <a:rPr lang="en-US" dirty="0"/>
              <a:t>This is a slice of data defined by partition x distribution. </a:t>
            </a:r>
          </a:p>
          <a:p>
            <a:pPr marL="1200150" lvl="2" indent="-285750">
              <a:buFont typeface="Arial" panose="020B0604020202020204" pitchFamily="34" charset="0"/>
              <a:buChar char="•"/>
            </a:pPr>
            <a:r>
              <a:rPr lang="en-US" dirty="0"/>
              <a:t>Format agnostic</a:t>
            </a:r>
            <a:endParaRPr lang="en-US" dirty="0">
              <a:latin typeface="+mn-lt"/>
            </a:endParaRPr>
          </a:p>
        </p:txBody>
      </p:sp>
    </p:spTree>
    <p:extLst>
      <p:ext uri="{BB962C8B-B14F-4D97-AF65-F5344CB8AC3E}">
        <p14:creationId xmlns:p14="http://schemas.microsoft.com/office/powerpoint/2010/main" val="2968718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247120" y="6400800"/>
            <a:ext cx="640080" cy="274320"/>
          </a:xfrm>
          <a:prstGeom prst="rect">
            <a:avLst/>
          </a:prstGeom>
          <a:noFill/>
          <a:ln/>
        </p:spPr>
        <p:txBody>
          <a:bodyPr wrap="square" rtlCol="0"/>
          <a:lstStyle/>
          <a:p>
            <a:pPr marL="0" indent="0" algn="r">
              <a:buNone/>
            </a:pPr>
            <a:endParaRPr lang="en-US" sz="1000" dirty="0"/>
          </a:p>
        </p:txBody>
      </p:sp>
      <p:sp>
        <p:nvSpPr>
          <p:cNvPr id="3" name="Text 1"/>
          <p:cNvSpPr/>
          <p:nvPr/>
        </p:nvSpPr>
        <p:spPr>
          <a:xfrm>
            <a:off x="731520" y="365760"/>
            <a:ext cx="10698480" cy="640080"/>
          </a:xfrm>
          <a:prstGeom prst="rect">
            <a:avLst/>
          </a:prstGeom>
          <a:noFill/>
          <a:ln/>
        </p:spPr>
        <p:txBody>
          <a:bodyPr wrap="square" rtlCol="0" anchor="ctr"/>
          <a:lstStyle/>
          <a:p>
            <a:pPr marL="0" indent="0" algn="ctr">
              <a:buNone/>
            </a:pPr>
            <a:r>
              <a:rPr lang="en-US" sz="4000" dirty="0">
                <a:ea typeface="Cambria" pitchFamily="34" charset="-122"/>
                <a:cs typeface="Cambria" pitchFamily="34" charset="-120"/>
              </a:rPr>
              <a:t>The Cell Abstraction</a:t>
            </a:r>
            <a:endParaRPr lang="en-US" sz="4000" dirty="0"/>
          </a:p>
        </p:txBody>
      </p:sp>
      <p:sp>
        <p:nvSpPr>
          <p:cNvPr id="4" name="Text 2"/>
          <p:cNvSpPr/>
          <p:nvPr/>
        </p:nvSpPr>
        <p:spPr>
          <a:xfrm>
            <a:off x="731520" y="914400"/>
            <a:ext cx="10058400" cy="365760"/>
          </a:xfrm>
          <a:prstGeom prst="rect">
            <a:avLst/>
          </a:prstGeom>
          <a:noFill/>
          <a:ln/>
        </p:spPr>
        <p:txBody>
          <a:bodyPr wrap="square" rtlCol="0" anchor="ctr"/>
          <a:lstStyle/>
          <a:p>
            <a:pPr marL="0" indent="0" algn="ctr">
              <a:buNone/>
            </a:pPr>
            <a:r>
              <a:rPr lang="en-US" sz="1400" i="1" dirty="0">
                <a:solidFill>
                  <a:srgbClr val="36454F"/>
                </a:solidFill>
                <a:ea typeface="Calibri" pitchFamily="34" charset="-122"/>
                <a:cs typeface="Calibri" pitchFamily="34" charset="-120"/>
              </a:rPr>
              <a:t>The fundamental innovation that makes Polaris elastic and fault-tolerant</a:t>
            </a:r>
            <a:endParaRPr lang="en-US" sz="1400" dirty="0"/>
          </a:p>
        </p:txBody>
      </p:sp>
      <p:sp>
        <p:nvSpPr>
          <p:cNvPr id="5" name="Text 3"/>
          <p:cNvSpPr/>
          <p:nvPr/>
        </p:nvSpPr>
        <p:spPr>
          <a:xfrm>
            <a:off x="3200400" y="1371600"/>
            <a:ext cx="5486400" cy="320040"/>
          </a:xfrm>
          <a:prstGeom prst="rect">
            <a:avLst/>
          </a:prstGeom>
          <a:noFill/>
          <a:ln/>
        </p:spPr>
        <p:txBody>
          <a:bodyPr wrap="square" rtlCol="0" anchor="ctr"/>
          <a:lstStyle/>
          <a:p>
            <a:pPr marL="0" indent="0" algn="ctr">
              <a:buNone/>
            </a:pPr>
            <a:r>
              <a:rPr lang="en-US" sz="1600" b="1" dirty="0">
                <a:solidFill>
                  <a:srgbClr val="1C7293"/>
                </a:solidFill>
                <a:ea typeface="Calibri" pitchFamily="34" charset="-122"/>
                <a:cs typeface="Calibri" pitchFamily="34" charset="-120"/>
              </a:rPr>
              <a:t>Distributions (hash buckets)</a:t>
            </a:r>
            <a:endParaRPr lang="en-US" sz="1600" dirty="0"/>
          </a:p>
        </p:txBody>
      </p:sp>
      <p:sp>
        <p:nvSpPr>
          <p:cNvPr id="6" name="Text 4"/>
          <p:cNvSpPr/>
          <p:nvPr/>
        </p:nvSpPr>
        <p:spPr>
          <a:xfrm>
            <a:off x="731520" y="2560320"/>
            <a:ext cx="1371600" cy="1371600"/>
          </a:xfrm>
          <a:prstGeom prst="rect">
            <a:avLst/>
          </a:prstGeom>
          <a:noFill/>
          <a:ln/>
        </p:spPr>
        <p:txBody>
          <a:bodyPr wrap="square" rtlCol="0" anchor="ctr"/>
          <a:lstStyle/>
          <a:p>
            <a:pPr marL="0" indent="0" algn="ctr">
              <a:buNone/>
            </a:pPr>
            <a:r>
              <a:rPr lang="en-US" sz="1600" b="1" dirty="0">
                <a:solidFill>
                  <a:srgbClr val="1C7293"/>
                </a:solidFill>
                <a:ea typeface="Calibri" pitchFamily="34" charset="-122"/>
                <a:cs typeface="Calibri" pitchFamily="34" charset="-120"/>
              </a:rPr>
              <a:t>Partitions</a:t>
            </a:r>
            <a:endParaRPr lang="en-US" sz="1600" dirty="0"/>
          </a:p>
          <a:p>
            <a:pPr marL="0" indent="0" algn="ctr">
              <a:buNone/>
            </a:pPr>
            <a:r>
              <a:rPr lang="en-US" sz="1600" b="1" dirty="0">
                <a:solidFill>
                  <a:srgbClr val="1C7293"/>
                </a:solidFill>
                <a:ea typeface="Calibri" pitchFamily="34" charset="-122"/>
                <a:cs typeface="Calibri" pitchFamily="34" charset="-120"/>
              </a:rPr>
              <a:t>(ordering)</a:t>
            </a:r>
            <a:endParaRPr lang="en-US" sz="1600" dirty="0"/>
          </a:p>
        </p:txBody>
      </p:sp>
      <p:sp>
        <p:nvSpPr>
          <p:cNvPr id="7" name="Shape 5"/>
          <p:cNvSpPr/>
          <p:nvPr/>
        </p:nvSpPr>
        <p:spPr>
          <a:xfrm>
            <a:off x="2560320" y="1828800"/>
            <a:ext cx="1371600" cy="822960"/>
          </a:xfrm>
          <a:prstGeom prst="roundRect">
            <a:avLst>
              <a:gd name="adj" fmla="val 6667"/>
            </a:avLst>
          </a:prstGeom>
          <a:solidFill>
            <a:srgbClr val="065A82"/>
          </a:solidFill>
          <a:ln/>
        </p:spPr>
        <p:txBody>
          <a:bodyPr/>
          <a:lstStyle/>
          <a:p>
            <a:endParaRPr lang="en-US"/>
          </a:p>
        </p:txBody>
      </p:sp>
      <p:sp>
        <p:nvSpPr>
          <p:cNvPr id="8" name="Text 6"/>
          <p:cNvSpPr/>
          <p:nvPr/>
        </p:nvSpPr>
        <p:spPr>
          <a:xfrm>
            <a:off x="2560320" y="1828800"/>
            <a:ext cx="1371600" cy="822960"/>
          </a:xfrm>
          <a:prstGeom prst="rect">
            <a:avLst/>
          </a:prstGeom>
          <a:noFill/>
          <a:ln/>
        </p:spPr>
        <p:txBody>
          <a:bodyPr wrap="square" rtlCol="0" anchor="ctr"/>
          <a:lstStyle/>
          <a:p>
            <a:pPr marL="0" indent="0" algn="ctr">
              <a:buNone/>
            </a:pPr>
            <a:r>
              <a:rPr lang="en-US" sz="1200" dirty="0">
                <a:solidFill>
                  <a:srgbClr val="FFFFFF"/>
                </a:solidFill>
                <a:ea typeface="Calibri" pitchFamily="34" charset="-122"/>
                <a:cs typeface="Calibri" pitchFamily="34" charset="-120"/>
              </a:rPr>
              <a:t>C1,1</a:t>
            </a:r>
            <a:endParaRPr lang="en-US" sz="1200" dirty="0"/>
          </a:p>
        </p:txBody>
      </p:sp>
      <p:sp>
        <p:nvSpPr>
          <p:cNvPr id="9" name="Shape 7"/>
          <p:cNvSpPr/>
          <p:nvPr/>
        </p:nvSpPr>
        <p:spPr>
          <a:xfrm>
            <a:off x="4023360" y="1828800"/>
            <a:ext cx="1371600" cy="822960"/>
          </a:xfrm>
          <a:prstGeom prst="roundRect">
            <a:avLst>
              <a:gd name="adj" fmla="val 6667"/>
            </a:avLst>
          </a:prstGeom>
          <a:solidFill>
            <a:srgbClr val="1C7293"/>
          </a:solidFill>
          <a:ln/>
        </p:spPr>
        <p:txBody>
          <a:bodyPr/>
          <a:lstStyle/>
          <a:p>
            <a:endParaRPr lang="en-US"/>
          </a:p>
        </p:txBody>
      </p:sp>
      <p:sp>
        <p:nvSpPr>
          <p:cNvPr id="10" name="Text 8"/>
          <p:cNvSpPr/>
          <p:nvPr/>
        </p:nvSpPr>
        <p:spPr>
          <a:xfrm>
            <a:off x="4023360" y="1828800"/>
            <a:ext cx="1371600" cy="822960"/>
          </a:xfrm>
          <a:prstGeom prst="rect">
            <a:avLst/>
          </a:prstGeom>
          <a:noFill/>
          <a:ln/>
        </p:spPr>
        <p:txBody>
          <a:bodyPr wrap="square" rtlCol="0" anchor="ctr"/>
          <a:lstStyle/>
          <a:p>
            <a:pPr marL="0" indent="0" algn="ctr">
              <a:buNone/>
            </a:pPr>
            <a:r>
              <a:rPr lang="en-US" sz="1200" dirty="0">
                <a:solidFill>
                  <a:srgbClr val="FFFFFF"/>
                </a:solidFill>
                <a:ea typeface="Calibri" pitchFamily="34" charset="-122"/>
                <a:cs typeface="Calibri" pitchFamily="34" charset="-120"/>
              </a:rPr>
              <a:t>C1,2</a:t>
            </a:r>
            <a:endParaRPr lang="en-US" sz="1200" dirty="0"/>
          </a:p>
        </p:txBody>
      </p:sp>
      <p:sp>
        <p:nvSpPr>
          <p:cNvPr id="11" name="Shape 9"/>
          <p:cNvSpPr/>
          <p:nvPr/>
        </p:nvSpPr>
        <p:spPr>
          <a:xfrm>
            <a:off x="5486400" y="1828800"/>
            <a:ext cx="1371600" cy="822960"/>
          </a:xfrm>
          <a:prstGeom prst="roundRect">
            <a:avLst>
              <a:gd name="adj" fmla="val 6667"/>
            </a:avLst>
          </a:prstGeom>
          <a:solidFill>
            <a:srgbClr val="4DA8C4"/>
          </a:solidFill>
          <a:ln/>
        </p:spPr>
        <p:txBody>
          <a:bodyPr/>
          <a:lstStyle/>
          <a:p>
            <a:endParaRPr lang="en-US"/>
          </a:p>
        </p:txBody>
      </p:sp>
      <p:sp>
        <p:nvSpPr>
          <p:cNvPr id="12" name="Text 10"/>
          <p:cNvSpPr/>
          <p:nvPr/>
        </p:nvSpPr>
        <p:spPr>
          <a:xfrm>
            <a:off x="5486400" y="1828800"/>
            <a:ext cx="1371600" cy="822960"/>
          </a:xfrm>
          <a:prstGeom prst="rect">
            <a:avLst/>
          </a:prstGeom>
          <a:noFill/>
          <a:ln/>
        </p:spPr>
        <p:txBody>
          <a:bodyPr wrap="square" rtlCol="0" anchor="ctr"/>
          <a:lstStyle/>
          <a:p>
            <a:pPr marL="0" indent="0" algn="ctr">
              <a:buNone/>
            </a:pPr>
            <a:r>
              <a:rPr lang="en-US" sz="1200" dirty="0">
                <a:solidFill>
                  <a:srgbClr val="FFFFFF"/>
                </a:solidFill>
                <a:ea typeface="Calibri" pitchFamily="34" charset="-122"/>
                <a:cs typeface="Calibri" pitchFamily="34" charset="-120"/>
              </a:rPr>
              <a:t>C1,3</a:t>
            </a:r>
            <a:endParaRPr lang="en-US" sz="1200" dirty="0"/>
          </a:p>
        </p:txBody>
      </p:sp>
      <p:sp>
        <p:nvSpPr>
          <p:cNvPr id="13" name="Shape 11"/>
          <p:cNvSpPr/>
          <p:nvPr/>
        </p:nvSpPr>
        <p:spPr>
          <a:xfrm>
            <a:off x="6949440" y="1828800"/>
            <a:ext cx="1371600" cy="822960"/>
          </a:xfrm>
          <a:prstGeom prst="roundRect">
            <a:avLst>
              <a:gd name="adj" fmla="val 6667"/>
            </a:avLst>
          </a:prstGeom>
          <a:solidFill>
            <a:srgbClr val="065A82"/>
          </a:solidFill>
          <a:ln/>
        </p:spPr>
        <p:txBody>
          <a:bodyPr/>
          <a:lstStyle/>
          <a:p>
            <a:endParaRPr lang="en-US"/>
          </a:p>
        </p:txBody>
      </p:sp>
      <p:sp>
        <p:nvSpPr>
          <p:cNvPr id="14" name="Text 12"/>
          <p:cNvSpPr/>
          <p:nvPr/>
        </p:nvSpPr>
        <p:spPr>
          <a:xfrm>
            <a:off x="6949440" y="1828800"/>
            <a:ext cx="1371600" cy="822960"/>
          </a:xfrm>
          <a:prstGeom prst="rect">
            <a:avLst/>
          </a:prstGeom>
          <a:noFill/>
          <a:ln/>
        </p:spPr>
        <p:txBody>
          <a:bodyPr wrap="square" rtlCol="0" anchor="ctr"/>
          <a:lstStyle/>
          <a:p>
            <a:pPr marL="0" indent="0" algn="ctr">
              <a:buNone/>
            </a:pPr>
            <a:r>
              <a:rPr lang="en-US" sz="1200" dirty="0">
                <a:solidFill>
                  <a:srgbClr val="FFFFFF"/>
                </a:solidFill>
                <a:ea typeface="Calibri" pitchFamily="34" charset="-122"/>
                <a:cs typeface="Calibri" pitchFamily="34" charset="-120"/>
              </a:rPr>
              <a:t>C1,4</a:t>
            </a:r>
            <a:endParaRPr lang="en-US" sz="1200" dirty="0"/>
          </a:p>
        </p:txBody>
      </p:sp>
      <p:sp>
        <p:nvSpPr>
          <p:cNvPr id="15" name="Shape 13"/>
          <p:cNvSpPr/>
          <p:nvPr/>
        </p:nvSpPr>
        <p:spPr>
          <a:xfrm>
            <a:off x="2560320" y="2743200"/>
            <a:ext cx="1371600" cy="822960"/>
          </a:xfrm>
          <a:prstGeom prst="roundRect">
            <a:avLst>
              <a:gd name="adj" fmla="val 6667"/>
            </a:avLst>
          </a:prstGeom>
          <a:solidFill>
            <a:srgbClr val="1C7293"/>
          </a:solidFill>
          <a:ln/>
        </p:spPr>
        <p:txBody>
          <a:bodyPr/>
          <a:lstStyle/>
          <a:p>
            <a:endParaRPr lang="en-US"/>
          </a:p>
        </p:txBody>
      </p:sp>
      <p:sp>
        <p:nvSpPr>
          <p:cNvPr id="16" name="Text 14"/>
          <p:cNvSpPr/>
          <p:nvPr/>
        </p:nvSpPr>
        <p:spPr>
          <a:xfrm>
            <a:off x="2560320" y="2743200"/>
            <a:ext cx="1371600" cy="822960"/>
          </a:xfrm>
          <a:prstGeom prst="rect">
            <a:avLst/>
          </a:prstGeom>
          <a:noFill/>
          <a:ln/>
        </p:spPr>
        <p:txBody>
          <a:bodyPr wrap="square" rtlCol="0" anchor="ctr"/>
          <a:lstStyle/>
          <a:p>
            <a:pPr marL="0" indent="0" algn="ctr">
              <a:buNone/>
            </a:pPr>
            <a:r>
              <a:rPr lang="en-US" sz="1200" dirty="0">
                <a:solidFill>
                  <a:srgbClr val="FFFFFF"/>
                </a:solidFill>
                <a:ea typeface="Calibri" pitchFamily="34" charset="-122"/>
                <a:cs typeface="Calibri" pitchFamily="34" charset="-120"/>
              </a:rPr>
              <a:t>C2,1</a:t>
            </a:r>
            <a:endParaRPr lang="en-US" sz="1200" dirty="0"/>
          </a:p>
        </p:txBody>
      </p:sp>
      <p:sp>
        <p:nvSpPr>
          <p:cNvPr id="17" name="Shape 15"/>
          <p:cNvSpPr/>
          <p:nvPr/>
        </p:nvSpPr>
        <p:spPr>
          <a:xfrm>
            <a:off x="4023360" y="2743200"/>
            <a:ext cx="1371600" cy="822960"/>
          </a:xfrm>
          <a:prstGeom prst="roundRect">
            <a:avLst>
              <a:gd name="adj" fmla="val 6667"/>
            </a:avLst>
          </a:prstGeom>
          <a:solidFill>
            <a:srgbClr val="4DA8C4"/>
          </a:solidFill>
          <a:ln/>
        </p:spPr>
        <p:txBody>
          <a:bodyPr/>
          <a:lstStyle/>
          <a:p>
            <a:endParaRPr lang="en-US"/>
          </a:p>
        </p:txBody>
      </p:sp>
      <p:sp>
        <p:nvSpPr>
          <p:cNvPr id="18" name="Text 16"/>
          <p:cNvSpPr/>
          <p:nvPr/>
        </p:nvSpPr>
        <p:spPr>
          <a:xfrm>
            <a:off x="4023360" y="2743200"/>
            <a:ext cx="1371600" cy="822960"/>
          </a:xfrm>
          <a:prstGeom prst="rect">
            <a:avLst/>
          </a:prstGeom>
          <a:noFill/>
          <a:ln/>
        </p:spPr>
        <p:txBody>
          <a:bodyPr wrap="square" rtlCol="0" anchor="ctr"/>
          <a:lstStyle/>
          <a:p>
            <a:pPr marL="0" indent="0" algn="ctr">
              <a:buNone/>
            </a:pPr>
            <a:r>
              <a:rPr lang="en-US" sz="1200" dirty="0">
                <a:solidFill>
                  <a:srgbClr val="FFFFFF"/>
                </a:solidFill>
                <a:ea typeface="Calibri" pitchFamily="34" charset="-122"/>
                <a:cs typeface="Calibri" pitchFamily="34" charset="-120"/>
              </a:rPr>
              <a:t>C2,2</a:t>
            </a:r>
            <a:endParaRPr lang="en-US" sz="1200" dirty="0"/>
          </a:p>
        </p:txBody>
      </p:sp>
      <p:sp>
        <p:nvSpPr>
          <p:cNvPr id="19" name="Shape 17"/>
          <p:cNvSpPr/>
          <p:nvPr/>
        </p:nvSpPr>
        <p:spPr>
          <a:xfrm>
            <a:off x="5486400" y="2743200"/>
            <a:ext cx="1371600" cy="822960"/>
          </a:xfrm>
          <a:prstGeom prst="roundRect">
            <a:avLst>
              <a:gd name="adj" fmla="val 6667"/>
            </a:avLst>
          </a:prstGeom>
          <a:solidFill>
            <a:srgbClr val="065A82"/>
          </a:solidFill>
          <a:ln/>
        </p:spPr>
        <p:txBody>
          <a:bodyPr/>
          <a:lstStyle/>
          <a:p>
            <a:endParaRPr lang="en-US"/>
          </a:p>
        </p:txBody>
      </p:sp>
      <p:sp>
        <p:nvSpPr>
          <p:cNvPr id="20" name="Text 18"/>
          <p:cNvSpPr/>
          <p:nvPr/>
        </p:nvSpPr>
        <p:spPr>
          <a:xfrm>
            <a:off x="5486400" y="2743200"/>
            <a:ext cx="1371600" cy="822960"/>
          </a:xfrm>
          <a:prstGeom prst="rect">
            <a:avLst/>
          </a:prstGeom>
          <a:noFill/>
          <a:ln/>
        </p:spPr>
        <p:txBody>
          <a:bodyPr wrap="square" rtlCol="0" anchor="ctr"/>
          <a:lstStyle/>
          <a:p>
            <a:pPr marL="0" indent="0" algn="ctr">
              <a:buNone/>
            </a:pPr>
            <a:r>
              <a:rPr lang="en-US" sz="1200" dirty="0">
                <a:solidFill>
                  <a:srgbClr val="FFFFFF"/>
                </a:solidFill>
                <a:ea typeface="Calibri" pitchFamily="34" charset="-122"/>
                <a:cs typeface="Calibri" pitchFamily="34" charset="-120"/>
              </a:rPr>
              <a:t>C2,3</a:t>
            </a:r>
            <a:endParaRPr lang="en-US" sz="1200" dirty="0"/>
          </a:p>
        </p:txBody>
      </p:sp>
      <p:sp>
        <p:nvSpPr>
          <p:cNvPr id="21" name="Shape 19"/>
          <p:cNvSpPr/>
          <p:nvPr/>
        </p:nvSpPr>
        <p:spPr>
          <a:xfrm>
            <a:off x="6949440" y="2743200"/>
            <a:ext cx="1371600" cy="822960"/>
          </a:xfrm>
          <a:prstGeom prst="roundRect">
            <a:avLst>
              <a:gd name="adj" fmla="val 6667"/>
            </a:avLst>
          </a:prstGeom>
          <a:solidFill>
            <a:srgbClr val="1C7293"/>
          </a:solidFill>
          <a:ln/>
        </p:spPr>
        <p:txBody>
          <a:bodyPr/>
          <a:lstStyle/>
          <a:p>
            <a:endParaRPr lang="en-US"/>
          </a:p>
        </p:txBody>
      </p:sp>
      <p:sp>
        <p:nvSpPr>
          <p:cNvPr id="22" name="Text 20"/>
          <p:cNvSpPr/>
          <p:nvPr/>
        </p:nvSpPr>
        <p:spPr>
          <a:xfrm>
            <a:off x="6949440" y="2743200"/>
            <a:ext cx="1371600" cy="822960"/>
          </a:xfrm>
          <a:prstGeom prst="rect">
            <a:avLst/>
          </a:prstGeom>
          <a:noFill/>
          <a:ln/>
        </p:spPr>
        <p:txBody>
          <a:bodyPr wrap="square" rtlCol="0" anchor="ctr"/>
          <a:lstStyle/>
          <a:p>
            <a:pPr marL="0" indent="0" algn="ctr">
              <a:buNone/>
            </a:pPr>
            <a:r>
              <a:rPr lang="en-US" sz="1200" dirty="0">
                <a:solidFill>
                  <a:srgbClr val="FFFFFF"/>
                </a:solidFill>
                <a:ea typeface="Calibri" pitchFamily="34" charset="-122"/>
                <a:cs typeface="Calibri" pitchFamily="34" charset="-120"/>
              </a:rPr>
              <a:t>C2,4</a:t>
            </a:r>
            <a:endParaRPr lang="en-US" sz="1200" dirty="0"/>
          </a:p>
        </p:txBody>
      </p:sp>
      <p:sp>
        <p:nvSpPr>
          <p:cNvPr id="23" name="Shape 21"/>
          <p:cNvSpPr/>
          <p:nvPr/>
        </p:nvSpPr>
        <p:spPr>
          <a:xfrm>
            <a:off x="2560320" y="3657600"/>
            <a:ext cx="1371600" cy="822960"/>
          </a:xfrm>
          <a:prstGeom prst="roundRect">
            <a:avLst>
              <a:gd name="adj" fmla="val 6667"/>
            </a:avLst>
          </a:prstGeom>
          <a:solidFill>
            <a:srgbClr val="4DA8C4"/>
          </a:solidFill>
          <a:ln/>
        </p:spPr>
        <p:txBody>
          <a:bodyPr/>
          <a:lstStyle/>
          <a:p>
            <a:endParaRPr lang="en-US"/>
          </a:p>
        </p:txBody>
      </p:sp>
      <p:sp>
        <p:nvSpPr>
          <p:cNvPr id="24" name="Text 22"/>
          <p:cNvSpPr/>
          <p:nvPr/>
        </p:nvSpPr>
        <p:spPr>
          <a:xfrm>
            <a:off x="2560320" y="3657600"/>
            <a:ext cx="1371600" cy="822960"/>
          </a:xfrm>
          <a:prstGeom prst="rect">
            <a:avLst/>
          </a:prstGeom>
          <a:noFill/>
          <a:ln/>
        </p:spPr>
        <p:txBody>
          <a:bodyPr wrap="square" rtlCol="0" anchor="ctr"/>
          <a:lstStyle/>
          <a:p>
            <a:pPr marL="0" indent="0" algn="ctr">
              <a:buNone/>
            </a:pPr>
            <a:r>
              <a:rPr lang="en-US" sz="1200" dirty="0">
                <a:solidFill>
                  <a:srgbClr val="FFFFFF"/>
                </a:solidFill>
                <a:ea typeface="Calibri" pitchFamily="34" charset="-122"/>
                <a:cs typeface="Calibri" pitchFamily="34" charset="-120"/>
              </a:rPr>
              <a:t>C3,1</a:t>
            </a:r>
            <a:endParaRPr lang="en-US" sz="1200" dirty="0"/>
          </a:p>
        </p:txBody>
      </p:sp>
      <p:sp>
        <p:nvSpPr>
          <p:cNvPr id="25" name="Shape 23"/>
          <p:cNvSpPr/>
          <p:nvPr/>
        </p:nvSpPr>
        <p:spPr>
          <a:xfrm>
            <a:off x="4023360" y="3657600"/>
            <a:ext cx="1371600" cy="822960"/>
          </a:xfrm>
          <a:prstGeom prst="roundRect">
            <a:avLst>
              <a:gd name="adj" fmla="val 6667"/>
            </a:avLst>
          </a:prstGeom>
          <a:solidFill>
            <a:srgbClr val="065A82"/>
          </a:solidFill>
          <a:ln/>
        </p:spPr>
        <p:txBody>
          <a:bodyPr/>
          <a:lstStyle/>
          <a:p>
            <a:endParaRPr lang="en-US"/>
          </a:p>
        </p:txBody>
      </p:sp>
      <p:sp>
        <p:nvSpPr>
          <p:cNvPr id="26" name="Text 24"/>
          <p:cNvSpPr/>
          <p:nvPr/>
        </p:nvSpPr>
        <p:spPr>
          <a:xfrm>
            <a:off x="4023360" y="3657600"/>
            <a:ext cx="1371600" cy="822960"/>
          </a:xfrm>
          <a:prstGeom prst="rect">
            <a:avLst/>
          </a:prstGeom>
          <a:noFill/>
          <a:ln/>
        </p:spPr>
        <p:txBody>
          <a:bodyPr wrap="square" rtlCol="0" anchor="ctr"/>
          <a:lstStyle/>
          <a:p>
            <a:pPr marL="0" indent="0" algn="ctr">
              <a:buNone/>
            </a:pPr>
            <a:r>
              <a:rPr lang="en-US" sz="1200" dirty="0">
                <a:solidFill>
                  <a:srgbClr val="FFFFFF"/>
                </a:solidFill>
                <a:ea typeface="Calibri" pitchFamily="34" charset="-122"/>
                <a:cs typeface="Calibri" pitchFamily="34" charset="-120"/>
              </a:rPr>
              <a:t>C3,2</a:t>
            </a:r>
            <a:endParaRPr lang="en-US" sz="1200" dirty="0"/>
          </a:p>
        </p:txBody>
      </p:sp>
      <p:sp>
        <p:nvSpPr>
          <p:cNvPr id="27" name="Shape 25"/>
          <p:cNvSpPr/>
          <p:nvPr/>
        </p:nvSpPr>
        <p:spPr>
          <a:xfrm>
            <a:off x="5486400" y="3657600"/>
            <a:ext cx="1371600" cy="822960"/>
          </a:xfrm>
          <a:prstGeom prst="roundRect">
            <a:avLst>
              <a:gd name="adj" fmla="val 6667"/>
            </a:avLst>
          </a:prstGeom>
          <a:solidFill>
            <a:srgbClr val="1C7293"/>
          </a:solidFill>
          <a:ln/>
        </p:spPr>
        <p:txBody>
          <a:bodyPr/>
          <a:lstStyle/>
          <a:p>
            <a:endParaRPr lang="en-US"/>
          </a:p>
        </p:txBody>
      </p:sp>
      <p:sp>
        <p:nvSpPr>
          <p:cNvPr id="28" name="Text 26"/>
          <p:cNvSpPr/>
          <p:nvPr/>
        </p:nvSpPr>
        <p:spPr>
          <a:xfrm>
            <a:off x="5486400" y="3657600"/>
            <a:ext cx="1371600" cy="822960"/>
          </a:xfrm>
          <a:prstGeom prst="rect">
            <a:avLst/>
          </a:prstGeom>
          <a:noFill/>
          <a:ln/>
        </p:spPr>
        <p:txBody>
          <a:bodyPr wrap="square" rtlCol="0" anchor="ctr"/>
          <a:lstStyle/>
          <a:p>
            <a:pPr marL="0" indent="0" algn="ctr">
              <a:buNone/>
            </a:pPr>
            <a:r>
              <a:rPr lang="en-US" sz="1200" dirty="0">
                <a:solidFill>
                  <a:srgbClr val="FFFFFF"/>
                </a:solidFill>
                <a:ea typeface="Calibri" pitchFamily="34" charset="-122"/>
                <a:cs typeface="Calibri" pitchFamily="34" charset="-120"/>
              </a:rPr>
              <a:t>C3,3</a:t>
            </a:r>
            <a:endParaRPr lang="en-US" sz="1200" dirty="0"/>
          </a:p>
        </p:txBody>
      </p:sp>
      <p:sp>
        <p:nvSpPr>
          <p:cNvPr id="29" name="Shape 27"/>
          <p:cNvSpPr/>
          <p:nvPr/>
        </p:nvSpPr>
        <p:spPr>
          <a:xfrm>
            <a:off x="6949440" y="3657600"/>
            <a:ext cx="1371600" cy="822960"/>
          </a:xfrm>
          <a:prstGeom prst="roundRect">
            <a:avLst>
              <a:gd name="adj" fmla="val 6667"/>
            </a:avLst>
          </a:prstGeom>
          <a:solidFill>
            <a:srgbClr val="4DA8C4"/>
          </a:solidFill>
          <a:ln/>
        </p:spPr>
        <p:txBody>
          <a:bodyPr/>
          <a:lstStyle/>
          <a:p>
            <a:endParaRPr lang="en-US"/>
          </a:p>
        </p:txBody>
      </p:sp>
      <p:sp>
        <p:nvSpPr>
          <p:cNvPr id="30" name="Text 28"/>
          <p:cNvSpPr/>
          <p:nvPr/>
        </p:nvSpPr>
        <p:spPr>
          <a:xfrm>
            <a:off x="6949440" y="3657600"/>
            <a:ext cx="1371600" cy="822960"/>
          </a:xfrm>
          <a:prstGeom prst="rect">
            <a:avLst/>
          </a:prstGeom>
          <a:noFill/>
          <a:ln/>
        </p:spPr>
        <p:txBody>
          <a:bodyPr wrap="square" rtlCol="0" anchor="ctr"/>
          <a:lstStyle/>
          <a:p>
            <a:pPr marL="0" indent="0" algn="ctr">
              <a:buNone/>
            </a:pPr>
            <a:r>
              <a:rPr lang="en-US" sz="1200" dirty="0">
                <a:solidFill>
                  <a:srgbClr val="FFFFFF"/>
                </a:solidFill>
                <a:ea typeface="Calibri" pitchFamily="34" charset="-122"/>
                <a:cs typeface="Calibri" pitchFamily="34" charset="-120"/>
              </a:rPr>
              <a:t>C3,4</a:t>
            </a:r>
            <a:endParaRPr lang="en-US" sz="1200" dirty="0"/>
          </a:p>
        </p:txBody>
      </p:sp>
      <p:sp>
        <p:nvSpPr>
          <p:cNvPr id="31" name="Shape 29"/>
          <p:cNvSpPr/>
          <p:nvPr/>
        </p:nvSpPr>
        <p:spPr>
          <a:xfrm>
            <a:off x="2560320" y="4572000"/>
            <a:ext cx="1371600" cy="822960"/>
          </a:xfrm>
          <a:prstGeom prst="roundRect">
            <a:avLst>
              <a:gd name="adj" fmla="val 6667"/>
            </a:avLst>
          </a:prstGeom>
          <a:solidFill>
            <a:srgbClr val="065A82"/>
          </a:solidFill>
          <a:ln/>
        </p:spPr>
        <p:txBody>
          <a:bodyPr/>
          <a:lstStyle/>
          <a:p>
            <a:endParaRPr lang="en-US"/>
          </a:p>
        </p:txBody>
      </p:sp>
      <p:sp>
        <p:nvSpPr>
          <p:cNvPr id="32" name="Text 30"/>
          <p:cNvSpPr/>
          <p:nvPr/>
        </p:nvSpPr>
        <p:spPr>
          <a:xfrm>
            <a:off x="2560320" y="4572000"/>
            <a:ext cx="1371600" cy="822960"/>
          </a:xfrm>
          <a:prstGeom prst="rect">
            <a:avLst/>
          </a:prstGeom>
          <a:noFill/>
          <a:ln/>
        </p:spPr>
        <p:txBody>
          <a:bodyPr wrap="square" rtlCol="0" anchor="ctr"/>
          <a:lstStyle/>
          <a:p>
            <a:pPr marL="0" indent="0" algn="ctr">
              <a:buNone/>
            </a:pPr>
            <a:r>
              <a:rPr lang="en-US" sz="1200" dirty="0">
                <a:solidFill>
                  <a:srgbClr val="FFFFFF"/>
                </a:solidFill>
                <a:ea typeface="Calibri" pitchFamily="34" charset="-122"/>
                <a:cs typeface="Calibri" pitchFamily="34" charset="-120"/>
              </a:rPr>
              <a:t>C4,1</a:t>
            </a:r>
            <a:endParaRPr lang="en-US" sz="1200" dirty="0"/>
          </a:p>
        </p:txBody>
      </p:sp>
      <p:sp>
        <p:nvSpPr>
          <p:cNvPr id="33" name="Shape 31"/>
          <p:cNvSpPr/>
          <p:nvPr/>
        </p:nvSpPr>
        <p:spPr>
          <a:xfrm>
            <a:off x="4023360" y="4572000"/>
            <a:ext cx="1371600" cy="822960"/>
          </a:xfrm>
          <a:prstGeom prst="roundRect">
            <a:avLst>
              <a:gd name="adj" fmla="val 6667"/>
            </a:avLst>
          </a:prstGeom>
          <a:solidFill>
            <a:srgbClr val="1C7293"/>
          </a:solidFill>
          <a:ln/>
        </p:spPr>
        <p:txBody>
          <a:bodyPr/>
          <a:lstStyle/>
          <a:p>
            <a:endParaRPr lang="en-US"/>
          </a:p>
        </p:txBody>
      </p:sp>
      <p:sp>
        <p:nvSpPr>
          <p:cNvPr id="34" name="Text 32"/>
          <p:cNvSpPr/>
          <p:nvPr/>
        </p:nvSpPr>
        <p:spPr>
          <a:xfrm>
            <a:off x="4023360" y="4572000"/>
            <a:ext cx="1371600" cy="822960"/>
          </a:xfrm>
          <a:prstGeom prst="rect">
            <a:avLst/>
          </a:prstGeom>
          <a:noFill/>
          <a:ln/>
        </p:spPr>
        <p:txBody>
          <a:bodyPr wrap="square" rtlCol="0" anchor="ctr"/>
          <a:lstStyle/>
          <a:p>
            <a:pPr marL="0" indent="0" algn="ctr">
              <a:buNone/>
            </a:pPr>
            <a:r>
              <a:rPr lang="en-US" sz="1200" dirty="0">
                <a:solidFill>
                  <a:srgbClr val="FFFFFF"/>
                </a:solidFill>
                <a:ea typeface="Calibri" pitchFamily="34" charset="-122"/>
                <a:cs typeface="Calibri" pitchFamily="34" charset="-120"/>
              </a:rPr>
              <a:t>C4,2</a:t>
            </a:r>
            <a:endParaRPr lang="en-US" sz="1200" dirty="0"/>
          </a:p>
        </p:txBody>
      </p:sp>
      <p:sp>
        <p:nvSpPr>
          <p:cNvPr id="35" name="Shape 33"/>
          <p:cNvSpPr/>
          <p:nvPr/>
        </p:nvSpPr>
        <p:spPr>
          <a:xfrm>
            <a:off x="5486400" y="4572000"/>
            <a:ext cx="1371600" cy="822960"/>
          </a:xfrm>
          <a:prstGeom prst="roundRect">
            <a:avLst>
              <a:gd name="adj" fmla="val 6667"/>
            </a:avLst>
          </a:prstGeom>
          <a:solidFill>
            <a:srgbClr val="4DA8C4"/>
          </a:solidFill>
          <a:ln/>
        </p:spPr>
        <p:txBody>
          <a:bodyPr/>
          <a:lstStyle/>
          <a:p>
            <a:endParaRPr lang="en-US"/>
          </a:p>
        </p:txBody>
      </p:sp>
      <p:sp>
        <p:nvSpPr>
          <p:cNvPr id="36" name="Text 34"/>
          <p:cNvSpPr/>
          <p:nvPr/>
        </p:nvSpPr>
        <p:spPr>
          <a:xfrm>
            <a:off x="5486400" y="4572000"/>
            <a:ext cx="1371600" cy="822960"/>
          </a:xfrm>
          <a:prstGeom prst="rect">
            <a:avLst/>
          </a:prstGeom>
          <a:noFill/>
          <a:ln/>
        </p:spPr>
        <p:txBody>
          <a:bodyPr wrap="square" rtlCol="0" anchor="ctr"/>
          <a:lstStyle/>
          <a:p>
            <a:pPr marL="0" indent="0" algn="ctr">
              <a:buNone/>
            </a:pPr>
            <a:r>
              <a:rPr lang="en-US" sz="1200" dirty="0">
                <a:solidFill>
                  <a:srgbClr val="FFFFFF"/>
                </a:solidFill>
                <a:ea typeface="Calibri" pitchFamily="34" charset="-122"/>
                <a:cs typeface="Calibri" pitchFamily="34" charset="-120"/>
              </a:rPr>
              <a:t>C4,3</a:t>
            </a:r>
            <a:endParaRPr lang="en-US" sz="1200" dirty="0"/>
          </a:p>
        </p:txBody>
      </p:sp>
      <p:sp>
        <p:nvSpPr>
          <p:cNvPr id="37" name="Shape 35"/>
          <p:cNvSpPr/>
          <p:nvPr/>
        </p:nvSpPr>
        <p:spPr>
          <a:xfrm>
            <a:off x="6949440" y="4572000"/>
            <a:ext cx="1371600" cy="822960"/>
          </a:xfrm>
          <a:prstGeom prst="roundRect">
            <a:avLst>
              <a:gd name="adj" fmla="val 6667"/>
            </a:avLst>
          </a:prstGeom>
          <a:solidFill>
            <a:srgbClr val="065A82"/>
          </a:solidFill>
          <a:ln/>
        </p:spPr>
        <p:txBody>
          <a:bodyPr/>
          <a:lstStyle/>
          <a:p>
            <a:endParaRPr lang="en-US"/>
          </a:p>
        </p:txBody>
      </p:sp>
      <p:sp>
        <p:nvSpPr>
          <p:cNvPr id="38" name="Text 36"/>
          <p:cNvSpPr/>
          <p:nvPr/>
        </p:nvSpPr>
        <p:spPr>
          <a:xfrm>
            <a:off x="6949440" y="4572000"/>
            <a:ext cx="1371600" cy="822960"/>
          </a:xfrm>
          <a:prstGeom prst="rect">
            <a:avLst/>
          </a:prstGeom>
          <a:noFill/>
          <a:ln/>
        </p:spPr>
        <p:txBody>
          <a:bodyPr wrap="square" rtlCol="0" anchor="ctr"/>
          <a:lstStyle/>
          <a:p>
            <a:pPr marL="0" indent="0" algn="ctr">
              <a:buNone/>
            </a:pPr>
            <a:r>
              <a:rPr lang="en-US" sz="1200" dirty="0">
                <a:solidFill>
                  <a:srgbClr val="FFFFFF"/>
                </a:solidFill>
                <a:ea typeface="Calibri" pitchFamily="34" charset="-122"/>
                <a:cs typeface="Calibri" pitchFamily="34" charset="-120"/>
              </a:rPr>
              <a:t>C4,4</a:t>
            </a:r>
            <a:endParaRPr lang="en-US" sz="1200" dirty="0"/>
          </a:p>
        </p:txBody>
      </p:sp>
      <p:sp>
        <p:nvSpPr>
          <p:cNvPr id="39" name="Text 37"/>
          <p:cNvSpPr/>
          <p:nvPr/>
        </p:nvSpPr>
        <p:spPr>
          <a:xfrm>
            <a:off x="2560320" y="5577840"/>
            <a:ext cx="4572000" cy="274320"/>
          </a:xfrm>
          <a:prstGeom prst="rect">
            <a:avLst/>
          </a:prstGeom>
          <a:noFill/>
          <a:ln/>
        </p:spPr>
        <p:txBody>
          <a:bodyPr wrap="square" rtlCol="0" anchor="ctr"/>
          <a:lstStyle/>
          <a:p>
            <a:pPr marL="0" indent="0">
              <a:buNone/>
            </a:pPr>
            <a:r>
              <a:rPr lang="en-US" sz="1600" i="1" dirty="0">
                <a:solidFill>
                  <a:srgbClr val="36454F"/>
                </a:solidFill>
                <a:ea typeface="Calibri" pitchFamily="34" charset="-122"/>
                <a:cs typeface="Calibri" pitchFamily="34" charset="-120"/>
              </a:rPr>
              <a:t>Colors = compute node assignment</a:t>
            </a:r>
            <a:endParaRPr lang="en-US" sz="1600" dirty="0"/>
          </a:p>
        </p:txBody>
      </p:sp>
      <p:sp>
        <p:nvSpPr>
          <p:cNvPr id="40" name="Shape 38"/>
          <p:cNvSpPr/>
          <p:nvPr/>
        </p:nvSpPr>
        <p:spPr>
          <a:xfrm>
            <a:off x="7772400" y="1371600"/>
            <a:ext cx="4114800" cy="4754880"/>
          </a:xfrm>
          <a:prstGeom prst="roundRect">
            <a:avLst>
              <a:gd name="adj" fmla="val 2857"/>
            </a:avLst>
          </a:prstGeom>
          <a:solidFill>
            <a:srgbClr val="F2F4F7"/>
          </a:solidFill>
          <a:ln/>
        </p:spPr>
        <p:txBody>
          <a:bodyPr/>
          <a:lstStyle/>
          <a:p>
            <a:endParaRPr lang="en-US"/>
          </a:p>
        </p:txBody>
      </p:sp>
      <p:sp>
        <p:nvSpPr>
          <p:cNvPr id="41" name="Text 39"/>
          <p:cNvSpPr/>
          <p:nvPr/>
        </p:nvSpPr>
        <p:spPr>
          <a:xfrm>
            <a:off x="7955280" y="1508760"/>
            <a:ext cx="3474720" cy="320040"/>
          </a:xfrm>
          <a:prstGeom prst="rect">
            <a:avLst/>
          </a:prstGeom>
          <a:noFill/>
          <a:ln/>
        </p:spPr>
        <p:txBody>
          <a:bodyPr wrap="square" rtlCol="0" anchor="ctr"/>
          <a:lstStyle/>
          <a:p>
            <a:pPr marL="0" indent="0">
              <a:buNone/>
            </a:pPr>
            <a:r>
              <a:rPr lang="en-US" sz="1600" b="1" dirty="0">
                <a:solidFill>
                  <a:srgbClr val="065A82"/>
                </a:solidFill>
                <a:ea typeface="Calibri" pitchFamily="34" charset="-122"/>
                <a:cs typeface="Calibri" pitchFamily="34" charset="-120"/>
              </a:rPr>
              <a:t>Key Properties</a:t>
            </a:r>
            <a:endParaRPr lang="en-US" sz="1600" dirty="0"/>
          </a:p>
        </p:txBody>
      </p:sp>
      <p:sp>
        <p:nvSpPr>
          <p:cNvPr id="42" name="Text 40"/>
          <p:cNvSpPr/>
          <p:nvPr/>
        </p:nvSpPr>
        <p:spPr>
          <a:xfrm>
            <a:off x="7955280" y="1965960"/>
            <a:ext cx="375105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Cell = partition(i) x distribution(j)</a:t>
            </a:r>
            <a:endParaRPr lang="en-US" sz="1400" dirty="0"/>
          </a:p>
        </p:txBody>
      </p:sp>
      <p:sp>
        <p:nvSpPr>
          <p:cNvPr id="43" name="Text 41"/>
          <p:cNvSpPr/>
          <p:nvPr/>
        </p:nvSpPr>
        <p:spPr>
          <a:xfrm>
            <a:off x="7955280" y="2606040"/>
            <a:ext cx="375105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DQP operates at cell level, agnostic to contents</a:t>
            </a:r>
            <a:endParaRPr lang="en-US" sz="1400" dirty="0"/>
          </a:p>
        </p:txBody>
      </p:sp>
      <p:sp>
        <p:nvSpPr>
          <p:cNvPr id="44" name="Text 42"/>
          <p:cNvSpPr/>
          <p:nvPr/>
        </p:nvSpPr>
        <p:spPr>
          <a:xfrm>
            <a:off x="7955280" y="3246120"/>
            <a:ext cx="375105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SQL-BE does actual Parquet extraction per cell</a:t>
            </a:r>
            <a:endParaRPr lang="en-US" sz="1400" dirty="0"/>
          </a:p>
        </p:txBody>
      </p:sp>
      <p:sp>
        <p:nvSpPr>
          <p:cNvPr id="45" name="Text 43"/>
          <p:cNvSpPr/>
          <p:nvPr/>
        </p:nvSpPr>
        <p:spPr>
          <a:xfrm>
            <a:off x="7955280" y="3886200"/>
            <a:ext cx="375105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Cell-to-node mapping stored externally (not on compute)</a:t>
            </a:r>
            <a:endParaRPr lang="en-US" sz="1400" dirty="0"/>
          </a:p>
        </p:txBody>
      </p:sp>
      <p:sp>
        <p:nvSpPr>
          <p:cNvPr id="46" name="Text 44"/>
          <p:cNvSpPr/>
          <p:nvPr/>
        </p:nvSpPr>
        <p:spPr>
          <a:xfrm>
            <a:off x="7955280" y="4526280"/>
            <a:ext cx="375105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Node failure? Reassign cells to surviving nodes</a:t>
            </a:r>
            <a:endParaRPr lang="en-US" sz="1400" dirty="0"/>
          </a:p>
        </p:txBody>
      </p:sp>
      <p:sp>
        <p:nvSpPr>
          <p:cNvPr id="47" name="Text 45"/>
          <p:cNvSpPr/>
          <p:nvPr/>
        </p:nvSpPr>
        <p:spPr>
          <a:xfrm>
            <a:off x="7955280" y="5166360"/>
            <a:ext cx="3751050" cy="5486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  Scale up? Redistribute cells to new nodes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247120" y="6400800"/>
            <a:ext cx="640080" cy="274320"/>
          </a:xfrm>
          <a:prstGeom prst="rect">
            <a:avLst/>
          </a:prstGeom>
          <a:noFill/>
          <a:ln/>
        </p:spPr>
        <p:txBody>
          <a:bodyPr wrap="square" rtlCol="0"/>
          <a:lstStyle/>
          <a:p>
            <a:pPr marL="0" indent="0" algn="r">
              <a:buNone/>
            </a:pPr>
            <a:endParaRPr lang="en-US" sz="1000" dirty="0"/>
          </a:p>
        </p:txBody>
      </p:sp>
      <p:sp>
        <p:nvSpPr>
          <p:cNvPr id="3" name="Text 1"/>
          <p:cNvSpPr/>
          <p:nvPr/>
        </p:nvSpPr>
        <p:spPr>
          <a:xfrm>
            <a:off x="731519" y="365760"/>
            <a:ext cx="10698480" cy="640080"/>
          </a:xfrm>
          <a:prstGeom prst="rect">
            <a:avLst/>
          </a:prstGeom>
          <a:noFill/>
          <a:ln/>
        </p:spPr>
        <p:txBody>
          <a:bodyPr wrap="square" rtlCol="0" anchor="ctr"/>
          <a:lstStyle/>
          <a:p>
            <a:pPr marL="0" indent="0" algn="ctr">
              <a:buNone/>
            </a:pPr>
            <a:r>
              <a:rPr lang="en-US" sz="4000" dirty="0">
                <a:ea typeface="Cambria" pitchFamily="34" charset="-122"/>
                <a:cs typeface="Cambria" pitchFamily="34" charset="-120"/>
              </a:rPr>
              <a:t>State Separation: The Core Principle</a:t>
            </a:r>
            <a:endParaRPr lang="en-US" sz="4000" dirty="0"/>
          </a:p>
        </p:txBody>
      </p:sp>
      <p:sp>
        <p:nvSpPr>
          <p:cNvPr id="4" name="Shape 2"/>
          <p:cNvSpPr/>
          <p:nvPr/>
        </p:nvSpPr>
        <p:spPr>
          <a:xfrm>
            <a:off x="731520" y="1371600"/>
            <a:ext cx="10698480" cy="1463040"/>
          </a:xfrm>
          <a:prstGeom prst="roundRect">
            <a:avLst>
              <a:gd name="adj" fmla="val 7500"/>
            </a:avLst>
          </a:prstGeom>
          <a:solidFill>
            <a:srgbClr val="F2F4F7"/>
          </a:solidFill>
          <a:ln/>
        </p:spPr>
        <p:txBody>
          <a:bodyPr/>
          <a:lstStyle/>
          <a:p>
            <a:endParaRPr lang="en-US"/>
          </a:p>
        </p:txBody>
      </p:sp>
      <p:sp>
        <p:nvSpPr>
          <p:cNvPr id="5" name="Shape 3"/>
          <p:cNvSpPr/>
          <p:nvPr/>
        </p:nvSpPr>
        <p:spPr>
          <a:xfrm>
            <a:off x="914400" y="1554480"/>
            <a:ext cx="2286000" cy="1097280"/>
          </a:xfrm>
          <a:prstGeom prst="roundRect">
            <a:avLst>
              <a:gd name="adj" fmla="val 8333"/>
            </a:avLst>
          </a:prstGeom>
          <a:solidFill>
            <a:srgbClr val="065A82"/>
          </a:solidFill>
          <a:ln/>
        </p:spPr>
        <p:txBody>
          <a:bodyPr anchor="ctr"/>
          <a:lstStyle/>
          <a:p>
            <a:endParaRPr lang="en-US" sz="1600"/>
          </a:p>
        </p:txBody>
      </p:sp>
      <p:sp>
        <p:nvSpPr>
          <p:cNvPr id="6" name="Text 4"/>
          <p:cNvSpPr/>
          <p:nvPr/>
        </p:nvSpPr>
        <p:spPr>
          <a:xfrm>
            <a:off x="914400" y="1554480"/>
            <a:ext cx="2286000" cy="640080"/>
          </a:xfrm>
          <a:prstGeom prst="rect">
            <a:avLst/>
          </a:prstGeom>
          <a:noFill/>
          <a:ln/>
        </p:spPr>
        <p:txBody>
          <a:bodyPr wrap="square" rtlCol="0" anchor="ctr"/>
          <a:lstStyle/>
          <a:p>
            <a:pPr marL="0" indent="0" algn="ctr">
              <a:buNone/>
            </a:pPr>
            <a:r>
              <a:rPr lang="en-US" sz="1600" b="1" dirty="0">
                <a:solidFill>
                  <a:srgbClr val="FFFFFF"/>
                </a:solidFill>
                <a:ea typeface="Calibri" pitchFamily="34" charset="-122"/>
                <a:cs typeface="Calibri" pitchFamily="34" charset="-120"/>
              </a:rPr>
              <a:t>Data State</a:t>
            </a:r>
            <a:endParaRPr lang="en-US" sz="1600" dirty="0"/>
          </a:p>
        </p:txBody>
      </p:sp>
      <p:sp>
        <p:nvSpPr>
          <p:cNvPr id="7" name="Text 5"/>
          <p:cNvSpPr/>
          <p:nvPr/>
        </p:nvSpPr>
        <p:spPr>
          <a:xfrm>
            <a:off x="914400" y="2103120"/>
            <a:ext cx="2286000" cy="457200"/>
          </a:xfrm>
          <a:prstGeom prst="rect">
            <a:avLst/>
          </a:prstGeom>
          <a:noFill/>
          <a:ln/>
        </p:spPr>
        <p:txBody>
          <a:bodyPr wrap="square" rtlCol="0" anchor="ctr"/>
          <a:lstStyle/>
          <a:p>
            <a:pPr marL="0" indent="0" algn="ctr">
              <a:buNone/>
            </a:pPr>
            <a:r>
              <a:rPr lang="en-US" sz="1600" dirty="0">
                <a:solidFill>
                  <a:srgbClr val="D6EAF2"/>
                </a:solidFill>
                <a:ea typeface="Calibri" pitchFamily="34" charset="-122"/>
                <a:cs typeface="Calibri" pitchFamily="34" charset="-120"/>
              </a:rPr>
              <a:t>OneLake (ADLS)</a:t>
            </a:r>
            <a:endParaRPr lang="en-US" sz="1600" dirty="0"/>
          </a:p>
        </p:txBody>
      </p:sp>
      <p:sp>
        <p:nvSpPr>
          <p:cNvPr id="8" name="Text 6"/>
          <p:cNvSpPr/>
          <p:nvPr/>
        </p:nvSpPr>
        <p:spPr>
          <a:xfrm>
            <a:off x="3474720" y="1508760"/>
            <a:ext cx="7589520" cy="1188720"/>
          </a:xfrm>
          <a:prstGeom prst="rect">
            <a:avLst/>
          </a:prstGeom>
          <a:noFill/>
          <a:ln/>
        </p:spPr>
        <p:txBody>
          <a:bodyPr wrap="square" rtlCol="0" anchor="ctr"/>
          <a:lstStyle/>
          <a:p>
            <a:pPr marL="0" indent="0">
              <a:buNone/>
            </a:pPr>
            <a:r>
              <a:rPr lang="en-US" sz="1600" dirty="0">
                <a:ea typeface="Calibri" pitchFamily="34" charset="-122"/>
                <a:cs typeface="Calibri" pitchFamily="34" charset="-120"/>
              </a:rPr>
              <a:t>Parquet files. Immutable once written. Stored in cloud object storage, naturally decoupled from compute.</a:t>
            </a:r>
            <a:endParaRPr lang="en-US" sz="1600" dirty="0"/>
          </a:p>
        </p:txBody>
      </p:sp>
      <p:sp>
        <p:nvSpPr>
          <p:cNvPr id="9" name="Shape 7"/>
          <p:cNvSpPr/>
          <p:nvPr/>
        </p:nvSpPr>
        <p:spPr>
          <a:xfrm>
            <a:off x="731520" y="3108960"/>
            <a:ext cx="10698480" cy="1463040"/>
          </a:xfrm>
          <a:prstGeom prst="roundRect">
            <a:avLst>
              <a:gd name="adj" fmla="val 7500"/>
            </a:avLst>
          </a:prstGeom>
          <a:solidFill>
            <a:srgbClr val="F2F4F7"/>
          </a:solidFill>
          <a:ln/>
        </p:spPr>
        <p:txBody>
          <a:bodyPr/>
          <a:lstStyle/>
          <a:p>
            <a:endParaRPr lang="en-US"/>
          </a:p>
        </p:txBody>
      </p:sp>
      <p:sp>
        <p:nvSpPr>
          <p:cNvPr id="10" name="Shape 8"/>
          <p:cNvSpPr/>
          <p:nvPr/>
        </p:nvSpPr>
        <p:spPr>
          <a:xfrm>
            <a:off x="914400" y="3291840"/>
            <a:ext cx="2286000" cy="1097280"/>
          </a:xfrm>
          <a:prstGeom prst="roundRect">
            <a:avLst>
              <a:gd name="adj" fmla="val 8333"/>
            </a:avLst>
          </a:prstGeom>
          <a:solidFill>
            <a:srgbClr val="1C7293"/>
          </a:solidFill>
          <a:ln/>
        </p:spPr>
        <p:txBody>
          <a:bodyPr anchor="ctr"/>
          <a:lstStyle/>
          <a:p>
            <a:endParaRPr lang="en-US" sz="1600"/>
          </a:p>
        </p:txBody>
      </p:sp>
      <p:sp>
        <p:nvSpPr>
          <p:cNvPr id="11" name="Text 9"/>
          <p:cNvSpPr/>
          <p:nvPr/>
        </p:nvSpPr>
        <p:spPr>
          <a:xfrm>
            <a:off x="914400" y="3291840"/>
            <a:ext cx="2286000" cy="640080"/>
          </a:xfrm>
          <a:prstGeom prst="rect">
            <a:avLst/>
          </a:prstGeom>
          <a:noFill/>
          <a:ln/>
        </p:spPr>
        <p:txBody>
          <a:bodyPr wrap="square" rtlCol="0" anchor="ctr"/>
          <a:lstStyle/>
          <a:p>
            <a:pPr marL="0" indent="0" algn="ctr">
              <a:buNone/>
            </a:pPr>
            <a:r>
              <a:rPr lang="en-US" sz="1600" b="1" dirty="0">
                <a:solidFill>
                  <a:srgbClr val="FFFFFF"/>
                </a:solidFill>
                <a:ea typeface="Calibri" pitchFamily="34" charset="-122"/>
                <a:cs typeface="Calibri" pitchFamily="34" charset="-120"/>
              </a:rPr>
              <a:t>Metadata State</a:t>
            </a:r>
            <a:endParaRPr lang="en-US" sz="1600" dirty="0"/>
          </a:p>
        </p:txBody>
      </p:sp>
      <p:sp>
        <p:nvSpPr>
          <p:cNvPr id="12" name="Text 10"/>
          <p:cNvSpPr/>
          <p:nvPr/>
        </p:nvSpPr>
        <p:spPr>
          <a:xfrm>
            <a:off x="914400" y="3840480"/>
            <a:ext cx="2286000" cy="457200"/>
          </a:xfrm>
          <a:prstGeom prst="rect">
            <a:avLst/>
          </a:prstGeom>
          <a:noFill/>
          <a:ln/>
        </p:spPr>
        <p:txBody>
          <a:bodyPr wrap="square" rtlCol="0" anchor="ctr"/>
          <a:lstStyle/>
          <a:p>
            <a:pPr marL="0" indent="0" algn="ctr">
              <a:buNone/>
            </a:pPr>
            <a:r>
              <a:rPr lang="en-US" sz="1600" dirty="0">
                <a:solidFill>
                  <a:srgbClr val="D6EAF2"/>
                </a:solidFill>
                <a:ea typeface="Calibri" pitchFamily="34" charset="-122"/>
                <a:cs typeface="Calibri" pitchFamily="34" charset="-120"/>
              </a:rPr>
              <a:t>SQL DB Catalog</a:t>
            </a:r>
            <a:endParaRPr lang="en-US" sz="1600" dirty="0"/>
          </a:p>
        </p:txBody>
      </p:sp>
      <p:sp>
        <p:nvSpPr>
          <p:cNvPr id="13" name="Text 11"/>
          <p:cNvSpPr/>
          <p:nvPr/>
        </p:nvSpPr>
        <p:spPr>
          <a:xfrm>
            <a:off x="3474720" y="3246120"/>
            <a:ext cx="7589520" cy="1188720"/>
          </a:xfrm>
          <a:prstGeom prst="rect">
            <a:avLst/>
          </a:prstGeom>
          <a:noFill/>
          <a:ln/>
        </p:spPr>
        <p:txBody>
          <a:bodyPr wrap="square" rtlCol="0" anchor="ctr"/>
          <a:lstStyle/>
          <a:p>
            <a:pPr marL="0" indent="0">
              <a:buNone/>
            </a:pPr>
            <a:r>
              <a:rPr lang="en-US" sz="1600" dirty="0">
                <a:ea typeface="Calibri" pitchFamily="34" charset="-122"/>
                <a:cs typeface="Calibri" pitchFamily="34" charset="-120"/>
              </a:rPr>
              <a:t>Manifests table + WriteSets table. Tracks which Parquet files belong to which snapshot. Managed by SQL-FE.</a:t>
            </a:r>
            <a:endParaRPr lang="en-US" sz="1600" dirty="0"/>
          </a:p>
        </p:txBody>
      </p:sp>
      <p:sp>
        <p:nvSpPr>
          <p:cNvPr id="14" name="Shape 12"/>
          <p:cNvSpPr/>
          <p:nvPr/>
        </p:nvSpPr>
        <p:spPr>
          <a:xfrm>
            <a:off x="731520" y="4846320"/>
            <a:ext cx="10698480" cy="1463040"/>
          </a:xfrm>
          <a:prstGeom prst="roundRect">
            <a:avLst>
              <a:gd name="adj" fmla="val 7500"/>
            </a:avLst>
          </a:prstGeom>
          <a:solidFill>
            <a:srgbClr val="F2F4F7"/>
          </a:solidFill>
          <a:ln/>
        </p:spPr>
        <p:txBody>
          <a:bodyPr/>
          <a:lstStyle/>
          <a:p>
            <a:endParaRPr lang="en-US"/>
          </a:p>
        </p:txBody>
      </p:sp>
      <p:sp>
        <p:nvSpPr>
          <p:cNvPr id="15" name="Shape 13"/>
          <p:cNvSpPr/>
          <p:nvPr/>
        </p:nvSpPr>
        <p:spPr>
          <a:xfrm>
            <a:off x="914400" y="5029200"/>
            <a:ext cx="2286000" cy="1097280"/>
          </a:xfrm>
          <a:prstGeom prst="roundRect">
            <a:avLst>
              <a:gd name="adj" fmla="val 8333"/>
            </a:avLst>
          </a:prstGeom>
          <a:solidFill>
            <a:srgbClr val="4DA8C4"/>
          </a:solidFill>
          <a:ln/>
        </p:spPr>
        <p:txBody>
          <a:bodyPr anchor="ctr"/>
          <a:lstStyle/>
          <a:p>
            <a:endParaRPr lang="en-US" sz="1600"/>
          </a:p>
        </p:txBody>
      </p:sp>
      <p:sp>
        <p:nvSpPr>
          <p:cNvPr id="16" name="Text 14"/>
          <p:cNvSpPr/>
          <p:nvPr/>
        </p:nvSpPr>
        <p:spPr>
          <a:xfrm>
            <a:off x="914400" y="5029200"/>
            <a:ext cx="2286000" cy="640080"/>
          </a:xfrm>
          <a:prstGeom prst="rect">
            <a:avLst/>
          </a:prstGeom>
          <a:noFill/>
          <a:ln/>
        </p:spPr>
        <p:txBody>
          <a:bodyPr wrap="square" rtlCol="0" anchor="ctr"/>
          <a:lstStyle/>
          <a:p>
            <a:pPr marL="0" indent="0" algn="ctr">
              <a:buNone/>
            </a:pPr>
            <a:r>
              <a:rPr lang="en-US" sz="1600" b="1" dirty="0">
                <a:solidFill>
                  <a:srgbClr val="FFFFFF"/>
                </a:solidFill>
                <a:ea typeface="Calibri" pitchFamily="34" charset="-122"/>
                <a:cs typeface="Calibri" pitchFamily="34" charset="-120"/>
              </a:rPr>
              <a:t>Cache State</a:t>
            </a:r>
            <a:endParaRPr lang="en-US" sz="1600" dirty="0"/>
          </a:p>
        </p:txBody>
      </p:sp>
      <p:sp>
        <p:nvSpPr>
          <p:cNvPr id="17" name="Text 15"/>
          <p:cNvSpPr/>
          <p:nvPr/>
        </p:nvSpPr>
        <p:spPr>
          <a:xfrm>
            <a:off x="914400" y="5577840"/>
            <a:ext cx="2286000" cy="457200"/>
          </a:xfrm>
          <a:prstGeom prst="rect">
            <a:avLst/>
          </a:prstGeom>
          <a:noFill/>
          <a:ln/>
        </p:spPr>
        <p:txBody>
          <a:bodyPr wrap="square" rtlCol="0" anchor="ctr"/>
          <a:lstStyle/>
          <a:p>
            <a:pPr marL="0" indent="0" algn="ctr">
              <a:buNone/>
            </a:pPr>
            <a:r>
              <a:rPr lang="en-US" sz="1600" dirty="0">
                <a:solidFill>
                  <a:srgbClr val="D6EAF2"/>
                </a:solidFill>
                <a:ea typeface="Calibri" pitchFamily="34" charset="-122"/>
                <a:cs typeface="Calibri" pitchFamily="34" charset="-120"/>
              </a:rPr>
              <a:t>Local SSD (ephemeral)</a:t>
            </a:r>
            <a:endParaRPr lang="en-US" sz="1600" dirty="0"/>
          </a:p>
        </p:txBody>
      </p:sp>
      <p:sp>
        <p:nvSpPr>
          <p:cNvPr id="18" name="Text 16"/>
          <p:cNvSpPr/>
          <p:nvPr/>
        </p:nvSpPr>
        <p:spPr>
          <a:xfrm>
            <a:off x="3474720" y="4983480"/>
            <a:ext cx="7589520" cy="1188720"/>
          </a:xfrm>
          <a:prstGeom prst="rect">
            <a:avLst/>
          </a:prstGeom>
          <a:noFill/>
          <a:ln/>
        </p:spPr>
        <p:txBody>
          <a:bodyPr wrap="square" rtlCol="0" anchor="ctr"/>
          <a:lstStyle/>
          <a:p>
            <a:pPr marL="0" indent="0">
              <a:buNone/>
            </a:pPr>
            <a:r>
              <a:rPr lang="en-US" sz="1600" dirty="0">
                <a:ea typeface="Calibri" pitchFamily="34" charset="-122"/>
                <a:cs typeface="Calibri" pitchFamily="34" charset="-120"/>
              </a:rPr>
              <a:t>Hot data cached on compute nodes. Loss has zero impact on consistency. Rebuilt on demand from OneLake.</a:t>
            </a:r>
            <a:endParaRPr lang="en-US" sz="1600" dirty="0"/>
          </a:p>
        </p:txBody>
      </p:sp>
      <p:sp>
        <p:nvSpPr>
          <p:cNvPr id="19" name="Text 17"/>
          <p:cNvSpPr/>
          <p:nvPr/>
        </p:nvSpPr>
        <p:spPr>
          <a:xfrm>
            <a:off x="140677" y="6400800"/>
            <a:ext cx="11806813" cy="320040"/>
          </a:xfrm>
          <a:prstGeom prst="rect">
            <a:avLst/>
          </a:prstGeom>
          <a:noFill/>
          <a:ln/>
        </p:spPr>
        <p:txBody>
          <a:bodyPr wrap="square" rtlCol="0" anchor="ctr"/>
          <a:lstStyle/>
          <a:p>
            <a:pPr marL="0" indent="0" algn="ctr">
              <a:buNone/>
            </a:pPr>
            <a:r>
              <a:rPr lang="en-US" sz="1600" i="1" dirty="0">
                <a:solidFill>
                  <a:srgbClr val="065A82"/>
                </a:solidFill>
                <a:ea typeface="Calibri" pitchFamily="34" charset="-122"/>
                <a:cs typeface="Calibri" pitchFamily="34" charset="-120"/>
              </a:rPr>
              <a:t>Separation of state is necessary but not sufficient. State must also not cross component boundaries.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EAB67-9F07-6DF1-0489-24E932C99D7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8745E65-DF9A-2000-A828-DD39CDF5F9B0}"/>
              </a:ext>
            </a:extLst>
          </p:cNvPr>
          <p:cNvSpPr>
            <a:spLocks noGrp="1"/>
          </p:cNvSpPr>
          <p:nvPr>
            <p:ph type="title"/>
          </p:nvPr>
        </p:nvSpPr>
        <p:spPr>
          <a:xfrm>
            <a:off x="379244" y="293945"/>
            <a:ext cx="11454616" cy="641060"/>
          </a:xfrm>
        </p:spPr>
        <p:txBody>
          <a:bodyPr>
            <a:normAutofit fontScale="90000"/>
          </a:bodyPr>
          <a:lstStyle/>
          <a:p>
            <a:pPr algn="ctr"/>
            <a:r>
              <a:rPr lang="en-US" dirty="0"/>
              <a:t>How do Reads work?</a:t>
            </a:r>
          </a:p>
        </p:txBody>
      </p:sp>
      <p:sp>
        <p:nvSpPr>
          <p:cNvPr id="3" name="Shape 2">
            <a:extLst>
              <a:ext uri="{FF2B5EF4-FFF2-40B4-BE49-F238E27FC236}">
                <a16:creationId xmlns:a16="http://schemas.microsoft.com/office/drawing/2014/main" id="{2F83ECD6-1720-2183-564C-657039599793}"/>
              </a:ext>
            </a:extLst>
          </p:cNvPr>
          <p:cNvSpPr/>
          <p:nvPr/>
        </p:nvSpPr>
        <p:spPr>
          <a:xfrm>
            <a:off x="731520" y="1280160"/>
            <a:ext cx="457200" cy="457200"/>
          </a:xfrm>
          <a:prstGeom prst="ellipse">
            <a:avLst/>
          </a:prstGeom>
          <a:solidFill>
            <a:srgbClr val="065A82"/>
          </a:solidFill>
          <a:ln/>
        </p:spPr>
        <p:txBody>
          <a:bodyPr/>
          <a:lstStyle/>
          <a:p>
            <a:endParaRPr lang="en-US" sz="2000"/>
          </a:p>
        </p:txBody>
      </p:sp>
      <p:sp>
        <p:nvSpPr>
          <p:cNvPr id="6" name="Text 3">
            <a:extLst>
              <a:ext uri="{FF2B5EF4-FFF2-40B4-BE49-F238E27FC236}">
                <a16:creationId xmlns:a16="http://schemas.microsoft.com/office/drawing/2014/main" id="{7EAA0B1C-50FD-AF37-8B04-893945A93EA2}"/>
              </a:ext>
            </a:extLst>
          </p:cNvPr>
          <p:cNvSpPr/>
          <p:nvPr/>
        </p:nvSpPr>
        <p:spPr>
          <a:xfrm>
            <a:off x="731520" y="1280160"/>
            <a:ext cx="457200" cy="457200"/>
          </a:xfrm>
          <a:prstGeom prst="rect">
            <a:avLst/>
          </a:prstGeom>
          <a:noFill/>
          <a:ln/>
        </p:spPr>
        <p:txBody>
          <a:bodyPr wrap="square" rtlCol="0" anchor="ctr"/>
          <a:lstStyle/>
          <a:p>
            <a:pPr marL="0" indent="0" algn="ctr">
              <a:buNone/>
            </a:pPr>
            <a:r>
              <a:rPr lang="en-US" b="1" dirty="0">
                <a:solidFill>
                  <a:srgbClr val="FFFFFF"/>
                </a:solidFill>
                <a:ea typeface="Calibri" pitchFamily="34" charset="-122"/>
                <a:cs typeface="Calibri" pitchFamily="34" charset="-120"/>
              </a:rPr>
              <a:t>1</a:t>
            </a:r>
            <a:endParaRPr lang="en-US" dirty="0"/>
          </a:p>
        </p:txBody>
      </p:sp>
      <p:sp>
        <p:nvSpPr>
          <p:cNvPr id="8" name="Text 4">
            <a:extLst>
              <a:ext uri="{FF2B5EF4-FFF2-40B4-BE49-F238E27FC236}">
                <a16:creationId xmlns:a16="http://schemas.microsoft.com/office/drawing/2014/main" id="{7B59836D-5EC2-CDAD-9D9C-6E01BDBB164B}"/>
              </a:ext>
            </a:extLst>
          </p:cNvPr>
          <p:cNvSpPr/>
          <p:nvPr/>
        </p:nvSpPr>
        <p:spPr>
          <a:xfrm>
            <a:off x="1371600" y="1188720"/>
            <a:ext cx="4114800" cy="320040"/>
          </a:xfrm>
          <a:prstGeom prst="rect">
            <a:avLst/>
          </a:prstGeom>
          <a:noFill/>
          <a:ln/>
        </p:spPr>
        <p:txBody>
          <a:bodyPr wrap="square" rtlCol="0" anchor="ctr"/>
          <a:lstStyle/>
          <a:p>
            <a:pPr marL="0" indent="0">
              <a:buNone/>
            </a:pPr>
            <a:r>
              <a:rPr lang="en-US" sz="1600" b="1" dirty="0">
                <a:solidFill>
                  <a:srgbClr val="21295C"/>
                </a:solidFill>
                <a:ea typeface="Calibri" pitchFamily="34" charset="-122"/>
                <a:cs typeface="Calibri" pitchFamily="34" charset="-120"/>
              </a:rPr>
              <a:t>SQL-FE: Capture Snapshot</a:t>
            </a:r>
            <a:endParaRPr lang="en-US" sz="1600" dirty="0"/>
          </a:p>
        </p:txBody>
      </p:sp>
      <p:sp>
        <p:nvSpPr>
          <p:cNvPr id="11" name="Text 5">
            <a:extLst>
              <a:ext uri="{FF2B5EF4-FFF2-40B4-BE49-F238E27FC236}">
                <a16:creationId xmlns:a16="http://schemas.microsoft.com/office/drawing/2014/main" id="{17336074-B562-387B-A8D0-C85868CBBD39}"/>
              </a:ext>
            </a:extLst>
          </p:cNvPr>
          <p:cNvSpPr/>
          <p:nvPr/>
        </p:nvSpPr>
        <p:spPr>
          <a:xfrm>
            <a:off x="1371600" y="1508760"/>
            <a:ext cx="10058400" cy="41148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Read the Manifests table using snapshot isolation. Get the list of committed manifest files visible to this transaction.</a:t>
            </a:r>
            <a:endParaRPr lang="en-US" sz="1400" dirty="0"/>
          </a:p>
        </p:txBody>
      </p:sp>
      <p:sp>
        <p:nvSpPr>
          <p:cNvPr id="13" name="Shape 6">
            <a:extLst>
              <a:ext uri="{FF2B5EF4-FFF2-40B4-BE49-F238E27FC236}">
                <a16:creationId xmlns:a16="http://schemas.microsoft.com/office/drawing/2014/main" id="{8E9E103B-9B49-7A2A-5386-6A1BD41E8CC7}"/>
              </a:ext>
            </a:extLst>
          </p:cNvPr>
          <p:cNvSpPr/>
          <p:nvPr/>
        </p:nvSpPr>
        <p:spPr>
          <a:xfrm>
            <a:off x="932688" y="1737360"/>
            <a:ext cx="54864" cy="411480"/>
          </a:xfrm>
          <a:prstGeom prst="rect">
            <a:avLst/>
          </a:prstGeom>
          <a:solidFill>
            <a:srgbClr val="D6EAF2"/>
          </a:solidFill>
          <a:ln/>
        </p:spPr>
        <p:txBody>
          <a:bodyPr/>
          <a:lstStyle/>
          <a:p>
            <a:endParaRPr lang="en-US" sz="2000"/>
          </a:p>
        </p:txBody>
      </p:sp>
      <p:sp>
        <p:nvSpPr>
          <p:cNvPr id="15" name="Shape 7">
            <a:extLst>
              <a:ext uri="{FF2B5EF4-FFF2-40B4-BE49-F238E27FC236}">
                <a16:creationId xmlns:a16="http://schemas.microsoft.com/office/drawing/2014/main" id="{7D903F2C-383E-FC01-59FC-A8684666EAEB}"/>
              </a:ext>
            </a:extLst>
          </p:cNvPr>
          <p:cNvSpPr/>
          <p:nvPr/>
        </p:nvSpPr>
        <p:spPr>
          <a:xfrm>
            <a:off x="731520" y="2148840"/>
            <a:ext cx="457200" cy="457200"/>
          </a:xfrm>
          <a:prstGeom prst="ellipse">
            <a:avLst/>
          </a:prstGeom>
          <a:solidFill>
            <a:srgbClr val="065A82"/>
          </a:solidFill>
          <a:ln/>
        </p:spPr>
        <p:txBody>
          <a:bodyPr/>
          <a:lstStyle/>
          <a:p>
            <a:endParaRPr lang="en-US" sz="2000"/>
          </a:p>
        </p:txBody>
      </p:sp>
      <p:sp>
        <p:nvSpPr>
          <p:cNvPr id="17" name="Text 8">
            <a:extLst>
              <a:ext uri="{FF2B5EF4-FFF2-40B4-BE49-F238E27FC236}">
                <a16:creationId xmlns:a16="http://schemas.microsoft.com/office/drawing/2014/main" id="{5E555FC7-40A1-FECD-1F10-CDE632D86869}"/>
              </a:ext>
            </a:extLst>
          </p:cNvPr>
          <p:cNvSpPr/>
          <p:nvPr/>
        </p:nvSpPr>
        <p:spPr>
          <a:xfrm>
            <a:off x="731520" y="2148840"/>
            <a:ext cx="457200" cy="457200"/>
          </a:xfrm>
          <a:prstGeom prst="rect">
            <a:avLst/>
          </a:prstGeom>
          <a:noFill/>
          <a:ln/>
        </p:spPr>
        <p:txBody>
          <a:bodyPr wrap="square" rtlCol="0" anchor="ctr"/>
          <a:lstStyle/>
          <a:p>
            <a:pPr marL="0" indent="0" algn="ctr">
              <a:buNone/>
            </a:pPr>
            <a:r>
              <a:rPr lang="en-US" b="1" dirty="0">
                <a:solidFill>
                  <a:srgbClr val="FFFFFF"/>
                </a:solidFill>
                <a:ea typeface="Calibri" pitchFamily="34" charset="-122"/>
                <a:cs typeface="Calibri" pitchFamily="34" charset="-120"/>
              </a:rPr>
              <a:t>2</a:t>
            </a:r>
            <a:endParaRPr lang="en-US" dirty="0"/>
          </a:p>
        </p:txBody>
      </p:sp>
      <p:sp>
        <p:nvSpPr>
          <p:cNvPr id="19" name="Text 9">
            <a:extLst>
              <a:ext uri="{FF2B5EF4-FFF2-40B4-BE49-F238E27FC236}">
                <a16:creationId xmlns:a16="http://schemas.microsoft.com/office/drawing/2014/main" id="{5979D582-0FFC-9955-252E-888D44390C83}"/>
              </a:ext>
            </a:extLst>
          </p:cNvPr>
          <p:cNvSpPr/>
          <p:nvPr/>
        </p:nvSpPr>
        <p:spPr>
          <a:xfrm>
            <a:off x="1371600" y="2057400"/>
            <a:ext cx="4114800" cy="320040"/>
          </a:xfrm>
          <a:prstGeom prst="rect">
            <a:avLst/>
          </a:prstGeom>
          <a:noFill/>
          <a:ln/>
        </p:spPr>
        <p:txBody>
          <a:bodyPr wrap="square" rtlCol="0" anchor="ctr"/>
          <a:lstStyle/>
          <a:p>
            <a:pPr marL="0" indent="0">
              <a:buNone/>
            </a:pPr>
            <a:r>
              <a:rPr lang="en-US" sz="1600" b="1" dirty="0">
                <a:solidFill>
                  <a:srgbClr val="21295C"/>
                </a:solidFill>
                <a:ea typeface="Calibri" pitchFamily="34" charset="-122"/>
                <a:cs typeface="Calibri" pitchFamily="34" charset="-120"/>
              </a:rPr>
              <a:t>SQL-FE: Compile Plan</a:t>
            </a:r>
            <a:endParaRPr lang="en-US" sz="1600" dirty="0"/>
          </a:p>
        </p:txBody>
      </p:sp>
      <p:sp>
        <p:nvSpPr>
          <p:cNvPr id="21" name="Text 10">
            <a:extLst>
              <a:ext uri="{FF2B5EF4-FFF2-40B4-BE49-F238E27FC236}">
                <a16:creationId xmlns:a16="http://schemas.microsoft.com/office/drawing/2014/main" id="{F438F698-C5D6-AA51-19DB-864B05D9995D}"/>
              </a:ext>
            </a:extLst>
          </p:cNvPr>
          <p:cNvSpPr/>
          <p:nvPr/>
        </p:nvSpPr>
        <p:spPr>
          <a:xfrm>
            <a:off x="1371600" y="2377440"/>
            <a:ext cx="10058400" cy="41148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Single-phase compilation (no 2-phase like old SQL DW). Generate an optimized distributed query plan as a DAG.</a:t>
            </a:r>
            <a:endParaRPr lang="en-US" sz="1400" dirty="0"/>
          </a:p>
        </p:txBody>
      </p:sp>
      <p:sp>
        <p:nvSpPr>
          <p:cNvPr id="23" name="Shape 11">
            <a:extLst>
              <a:ext uri="{FF2B5EF4-FFF2-40B4-BE49-F238E27FC236}">
                <a16:creationId xmlns:a16="http://schemas.microsoft.com/office/drawing/2014/main" id="{FA4268A8-5761-F82B-A806-F02DFE7A2A87}"/>
              </a:ext>
            </a:extLst>
          </p:cNvPr>
          <p:cNvSpPr/>
          <p:nvPr/>
        </p:nvSpPr>
        <p:spPr>
          <a:xfrm>
            <a:off x="932688" y="2606040"/>
            <a:ext cx="54864" cy="411480"/>
          </a:xfrm>
          <a:prstGeom prst="rect">
            <a:avLst/>
          </a:prstGeom>
          <a:solidFill>
            <a:srgbClr val="D6EAF2"/>
          </a:solidFill>
          <a:ln/>
        </p:spPr>
        <p:txBody>
          <a:bodyPr/>
          <a:lstStyle/>
          <a:p>
            <a:endParaRPr lang="en-US" sz="2000"/>
          </a:p>
        </p:txBody>
      </p:sp>
      <p:sp>
        <p:nvSpPr>
          <p:cNvPr id="25" name="Shape 12">
            <a:extLst>
              <a:ext uri="{FF2B5EF4-FFF2-40B4-BE49-F238E27FC236}">
                <a16:creationId xmlns:a16="http://schemas.microsoft.com/office/drawing/2014/main" id="{C449517D-C05B-9E50-EEA2-B87ACF79B0F9}"/>
              </a:ext>
            </a:extLst>
          </p:cNvPr>
          <p:cNvSpPr/>
          <p:nvPr/>
        </p:nvSpPr>
        <p:spPr>
          <a:xfrm>
            <a:off x="731520" y="3017520"/>
            <a:ext cx="457200" cy="457200"/>
          </a:xfrm>
          <a:prstGeom prst="ellipse">
            <a:avLst/>
          </a:prstGeom>
          <a:solidFill>
            <a:srgbClr val="1C7293"/>
          </a:solidFill>
          <a:ln/>
        </p:spPr>
        <p:txBody>
          <a:bodyPr/>
          <a:lstStyle/>
          <a:p>
            <a:endParaRPr lang="en-US" sz="2000"/>
          </a:p>
        </p:txBody>
      </p:sp>
      <p:sp>
        <p:nvSpPr>
          <p:cNvPr id="27" name="Text 13">
            <a:extLst>
              <a:ext uri="{FF2B5EF4-FFF2-40B4-BE49-F238E27FC236}">
                <a16:creationId xmlns:a16="http://schemas.microsoft.com/office/drawing/2014/main" id="{F975E75E-F50C-238C-0BC2-DDA4218AE64E}"/>
              </a:ext>
            </a:extLst>
          </p:cNvPr>
          <p:cNvSpPr/>
          <p:nvPr/>
        </p:nvSpPr>
        <p:spPr>
          <a:xfrm>
            <a:off x="731520" y="3017520"/>
            <a:ext cx="457200" cy="457200"/>
          </a:xfrm>
          <a:prstGeom prst="rect">
            <a:avLst/>
          </a:prstGeom>
          <a:noFill/>
          <a:ln/>
        </p:spPr>
        <p:txBody>
          <a:bodyPr wrap="square" rtlCol="0" anchor="ctr"/>
          <a:lstStyle/>
          <a:p>
            <a:pPr marL="0" indent="0" algn="ctr">
              <a:buNone/>
            </a:pPr>
            <a:r>
              <a:rPr lang="en-US" b="1" dirty="0">
                <a:solidFill>
                  <a:srgbClr val="FFFFFF"/>
                </a:solidFill>
                <a:ea typeface="Calibri" pitchFamily="34" charset="-122"/>
                <a:cs typeface="Calibri" pitchFamily="34" charset="-120"/>
              </a:rPr>
              <a:t>3</a:t>
            </a:r>
            <a:endParaRPr lang="en-US" dirty="0"/>
          </a:p>
        </p:txBody>
      </p:sp>
      <p:sp>
        <p:nvSpPr>
          <p:cNvPr id="29" name="Text 14">
            <a:extLst>
              <a:ext uri="{FF2B5EF4-FFF2-40B4-BE49-F238E27FC236}">
                <a16:creationId xmlns:a16="http://schemas.microsoft.com/office/drawing/2014/main" id="{B75E7772-C9E1-1D95-0550-F3666DDB9EA2}"/>
              </a:ext>
            </a:extLst>
          </p:cNvPr>
          <p:cNvSpPr/>
          <p:nvPr/>
        </p:nvSpPr>
        <p:spPr>
          <a:xfrm>
            <a:off x="1371600" y="2926080"/>
            <a:ext cx="4114800" cy="320040"/>
          </a:xfrm>
          <a:prstGeom prst="rect">
            <a:avLst/>
          </a:prstGeom>
          <a:noFill/>
          <a:ln/>
        </p:spPr>
        <p:txBody>
          <a:bodyPr wrap="square" rtlCol="0" anchor="ctr"/>
          <a:lstStyle/>
          <a:p>
            <a:pPr marL="0" indent="0">
              <a:buNone/>
            </a:pPr>
            <a:r>
              <a:rPr lang="en-US" sz="1600" b="1" dirty="0">
                <a:solidFill>
                  <a:srgbClr val="21295C"/>
                </a:solidFill>
                <a:ea typeface="Calibri" pitchFamily="34" charset="-122"/>
                <a:cs typeface="Calibri" pitchFamily="34" charset="-120"/>
              </a:rPr>
              <a:t>DQP: Map to Cells</a:t>
            </a:r>
            <a:endParaRPr lang="en-US" sz="1600" dirty="0"/>
          </a:p>
        </p:txBody>
      </p:sp>
      <p:sp>
        <p:nvSpPr>
          <p:cNvPr id="31" name="Text 15">
            <a:extLst>
              <a:ext uri="{FF2B5EF4-FFF2-40B4-BE49-F238E27FC236}">
                <a16:creationId xmlns:a16="http://schemas.microsoft.com/office/drawing/2014/main" id="{6D5A0398-E98F-9BED-0E25-7AF503422E08}"/>
              </a:ext>
            </a:extLst>
          </p:cNvPr>
          <p:cNvSpPr/>
          <p:nvPr/>
        </p:nvSpPr>
        <p:spPr>
          <a:xfrm>
            <a:off x="1371600" y="3246120"/>
            <a:ext cx="10058400" cy="41148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Transform the plan into Tasks. Each Task gets a disjoint set of data cells. Assign Tasks to compute nodes.</a:t>
            </a:r>
            <a:endParaRPr lang="en-US" sz="1400" dirty="0"/>
          </a:p>
        </p:txBody>
      </p:sp>
      <p:sp>
        <p:nvSpPr>
          <p:cNvPr id="33" name="Shape 16">
            <a:extLst>
              <a:ext uri="{FF2B5EF4-FFF2-40B4-BE49-F238E27FC236}">
                <a16:creationId xmlns:a16="http://schemas.microsoft.com/office/drawing/2014/main" id="{71FD9670-35AF-32E8-E536-8FD4BE3F7DF2}"/>
              </a:ext>
            </a:extLst>
          </p:cNvPr>
          <p:cNvSpPr/>
          <p:nvPr/>
        </p:nvSpPr>
        <p:spPr>
          <a:xfrm>
            <a:off x="932688" y="3474720"/>
            <a:ext cx="54864" cy="411480"/>
          </a:xfrm>
          <a:prstGeom prst="rect">
            <a:avLst/>
          </a:prstGeom>
          <a:solidFill>
            <a:srgbClr val="D6EAF2"/>
          </a:solidFill>
          <a:ln/>
        </p:spPr>
        <p:txBody>
          <a:bodyPr/>
          <a:lstStyle/>
          <a:p>
            <a:endParaRPr lang="en-US" sz="2000"/>
          </a:p>
        </p:txBody>
      </p:sp>
      <p:sp>
        <p:nvSpPr>
          <p:cNvPr id="35" name="Shape 17">
            <a:extLst>
              <a:ext uri="{FF2B5EF4-FFF2-40B4-BE49-F238E27FC236}">
                <a16:creationId xmlns:a16="http://schemas.microsoft.com/office/drawing/2014/main" id="{88BB103A-3A2D-FA97-B7EF-364A52D66852}"/>
              </a:ext>
            </a:extLst>
          </p:cNvPr>
          <p:cNvSpPr/>
          <p:nvPr/>
        </p:nvSpPr>
        <p:spPr>
          <a:xfrm>
            <a:off x="731520" y="3886200"/>
            <a:ext cx="457200" cy="457200"/>
          </a:xfrm>
          <a:prstGeom prst="ellipse">
            <a:avLst/>
          </a:prstGeom>
          <a:solidFill>
            <a:srgbClr val="4DA8C4"/>
          </a:solidFill>
          <a:ln/>
        </p:spPr>
        <p:txBody>
          <a:bodyPr/>
          <a:lstStyle/>
          <a:p>
            <a:endParaRPr lang="en-US" sz="2000"/>
          </a:p>
        </p:txBody>
      </p:sp>
      <p:sp>
        <p:nvSpPr>
          <p:cNvPr id="37" name="Text 18">
            <a:extLst>
              <a:ext uri="{FF2B5EF4-FFF2-40B4-BE49-F238E27FC236}">
                <a16:creationId xmlns:a16="http://schemas.microsoft.com/office/drawing/2014/main" id="{210C68EE-1486-EF08-21F0-45868581EAEE}"/>
              </a:ext>
            </a:extLst>
          </p:cNvPr>
          <p:cNvSpPr/>
          <p:nvPr/>
        </p:nvSpPr>
        <p:spPr>
          <a:xfrm>
            <a:off x="731520" y="3886200"/>
            <a:ext cx="457200" cy="457200"/>
          </a:xfrm>
          <a:prstGeom prst="rect">
            <a:avLst/>
          </a:prstGeom>
          <a:noFill/>
          <a:ln/>
        </p:spPr>
        <p:txBody>
          <a:bodyPr wrap="square" rtlCol="0" anchor="ctr"/>
          <a:lstStyle/>
          <a:p>
            <a:pPr marL="0" indent="0" algn="ctr">
              <a:buNone/>
            </a:pPr>
            <a:r>
              <a:rPr lang="en-US" b="1" dirty="0">
                <a:solidFill>
                  <a:srgbClr val="FFFFFF"/>
                </a:solidFill>
                <a:ea typeface="Calibri" pitchFamily="34" charset="-122"/>
                <a:cs typeface="Calibri" pitchFamily="34" charset="-120"/>
              </a:rPr>
              <a:t>4</a:t>
            </a:r>
            <a:endParaRPr lang="en-US" dirty="0"/>
          </a:p>
        </p:txBody>
      </p:sp>
      <p:sp>
        <p:nvSpPr>
          <p:cNvPr id="39" name="Text 19">
            <a:extLst>
              <a:ext uri="{FF2B5EF4-FFF2-40B4-BE49-F238E27FC236}">
                <a16:creationId xmlns:a16="http://schemas.microsoft.com/office/drawing/2014/main" id="{7D979D50-965B-25CD-0EAB-31EE2A7BF126}"/>
              </a:ext>
            </a:extLst>
          </p:cNvPr>
          <p:cNvSpPr/>
          <p:nvPr/>
        </p:nvSpPr>
        <p:spPr>
          <a:xfrm>
            <a:off x="1371600" y="3794760"/>
            <a:ext cx="4114800" cy="320040"/>
          </a:xfrm>
          <a:prstGeom prst="rect">
            <a:avLst/>
          </a:prstGeom>
          <a:noFill/>
          <a:ln/>
        </p:spPr>
        <p:txBody>
          <a:bodyPr wrap="square" rtlCol="0" anchor="ctr"/>
          <a:lstStyle/>
          <a:p>
            <a:pPr marL="0" indent="0">
              <a:buNone/>
            </a:pPr>
            <a:r>
              <a:rPr lang="en-US" sz="1600" b="1" dirty="0">
                <a:solidFill>
                  <a:srgbClr val="21295C"/>
                </a:solidFill>
                <a:ea typeface="Calibri" pitchFamily="34" charset="-122"/>
                <a:cs typeface="Calibri" pitchFamily="34" charset="-120"/>
              </a:rPr>
              <a:t>SQL-BE: Reconstruct Table</a:t>
            </a:r>
            <a:endParaRPr lang="en-US" sz="1600" dirty="0"/>
          </a:p>
        </p:txBody>
      </p:sp>
      <p:sp>
        <p:nvSpPr>
          <p:cNvPr id="41" name="Text 20">
            <a:extLst>
              <a:ext uri="{FF2B5EF4-FFF2-40B4-BE49-F238E27FC236}">
                <a16:creationId xmlns:a16="http://schemas.microsoft.com/office/drawing/2014/main" id="{86CB398D-B854-EB04-AAFD-6D240E467E86}"/>
              </a:ext>
            </a:extLst>
          </p:cNvPr>
          <p:cNvSpPr/>
          <p:nvPr/>
        </p:nvSpPr>
        <p:spPr>
          <a:xfrm>
            <a:off x="1371600" y="4114800"/>
            <a:ext cx="10058400" cy="41148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Physical metadata layer reads manifest files, applies deletion vectors, builds the table snapshot. Result is cached.</a:t>
            </a:r>
            <a:endParaRPr lang="en-US" sz="1400" dirty="0"/>
          </a:p>
        </p:txBody>
      </p:sp>
      <p:sp>
        <p:nvSpPr>
          <p:cNvPr id="43" name="Shape 21">
            <a:extLst>
              <a:ext uri="{FF2B5EF4-FFF2-40B4-BE49-F238E27FC236}">
                <a16:creationId xmlns:a16="http://schemas.microsoft.com/office/drawing/2014/main" id="{5EFAAFB3-ED93-CBC3-F22E-F283B4405B11}"/>
              </a:ext>
            </a:extLst>
          </p:cNvPr>
          <p:cNvSpPr/>
          <p:nvPr/>
        </p:nvSpPr>
        <p:spPr>
          <a:xfrm>
            <a:off x="932688" y="4343400"/>
            <a:ext cx="54864" cy="411480"/>
          </a:xfrm>
          <a:prstGeom prst="rect">
            <a:avLst/>
          </a:prstGeom>
          <a:solidFill>
            <a:srgbClr val="D6EAF2"/>
          </a:solidFill>
          <a:ln/>
        </p:spPr>
        <p:txBody>
          <a:bodyPr/>
          <a:lstStyle/>
          <a:p>
            <a:endParaRPr lang="en-US" sz="2000"/>
          </a:p>
        </p:txBody>
      </p:sp>
      <p:sp>
        <p:nvSpPr>
          <p:cNvPr id="45" name="Shape 22">
            <a:extLst>
              <a:ext uri="{FF2B5EF4-FFF2-40B4-BE49-F238E27FC236}">
                <a16:creationId xmlns:a16="http://schemas.microsoft.com/office/drawing/2014/main" id="{D96F7A85-F924-ADFA-F00D-72E6802D99EA}"/>
              </a:ext>
            </a:extLst>
          </p:cNvPr>
          <p:cNvSpPr/>
          <p:nvPr/>
        </p:nvSpPr>
        <p:spPr>
          <a:xfrm>
            <a:off x="731520" y="4754880"/>
            <a:ext cx="457200" cy="457200"/>
          </a:xfrm>
          <a:prstGeom prst="ellipse">
            <a:avLst/>
          </a:prstGeom>
          <a:solidFill>
            <a:srgbClr val="4DA8C4"/>
          </a:solidFill>
          <a:ln/>
        </p:spPr>
        <p:txBody>
          <a:bodyPr/>
          <a:lstStyle/>
          <a:p>
            <a:endParaRPr lang="en-US" sz="2000"/>
          </a:p>
        </p:txBody>
      </p:sp>
      <p:sp>
        <p:nvSpPr>
          <p:cNvPr id="47" name="Text 23">
            <a:extLst>
              <a:ext uri="{FF2B5EF4-FFF2-40B4-BE49-F238E27FC236}">
                <a16:creationId xmlns:a16="http://schemas.microsoft.com/office/drawing/2014/main" id="{90D62FAF-2EEF-EC37-9C16-9A74E030C1C0}"/>
              </a:ext>
            </a:extLst>
          </p:cNvPr>
          <p:cNvSpPr/>
          <p:nvPr/>
        </p:nvSpPr>
        <p:spPr>
          <a:xfrm>
            <a:off x="731520" y="4754880"/>
            <a:ext cx="457200" cy="457200"/>
          </a:xfrm>
          <a:prstGeom prst="rect">
            <a:avLst/>
          </a:prstGeom>
          <a:noFill/>
          <a:ln/>
        </p:spPr>
        <p:txBody>
          <a:bodyPr wrap="square" rtlCol="0" anchor="ctr"/>
          <a:lstStyle/>
          <a:p>
            <a:pPr marL="0" indent="0" algn="ctr">
              <a:buNone/>
            </a:pPr>
            <a:r>
              <a:rPr lang="en-US" b="1" dirty="0">
                <a:solidFill>
                  <a:srgbClr val="FFFFFF"/>
                </a:solidFill>
                <a:ea typeface="Calibri" pitchFamily="34" charset="-122"/>
                <a:cs typeface="Calibri" pitchFamily="34" charset="-120"/>
              </a:rPr>
              <a:t>5</a:t>
            </a:r>
            <a:endParaRPr lang="en-US" dirty="0"/>
          </a:p>
        </p:txBody>
      </p:sp>
      <p:sp>
        <p:nvSpPr>
          <p:cNvPr id="49" name="Text 24">
            <a:extLst>
              <a:ext uri="{FF2B5EF4-FFF2-40B4-BE49-F238E27FC236}">
                <a16:creationId xmlns:a16="http://schemas.microsoft.com/office/drawing/2014/main" id="{033B9000-FECE-B2B1-9D81-E044F41EF38E}"/>
              </a:ext>
            </a:extLst>
          </p:cNvPr>
          <p:cNvSpPr/>
          <p:nvPr/>
        </p:nvSpPr>
        <p:spPr>
          <a:xfrm>
            <a:off x="1371600" y="4663440"/>
            <a:ext cx="4114800" cy="320040"/>
          </a:xfrm>
          <a:prstGeom prst="rect">
            <a:avLst/>
          </a:prstGeom>
          <a:noFill/>
          <a:ln/>
        </p:spPr>
        <p:txBody>
          <a:bodyPr wrap="square" rtlCol="0" anchor="ctr"/>
          <a:lstStyle/>
          <a:p>
            <a:pPr marL="0" indent="0">
              <a:buNone/>
            </a:pPr>
            <a:r>
              <a:rPr lang="en-US" sz="1600" b="1" dirty="0">
                <a:solidFill>
                  <a:srgbClr val="21295C"/>
                </a:solidFill>
                <a:ea typeface="Calibri" pitchFamily="34" charset="-122"/>
                <a:cs typeface="Calibri" pitchFamily="34" charset="-120"/>
              </a:rPr>
              <a:t>SQL-BE: Read Parquet</a:t>
            </a:r>
            <a:endParaRPr lang="en-US" sz="1600" dirty="0"/>
          </a:p>
        </p:txBody>
      </p:sp>
      <p:sp>
        <p:nvSpPr>
          <p:cNvPr id="51" name="Text 25">
            <a:extLst>
              <a:ext uri="{FF2B5EF4-FFF2-40B4-BE49-F238E27FC236}">
                <a16:creationId xmlns:a16="http://schemas.microsoft.com/office/drawing/2014/main" id="{8D937593-22EB-6425-8DC3-24001C6E059F}"/>
              </a:ext>
            </a:extLst>
          </p:cNvPr>
          <p:cNvSpPr/>
          <p:nvPr/>
        </p:nvSpPr>
        <p:spPr>
          <a:xfrm>
            <a:off x="1371600" y="4983480"/>
            <a:ext cx="10058400" cy="41148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SQL Server query execution engine reads Parquet data from the reconstructed snapshot. Columnar vectorized execution.</a:t>
            </a:r>
            <a:endParaRPr lang="en-US" sz="1400" dirty="0"/>
          </a:p>
        </p:txBody>
      </p:sp>
      <p:sp>
        <p:nvSpPr>
          <p:cNvPr id="53" name="Shape 26">
            <a:extLst>
              <a:ext uri="{FF2B5EF4-FFF2-40B4-BE49-F238E27FC236}">
                <a16:creationId xmlns:a16="http://schemas.microsoft.com/office/drawing/2014/main" id="{F8890208-E94F-A4BA-3453-126D57ED3155}"/>
              </a:ext>
            </a:extLst>
          </p:cNvPr>
          <p:cNvSpPr/>
          <p:nvPr/>
        </p:nvSpPr>
        <p:spPr>
          <a:xfrm>
            <a:off x="932688" y="5212080"/>
            <a:ext cx="54864" cy="411480"/>
          </a:xfrm>
          <a:prstGeom prst="rect">
            <a:avLst/>
          </a:prstGeom>
          <a:solidFill>
            <a:srgbClr val="D6EAF2"/>
          </a:solidFill>
          <a:ln/>
        </p:spPr>
        <p:txBody>
          <a:bodyPr/>
          <a:lstStyle/>
          <a:p>
            <a:endParaRPr lang="en-US" sz="2000"/>
          </a:p>
        </p:txBody>
      </p:sp>
      <p:sp>
        <p:nvSpPr>
          <p:cNvPr id="55" name="Shape 27">
            <a:extLst>
              <a:ext uri="{FF2B5EF4-FFF2-40B4-BE49-F238E27FC236}">
                <a16:creationId xmlns:a16="http://schemas.microsoft.com/office/drawing/2014/main" id="{6F1F91C0-ABB4-4055-A45F-261746DDEA20}"/>
              </a:ext>
            </a:extLst>
          </p:cNvPr>
          <p:cNvSpPr/>
          <p:nvPr/>
        </p:nvSpPr>
        <p:spPr>
          <a:xfrm>
            <a:off x="731520" y="5623560"/>
            <a:ext cx="457200" cy="457200"/>
          </a:xfrm>
          <a:prstGeom prst="ellipse">
            <a:avLst/>
          </a:prstGeom>
          <a:solidFill>
            <a:srgbClr val="2E9E6B"/>
          </a:solidFill>
          <a:ln/>
        </p:spPr>
        <p:txBody>
          <a:bodyPr/>
          <a:lstStyle/>
          <a:p>
            <a:endParaRPr lang="en-US" sz="2000"/>
          </a:p>
        </p:txBody>
      </p:sp>
      <p:sp>
        <p:nvSpPr>
          <p:cNvPr id="57" name="Text 28">
            <a:extLst>
              <a:ext uri="{FF2B5EF4-FFF2-40B4-BE49-F238E27FC236}">
                <a16:creationId xmlns:a16="http://schemas.microsoft.com/office/drawing/2014/main" id="{06C369EE-F1DD-63B8-C056-39CA188CAA6C}"/>
              </a:ext>
            </a:extLst>
          </p:cNvPr>
          <p:cNvSpPr/>
          <p:nvPr/>
        </p:nvSpPr>
        <p:spPr>
          <a:xfrm>
            <a:off x="731520" y="5623560"/>
            <a:ext cx="457200" cy="457200"/>
          </a:xfrm>
          <a:prstGeom prst="rect">
            <a:avLst/>
          </a:prstGeom>
          <a:noFill/>
          <a:ln/>
        </p:spPr>
        <p:txBody>
          <a:bodyPr wrap="square" rtlCol="0" anchor="ctr"/>
          <a:lstStyle/>
          <a:p>
            <a:pPr marL="0" indent="0" algn="ctr">
              <a:buNone/>
            </a:pPr>
            <a:r>
              <a:rPr lang="en-US" b="1" dirty="0">
                <a:solidFill>
                  <a:srgbClr val="FFFFFF"/>
                </a:solidFill>
                <a:ea typeface="Calibri" pitchFamily="34" charset="-122"/>
                <a:cs typeface="Calibri" pitchFamily="34" charset="-120"/>
              </a:rPr>
              <a:t>6</a:t>
            </a:r>
            <a:endParaRPr lang="en-US" dirty="0"/>
          </a:p>
        </p:txBody>
      </p:sp>
      <p:sp>
        <p:nvSpPr>
          <p:cNvPr id="59" name="Text 29">
            <a:extLst>
              <a:ext uri="{FF2B5EF4-FFF2-40B4-BE49-F238E27FC236}">
                <a16:creationId xmlns:a16="http://schemas.microsoft.com/office/drawing/2014/main" id="{30FFD7E0-D1C0-4DC4-EFCD-A85E57DCD435}"/>
              </a:ext>
            </a:extLst>
          </p:cNvPr>
          <p:cNvSpPr/>
          <p:nvPr/>
        </p:nvSpPr>
        <p:spPr>
          <a:xfrm>
            <a:off x="1371600" y="5532120"/>
            <a:ext cx="4114800" cy="320040"/>
          </a:xfrm>
          <a:prstGeom prst="rect">
            <a:avLst/>
          </a:prstGeom>
          <a:noFill/>
          <a:ln/>
        </p:spPr>
        <p:txBody>
          <a:bodyPr wrap="square" rtlCol="0" anchor="ctr"/>
          <a:lstStyle/>
          <a:p>
            <a:pPr marL="0" indent="0">
              <a:buNone/>
            </a:pPr>
            <a:r>
              <a:rPr lang="en-US" sz="1600" b="1" dirty="0">
                <a:solidFill>
                  <a:srgbClr val="21295C"/>
                </a:solidFill>
                <a:ea typeface="Calibri" pitchFamily="34" charset="-122"/>
                <a:cs typeface="Calibri" pitchFamily="34" charset="-120"/>
              </a:rPr>
              <a:t>Return Results</a:t>
            </a:r>
            <a:endParaRPr lang="en-US" sz="1600" dirty="0"/>
          </a:p>
        </p:txBody>
      </p:sp>
      <p:sp>
        <p:nvSpPr>
          <p:cNvPr id="61" name="Text 30">
            <a:extLst>
              <a:ext uri="{FF2B5EF4-FFF2-40B4-BE49-F238E27FC236}">
                <a16:creationId xmlns:a16="http://schemas.microsoft.com/office/drawing/2014/main" id="{1438465A-FCDB-22FF-59CB-F3C2DC972AEA}"/>
              </a:ext>
            </a:extLst>
          </p:cNvPr>
          <p:cNvSpPr/>
          <p:nvPr/>
        </p:nvSpPr>
        <p:spPr>
          <a:xfrm>
            <a:off x="1371600" y="5852160"/>
            <a:ext cx="10058400" cy="41148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Compute nodes send results through data channels to SQL-FE, which returns to the user.</a:t>
            </a:r>
            <a:endParaRPr lang="en-US" sz="1400" dirty="0"/>
          </a:p>
        </p:txBody>
      </p:sp>
    </p:spTree>
    <p:extLst>
      <p:ext uri="{BB962C8B-B14F-4D97-AF65-F5344CB8AC3E}">
        <p14:creationId xmlns:p14="http://schemas.microsoft.com/office/powerpoint/2010/main" val="364037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2442D-1DC0-0A08-6786-7B8E802EFF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B9FFD38-3491-21A0-53F6-780C4867A602}"/>
              </a:ext>
            </a:extLst>
          </p:cNvPr>
          <p:cNvSpPr>
            <a:spLocks noGrp="1"/>
          </p:cNvSpPr>
          <p:nvPr>
            <p:ph type="title"/>
          </p:nvPr>
        </p:nvSpPr>
        <p:spPr>
          <a:xfrm>
            <a:off x="434510" y="2238301"/>
            <a:ext cx="11454616" cy="641060"/>
          </a:xfrm>
        </p:spPr>
        <p:txBody>
          <a:bodyPr>
            <a:normAutofit fontScale="90000"/>
          </a:bodyPr>
          <a:lstStyle/>
          <a:p>
            <a:pPr algn="ctr"/>
            <a:r>
              <a:rPr lang="en-US" dirty="0"/>
              <a:t>DEMO 2: Cell Distribution in Action</a:t>
            </a:r>
          </a:p>
        </p:txBody>
      </p:sp>
      <p:sp>
        <p:nvSpPr>
          <p:cNvPr id="10" name="Title 3">
            <a:extLst>
              <a:ext uri="{FF2B5EF4-FFF2-40B4-BE49-F238E27FC236}">
                <a16:creationId xmlns:a16="http://schemas.microsoft.com/office/drawing/2014/main" id="{E40FE9B8-33C5-B84C-61CB-165CE20B7D93}"/>
              </a:ext>
            </a:extLst>
          </p:cNvPr>
          <p:cNvSpPr txBox="1">
            <a:spLocks/>
          </p:cNvSpPr>
          <p:nvPr/>
        </p:nvSpPr>
        <p:spPr>
          <a:xfrm>
            <a:off x="822960" y="1449977"/>
            <a:ext cx="8572500" cy="5319191"/>
          </a:xfrm>
          <a:prstGeom prst="rect">
            <a:avLst/>
          </a:prstGeom>
        </p:spPr>
        <p:txBody>
          <a:bodyPr vert="horz" lIns="0" tIns="45720" rIns="91440" bIns="45720" numCol="1"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marL="285750" indent="-285750">
              <a:buFont typeface="Arial" panose="020B0604020202020204" pitchFamily="34" charset="0"/>
              <a:buChar char="•"/>
            </a:pPr>
            <a:endParaRPr lang="en-US" sz="1800" dirty="0">
              <a:solidFill>
                <a:schemeClr val="accent1"/>
              </a:solidFill>
              <a:latin typeface="+mn-lt"/>
            </a:endParaRPr>
          </a:p>
        </p:txBody>
      </p:sp>
    </p:spTree>
    <p:extLst>
      <p:ext uri="{BB962C8B-B14F-4D97-AF65-F5344CB8AC3E}">
        <p14:creationId xmlns:p14="http://schemas.microsoft.com/office/powerpoint/2010/main" val="2056277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1"/>
            <a:ext cx="10517188" cy="911887"/>
          </a:xfrm>
        </p:spPr>
        <p:txBody>
          <a:bodyPr>
            <a:normAutofit/>
          </a:bodyPr>
          <a:lstStyle/>
          <a:p>
            <a:pPr algn="ctr"/>
            <a:r>
              <a:rPr sz="4000" dirty="0"/>
              <a:t>Writes = Queries to the DQP</a:t>
            </a:r>
          </a:p>
        </p:txBody>
      </p:sp>
      <p:sp>
        <p:nvSpPr>
          <p:cNvPr id="3" name="Content Placeholder 2"/>
          <p:cNvSpPr>
            <a:spLocks noGrp="1"/>
          </p:cNvSpPr>
          <p:nvPr>
            <p:ph idx="1"/>
          </p:nvPr>
        </p:nvSpPr>
        <p:spPr>
          <a:xfrm>
            <a:off x="723481" y="1446963"/>
            <a:ext cx="10907485" cy="5182436"/>
          </a:xfrm>
        </p:spPr>
        <p:txBody>
          <a:bodyPr wrap="square">
            <a:normAutofit/>
          </a:bodyPr>
          <a:lstStyle/>
          <a:p>
            <a:pPr marL="0" indent="0">
              <a:spcAft>
                <a:spcPts val="800"/>
              </a:spcAft>
              <a:buNone/>
            </a:pPr>
            <a:r>
              <a:rPr sz="2000" b="1" dirty="0"/>
              <a:t>The key insight</a:t>
            </a:r>
          </a:p>
          <a:p>
            <a:pPr>
              <a:spcAft>
                <a:spcPts val="800"/>
              </a:spcAft>
            </a:pPr>
            <a:r>
              <a:rPr b="0" dirty="0"/>
              <a:t>DQP already knows how to distribute work across cells and handle node failures. So instead of building a separate distributed transaction framework, writes are expressed as DAG tasks </a:t>
            </a:r>
            <a:r>
              <a:rPr lang="en-US" dirty="0"/>
              <a:t>which is </a:t>
            </a:r>
            <a:r>
              <a:rPr b="0" dirty="0"/>
              <a:t>the same abstraction used for reads.</a:t>
            </a:r>
          </a:p>
          <a:p>
            <a:pPr>
              <a:spcAft>
                <a:spcPts val="800"/>
              </a:spcAft>
            </a:pPr>
            <a:endParaRPr sz="1600" b="0" dirty="0"/>
          </a:p>
          <a:p>
            <a:pPr marL="0" indent="0">
              <a:spcAft>
                <a:spcPts val="800"/>
              </a:spcAft>
              <a:buNone/>
            </a:pPr>
            <a:r>
              <a:rPr sz="2000" b="1" dirty="0"/>
              <a:t>SQL Front-End is the only transaction-aware component</a:t>
            </a:r>
          </a:p>
          <a:p>
            <a:pPr>
              <a:spcAft>
                <a:spcPts val="800"/>
              </a:spcAft>
            </a:pPr>
            <a:r>
              <a:rPr b="0" dirty="0"/>
              <a:t>DQP just sees tasks. It does not know or care whether a task is a read or a write. This keeps the distributed layer simple and reuses all existing fault-tolerance machinery.</a:t>
            </a:r>
          </a:p>
          <a:p>
            <a:pPr>
              <a:spcAft>
                <a:spcPts val="800"/>
              </a:spcAft>
            </a:pPr>
            <a:endParaRPr sz="1600" b="0" dirty="0"/>
          </a:p>
          <a:p>
            <a:pPr marL="0" indent="0">
              <a:spcAft>
                <a:spcPts val="800"/>
              </a:spcAft>
              <a:buNone/>
            </a:pPr>
            <a:r>
              <a:rPr sz="2000" b="1" dirty="0"/>
              <a:t>ACID compliance through isolation</a:t>
            </a:r>
          </a:p>
          <a:p>
            <a:pPr>
              <a:spcAft>
                <a:spcPts val="800"/>
              </a:spcAft>
            </a:pPr>
            <a:r>
              <a:rPr b="0" dirty="0"/>
              <a:t>No two components share state directly. Every component talks through external stores</a:t>
            </a:r>
            <a:r>
              <a:rPr lang="en-US" b="0" dirty="0"/>
              <a:t>:</a:t>
            </a:r>
            <a:r>
              <a:rPr b="0" dirty="0"/>
              <a:t> </a:t>
            </a:r>
            <a:r>
              <a:rPr b="0" dirty="0" err="1"/>
              <a:t>OneLake</a:t>
            </a:r>
            <a:r>
              <a:rPr b="0" dirty="0"/>
              <a:t> for data, SQL DB for metadata, local SSD for cache.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1"/>
            <a:ext cx="10517188" cy="896814"/>
          </a:xfrm>
        </p:spPr>
        <p:txBody>
          <a:bodyPr>
            <a:normAutofit/>
          </a:bodyPr>
          <a:lstStyle/>
          <a:p>
            <a:pPr algn="ctr"/>
            <a:r>
              <a:rPr sz="4000" dirty="0"/>
              <a:t>Writes: Immutable Files + Snapshot Isolation</a:t>
            </a:r>
          </a:p>
        </p:txBody>
      </p:sp>
      <p:sp>
        <p:nvSpPr>
          <p:cNvPr id="3" name="Content Placeholder 2"/>
          <p:cNvSpPr>
            <a:spLocks noGrp="1"/>
          </p:cNvSpPr>
          <p:nvPr>
            <p:ph idx="1"/>
          </p:nvPr>
        </p:nvSpPr>
        <p:spPr>
          <a:xfrm>
            <a:off x="371789" y="1371599"/>
            <a:ext cx="11384781" cy="5406013"/>
          </a:xfrm>
        </p:spPr>
        <p:txBody>
          <a:bodyPr wrap="square">
            <a:noAutofit/>
          </a:bodyPr>
          <a:lstStyle/>
          <a:p>
            <a:pPr marL="0" indent="0">
              <a:spcAft>
                <a:spcPts val="800"/>
              </a:spcAft>
              <a:buNone/>
            </a:pPr>
            <a:r>
              <a:rPr sz="1600" b="1" dirty="0"/>
              <a:t>Every write adds files, it never edits them</a:t>
            </a:r>
          </a:p>
          <a:p>
            <a:pPr>
              <a:spcAft>
                <a:spcPts val="800"/>
              </a:spcAft>
            </a:pPr>
            <a:r>
              <a:rPr sz="1600" b="0" dirty="0"/>
              <a:t>INSERT writes new Parquet files (append-only).</a:t>
            </a:r>
            <a:endParaRPr lang="en-US" sz="1600" b="0" dirty="0"/>
          </a:p>
          <a:p>
            <a:pPr>
              <a:spcAft>
                <a:spcPts val="800"/>
              </a:spcAft>
            </a:pPr>
            <a:r>
              <a:rPr sz="1600" b="0" dirty="0"/>
              <a:t>DELETE writes a deletion vector. The original Parquet file is never touched.</a:t>
            </a:r>
            <a:endParaRPr lang="en-US" sz="1600" b="0" dirty="0"/>
          </a:p>
          <a:p>
            <a:pPr>
              <a:spcAft>
                <a:spcPts val="800"/>
              </a:spcAft>
            </a:pPr>
            <a:r>
              <a:rPr sz="1600" b="0" dirty="0"/>
              <a:t>UPDATE = DELETE + INSERT.</a:t>
            </a:r>
            <a:endParaRPr lang="en-US" sz="1600" b="0" dirty="0"/>
          </a:p>
          <a:p>
            <a:pPr marL="0" indent="0">
              <a:spcAft>
                <a:spcPts val="800"/>
              </a:spcAft>
              <a:buNone/>
            </a:pPr>
            <a:r>
              <a:rPr sz="1600" b="1" dirty="0"/>
              <a:t>Snapshot isolation: readers never block writers</a:t>
            </a:r>
          </a:p>
          <a:p>
            <a:pPr>
              <a:spcAft>
                <a:spcPts val="800"/>
              </a:spcAft>
            </a:pPr>
            <a:r>
              <a:rPr sz="1600" b="0" dirty="0"/>
              <a:t>Each transaction reads the snapshot that was committed when it started.</a:t>
            </a:r>
            <a:endParaRPr lang="en-US" sz="1600" b="0" dirty="0"/>
          </a:p>
          <a:p>
            <a:pPr>
              <a:spcAft>
                <a:spcPts val="800"/>
              </a:spcAft>
            </a:pPr>
            <a:r>
              <a:rPr sz="1600" b="0" dirty="0"/>
              <a:t>New files stay private until commit, so nobody ever reads a partial write.</a:t>
            </a:r>
            <a:endParaRPr lang="en-US" sz="1600" b="0" dirty="0"/>
          </a:p>
          <a:p>
            <a:pPr>
              <a:spcAft>
                <a:spcPts val="800"/>
              </a:spcAft>
            </a:pPr>
            <a:r>
              <a:rPr sz="1600" b="0" dirty="0"/>
              <a:t>Commits are serialized. If two transactions change the same data, first writer wins and the second retries.</a:t>
            </a:r>
            <a:endParaRPr lang="en-US" sz="1600" b="0" dirty="0"/>
          </a:p>
          <a:p>
            <a:pPr marL="0" indent="0">
              <a:spcAft>
                <a:spcPts val="800"/>
              </a:spcAft>
              <a:buNone/>
            </a:pPr>
            <a:r>
              <a:rPr sz="1600" b="1" dirty="0"/>
              <a:t>Remember the hook? Every #stage temp table is a write: new Parquet files plus a manifest commit. The CTE skips that write entirely.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9927A-816C-EF4D-D81A-373C6BC44BA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1227EC-5878-A7F4-DCAE-A37762153212}"/>
              </a:ext>
            </a:extLst>
          </p:cNvPr>
          <p:cNvSpPr>
            <a:spLocks noGrp="1"/>
          </p:cNvSpPr>
          <p:nvPr>
            <p:ph type="title"/>
          </p:nvPr>
        </p:nvSpPr>
        <p:spPr>
          <a:xfrm>
            <a:off x="379244" y="293945"/>
            <a:ext cx="11454616" cy="641060"/>
          </a:xfrm>
        </p:spPr>
        <p:txBody>
          <a:bodyPr>
            <a:normAutofit fontScale="90000"/>
          </a:bodyPr>
          <a:lstStyle/>
          <a:p>
            <a:pPr algn="ctr"/>
            <a:r>
              <a:rPr lang="en-US" dirty="0"/>
              <a:t>Let’s Talk Optimization</a:t>
            </a:r>
          </a:p>
        </p:txBody>
      </p:sp>
      <p:sp>
        <p:nvSpPr>
          <p:cNvPr id="10" name="Title 3">
            <a:extLst>
              <a:ext uri="{FF2B5EF4-FFF2-40B4-BE49-F238E27FC236}">
                <a16:creationId xmlns:a16="http://schemas.microsoft.com/office/drawing/2014/main" id="{DA1B06A3-7856-DE20-7CE5-71948654D2FB}"/>
              </a:ext>
            </a:extLst>
          </p:cNvPr>
          <p:cNvSpPr txBox="1">
            <a:spLocks/>
          </p:cNvSpPr>
          <p:nvPr/>
        </p:nvSpPr>
        <p:spPr>
          <a:xfrm>
            <a:off x="2687782" y="1538809"/>
            <a:ext cx="6816436" cy="5319191"/>
          </a:xfrm>
          <a:prstGeom prst="rect">
            <a:avLst/>
          </a:prstGeom>
        </p:spPr>
        <p:txBody>
          <a:bodyPr vert="horz" lIns="0" tIns="45720" rIns="91440" bIns="45720" numCol="1"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marL="514350" marR="0" lvl="0" indent="-514350" algn="l" defTabSz="914400" rtl="0" eaLnBrk="1" fontAlgn="auto" latinLnBrk="0" hangingPunct="1">
              <a:lnSpc>
                <a:spcPct val="100000"/>
              </a:lnSpc>
              <a:spcBef>
                <a:spcPts val="0"/>
              </a:spcBef>
              <a:spcAft>
                <a:spcPts val="0"/>
              </a:spcAft>
              <a:buClrTx/>
              <a:buSzTx/>
              <a:buFontTx/>
              <a:buAutoNum type="arabicPeriod"/>
              <a:tabLst/>
              <a:defRPr/>
            </a:pPr>
            <a:r>
              <a:rPr kumimoji="0" lang="en-US" sz="2000" b="0" i="0" u="none" strike="noStrike" kern="1200" cap="none" spc="0" normalizeH="0" baseline="0" noProof="0" dirty="0">
                <a:ln>
                  <a:noFill/>
                </a:ln>
                <a:effectLst/>
                <a:uLnTx/>
                <a:uFillTx/>
                <a:latin typeface="+mn-lt"/>
                <a:ea typeface="Cambria" pitchFamily="34" charset="-122"/>
                <a:cs typeface="Cambria" pitchFamily="34" charset="-120"/>
              </a:rPr>
              <a:t>Autonomous Storage Optimization</a:t>
            </a:r>
            <a:br>
              <a:rPr kumimoji="0" lang="en-US" sz="2000" b="0" i="0" u="none" strike="noStrike" kern="1200" cap="none" spc="0" normalizeH="0" baseline="0" noProof="0" dirty="0">
                <a:ln>
                  <a:noFill/>
                </a:ln>
                <a:effectLst/>
                <a:uLnTx/>
                <a:uFillTx/>
                <a:latin typeface="+mn-lt"/>
                <a:ea typeface="Cambria" pitchFamily="34" charset="-122"/>
                <a:cs typeface="Cambria" pitchFamily="34" charset="-120"/>
              </a:rPr>
            </a:br>
            <a:endParaRPr kumimoji="0" lang="en-US" sz="2000" b="0" i="0" u="none" strike="noStrike" kern="1200" cap="none" spc="0" normalizeH="0" baseline="0" noProof="0" dirty="0">
              <a:ln>
                <a:noFill/>
              </a:ln>
              <a:effectLst/>
              <a:uLnTx/>
              <a:uFillTx/>
              <a:latin typeface="+mn-lt"/>
              <a:ea typeface="Cambria" pitchFamily="34" charset="-122"/>
              <a:cs typeface="Cambria" pitchFamily="34" charset="-120"/>
            </a:endParaRPr>
          </a:p>
          <a:p>
            <a:pPr marL="514350" marR="0" lvl="0" indent="-514350" algn="l" defTabSz="914400" rtl="0" eaLnBrk="1" fontAlgn="auto" latinLnBrk="0" hangingPunct="1">
              <a:lnSpc>
                <a:spcPct val="100000"/>
              </a:lnSpc>
              <a:spcBef>
                <a:spcPts val="0"/>
              </a:spcBef>
              <a:spcAft>
                <a:spcPts val="0"/>
              </a:spcAft>
              <a:buClrTx/>
              <a:buSzTx/>
              <a:buFontTx/>
              <a:buAutoNum type="arabicPeriod"/>
              <a:tabLst/>
              <a:defRPr/>
            </a:pPr>
            <a:r>
              <a:rPr lang="en-US" sz="2000" dirty="0">
                <a:latin typeface="+mn-lt"/>
                <a:ea typeface="Cambria" pitchFamily="34" charset="-122"/>
                <a:cs typeface="+mn-cs"/>
              </a:rPr>
              <a:t>V-Order Optimization</a:t>
            </a:r>
            <a:br>
              <a:rPr lang="en-US" sz="2000" dirty="0">
                <a:latin typeface="+mn-lt"/>
                <a:ea typeface="Cambria" pitchFamily="34" charset="-122"/>
                <a:cs typeface="+mn-cs"/>
              </a:rPr>
            </a:br>
            <a:endParaRPr lang="en-US" sz="2000" dirty="0">
              <a:latin typeface="+mn-lt"/>
              <a:ea typeface="Cambria" pitchFamily="34" charset="-122"/>
              <a:cs typeface="+mn-cs"/>
            </a:endParaRPr>
          </a:p>
          <a:p>
            <a:pPr marL="514350" marR="0" lvl="0" indent="-514350" algn="l" defTabSz="914400" rtl="0" eaLnBrk="1" fontAlgn="auto" latinLnBrk="0" hangingPunct="1">
              <a:lnSpc>
                <a:spcPct val="100000"/>
              </a:lnSpc>
              <a:spcBef>
                <a:spcPts val="0"/>
              </a:spcBef>
              <a:spcAft>
                <a:spcPts val="0"/>
              </a:spcAft>
              <a:buClrTx/>
              <a:buSzTx/>
              <a:buFontTx/>
              <a:buAutoNum type="arabicPeriod"/>
              <a:tabLst/>
              <a:defRPr/>
            </a:pPr>
            <a:r>
              <a:rPr kumimoji="0" lang="en-US" sz="2000" b="0" i="0" u="none" strike="noStrike" kern="1200" cap="none" spc="0" normalizeH="0" baseline="0" noProof="0" dirty="0">
                <a:ln>
                  <a:noFill/>
                </a:ln>
                <a:effectLst/>
                <a:uLnTx/>
                <a:uFillTx/>
                <a:latin typeface="+mn-lt"/>
                <a:ea typeface="Cambria" pitchFamily="34" charset="-122"/>
                <a:cs typeface="+mn-cs"/>
              </a:rPr>
              <a:t>Column </a:t>
            </a:r>
            <a:r>
              <a:rPr kumimoji="0" lang="en-US" sz="2000" b="0" i="0" u="none" strike="noStrike" kern="1200" cap="none" spc="0" normalizeH="0" baseline="0" noProof="0" dirty="0" err="1">
                <a:ln>
                  <a:noFill/>
                </a:ln>
                <a:effectLst/>
                <a:uLnTx/>
                <a:uFillTx/>
                <a:latin typeface="+mn-lt"/>
                <a:ea typeface="Cambria" pitchFamily="34" charset="-122"/>
                <a:cs typeface="+mn-cs"/>
              </a:rPr>
              <a:t>Pr</a:t>
            </a:r>
            <a:r>
              <a:rPr lang="en-US" sz="2000" dirty="0" err="1">
                <a:latin typeface="+mn-lt"/>
                <a:ea typeface="Cambria" pitchFamily="34" charset="-122"/>
                <a:cs typeface="+mn-cs"/>
              </a:rPr>
              <a:t>uning</a:t>
            </a:r>
            <a:br>
              <a:rPr lang="en-US" sz="2000" dirty="0">
                <a:latin typeface="+mn-lt"/>
                <a:ea typeface="Cambria" pitchFamily="34" charset="-122"/>
                <a:cs typeface="+mn-cs"/>
              </a:rPr>
            </a:br>
            <a:endParaRPr lang="en-US" sz="2000" dirty="0">
              <a:latin typeface="+mn-lt"/>
              <a:ea typeface="Cambria" pitchFamily="34" charset="-122"/>
              <a:cs typeface="+mn-cs"/>
            </a:endParaRPr>
          </a:p>
          <a:p>
            <a:pPr marL="514350" marR="0" lvl="0" indent="-514350" algn="l" defTabSz="914400" rtl="0" eaLnBrk="1" fontAlgn="auto" latinLnBrk="0" hangingPunct="1">
              <a:lnSpc>
                <a:spcPct val="100000"/>
              </a:lnSpc>
              <a:spcBef>
                <a:spcPts val="0"/>
              </a:spcBef>
              <a:spcAft>
                <a:spcPts val="0"/>
              </a:spcAft>
              <a:buClrTx/>
              <a:buSzTx/>
              <a:buFontTx/>
              <a:buAutoNum type="arabicPeriod"/>
              <a:tabLst/>
              <a:defRPr/>
            </a:pPr>
            <a:r>
              <a:rPr kumimoji="0" lang="en-US" sz="2000" b="0" i="0" u="none" strike="noStrike" kern="1200" cap="none" spc="0" normalizeH="0" baseline="0" noProof="0" dirty="0">
                <a:ln>
                  <a:noFill/>
                </a:ln>
                <a:effectLst/>
                <a:uLnTx/>
                <a:uFillTx/>
                <a:latin typeface="+mn-lt"/>
                <a:ea typeface="Cambria" pitchFamily="34" charset="-122"/>
                <a:cs typeface="+mn-cs"/>
              </a:rPr>
              <a:t>The E</a:t>
            </a:r>
            <a:r>
              <a:rPr lang="en-US" sz="2000" dirty="0" err="1">
                <a:latin typeface="+mn-lt"/>
                <a:ea typeface="Cambria" pitchFamily="34" charset="-122"/>
                <a:cs typeface="+mn-cs"/>
              </a:rPr>
              <a:t>limination</a:t>
            </a:r>
            <a:r>
              <a:rPr lang="en-US" sz="2000" dirty="0">
                <a:latin typeface="+mn-lt"/>
                <a:ea typeface="Cambria" pitchFamily="34" charset="-122"/>
                <a:cs typeface="+mn-cs"/>
              </a:rPr>
              <a:t> Chain</a:t>
            </a:r>
            <a:endParaRPr kumimoji="0" lang="en-US" sz="2000" b="0" i="0" u="none" strike="noStrike" kern="1200" cap="none" spc="0" normalizeH="0" baseline="0" noProof="0" dirty="0">
              <a:ln>
                <a:noFill/>
              </a:ln>
              <a:effectLst/>
              <a:uLnTx/>
              <a:uFillTx/>
              <a:latin typeface="+mn-lt"/>
              <a:ea typeface="+mn-ea"/>
              <a:cs typeface="+mn-cs"/>
            </a:endParaRPr>
          </a:p>
        </p:txBody>
      </p:sp>
    </p:spTree>
    <p:extLst>
      <p:ext uri="{BB962C8B-B14F-4D97-AF65-F5344CB8AC3E}">
        <p14:creationId xmlns:p14="http://schemas.microsoft.com/office/powerpoint/2010/main" val="1458103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247120" y="6400800"/>
            <a:ext cx="640080" cy="274320"/>
          </a:xfrm>
          <a:prstGeom prst="rect">
            <a:avLst/>
          </a:prstGeom>
          <a:noFill/>
          <a:ln/>
        </p:spPr>
        <p:txBody>
          <a:bodyPr wrap="square" rtlCol="0"/>
          <a:lstStyle/>
          <a:p>
            <a:pPr marL="0" indent="0" algn="r">
              <a:buNone/>
            </a:pPr>
            <a:endParaRPr lang="en-US" sz="1050" dirty="0"/>
          </a:p>
        </p:txBody>
      </p:sp>
      <p:sp>
        <p:nvSpPr>
          <p:cNvPr id="3" name="Text 1"/>
          <p:cNvSpPr/>
          <p:nvPr/>
        </p:nvSpPr>
        <p:spPr>
          <a:xfrm>
            <a:off x="731520" y="365760"/>
            <a:ext cx="10058400" cy="640080"/>
          </a:xfrm>
          <a:prstGeom prst="rect">
            <a:avLst/>
          </a:prstGeom>
          <a:noFill/>
          <a:ln/>
        </p:spPr>
        <p:txBody>
          <a:bodyPr wrap="square" rtlCol="0" anchor="ctr"/>
          <a:lstStyle/>
          <a:p>
            <a:pPr marL="0" indent="0">
              <a:buNone/>
            </a:pPr>
            <a:r>
              <a:rPr lang="en-US" sz="3000" dirty="0">
                <a:solidFill>
                  <a:schemeClr val="tx2">
                    <a:lumMod val="50000"/>
                  </a:schemeClr>
                </a:solidFill>
                <a:latin typeface="+mj-lt"/>
                <a:ea typeface="Cambria" pitchFamily="34" charset="-122"/>
                <a:cs typeface="Cambria" pitchFamily="34" charset="-120"/>
              </a:rPr>
              <a:t>Autonomous Storage Optimization</a:t>
            </a:r>
            <a:endParaRPr lang="en-US" sz="3000" dirty="0">
              <a:solidFill>
                <a:schemeClr val="tx2">
                  <a:lumMod val="50000"/>
                </a:schemeClr>
              </a:solidFill>
              <a:latin typeface="+mj-lt"/>
            </a:endParaRPr>
          </a:p>
        </p:txBody>
      </p:sp>
      <p:sp>
        <p:nvSpPr>
          <p:cNvPr id="4" name="Text 2"/>
          <p:cNvSpPr/>
          <p:nvPr/>
        </p:nvSpPr>
        <p:spPr>
          <a:xfrm>
            <a:off x="731520" y="914400"/>
            <a:ext cx="10058400" cy="320040"/>
          </a:xfrm>
          <a:prstGeom prst="rect">
            <a:avLst/>
          </a:prstGeom>
          <a:noFill/>
          <a:ln/>
        </p:spPr>
        <p:txBody>
          <a:bodyPr wrap="square" rtlCol="0" anchor="ctr"/>
          <a:lstStyle/>
          <a:p>
            <a:pPr marL="0" indent="0">
              <a:buNone/>
            </a:pPr>
            <a:r>
              <a:rPr lang="en-US" sz="1600" i="1" dirty="0">
                <a:solidFill>
                  <a:srgbClr val="36454F"/>
                </a:solidFill>
                <a:ea typeface="Calibri" pitchFamily="34" charset="-122"/>
                <a:cs typeface="Calibri" pitchFamily="34" charset="-120"/>
              </a:rPr>
              <a:t>The System Task Orchestrator (STO) monitors and self-heals without user intervention</a:t>
            </a:r>
            <a:endParaRPr lang="en-US" sz="1600" dirty="0"/>
          </a:p>
        </p:txBody>
      </p:sp>
      <p:sp>
        <p:nvSpPr>
          <p:cNvPr id="5" name="Shape 3"/>
          <p:cNvSpPr/>
          <p:nvPr/>
        </p:nvSpPr>
        <p:spPr>
          <a:xfrm>
            <a:off x="731520" y="1463040"/>
            <a:ext cx="10698480" cy="1097280"/>
          </a:xfrm>
          <a:prstGeom prst="roundRect">
            <a:avLst>
              <a:gd name="adj" fmla="val 8333"/>
            </a:avLst>
          </a:prstGeom>
          <a:solidFill>
            <a:srgbClr val="F2F4F7"/>
          </a:solidFill>
          <a:ln/>
        </p:spPr>
        <p:txBody>
          <a:bodyPr/>
          <a:lstStyle/>
          <a:p>
            <a:endParaRPr lang="en-US" sz="2000"/>
          </a:p>
        </p:txBody>
      </p:sp>
      <p:sp>
        <p:nvSpPr>
          <p:cNvPr id="6" name="Shape 4"/>
          <p:cNvSpPr/>
          <p:nvPr/>
        </p:nvSpPr>
        <p:spPr>
          <a:xfrm>
            <a:off x="914400" y="1600200"/>
            <a:ext cx="2011680" cy="822960"/>
          </a:xfrm>
          <a:prstGeom prst="roundRect">
            <a:avLst>
              <a:gd name="adj" fmla="val 8889"/>
            </a:avLst>
          </a:prstGeom>
          <a:solidFill>
            <a:srgbClr val="065A82"/>
          </a:solidFill>
          <a:ln/>
        </p:spPr>
        <p:txBody>
          <a:bodyPr/>
          <a:lstStyle/>
          <a:p>
            <a:endParaRPr lang="en-US" sz="2000"/>
          </a:p>
        </p:txBody>
      </p:sp>
      <p:sp>
        <p:nvSpPr>
          <p:cNvPr id="7" name="Text 5"/>
          <p:cNvSpPr/>
          <p:nvPr/>
        </p:nvSpPr>
        <p:spPr>
          <a:xfrm>
            <a:off x="914400" y="1600200"/>
            <a:ext cx="2011680" cy="822960"/>
          </a:xfrm>
          <a:prstGeom prst="rect">
            <a:avLst/>
          </a:prstGeom>
          <a:noFill/>
          <a:ln/>
        </p:spPr>
        <p:txBody>
          <a:bodyPr wrap="square" rtlCol="0" anchor="ctr"/>
          <a:lstStyle/>
          <a:p>
            <a:pPr marL="0" indent="0" algn="ctr">
              <a:buNone/>
            </a:pPr>
            <a:r>
              <a:rPr lang="en-US" sz="1600" b="1" dirty="0">
                <a:solidFill>
                  <a:srgbClr val="FFFFFF"/>
                </a:solidFill>
                <a:ea typeface="Calibri" pitchFamily="34" charset="-122"/>
                <a:cs typeface="Calibri" pitchFamily="34" charset="-120"/>
              </a:rPr>
              <a:t>Compaction</a:t>
            </a:r>
            <a:endParaRPr lang="en-US" sz="1600" dirty="0"/>
          </a:p>
        </p:txBody>
      </p:sp>
      <p:sp>
        <p:nvSpPr>
          <p:cNvPr id="8" name="Text 6"/>
          <p:cNvSpPr/>
          <p:nvPr/>
        </p:nvSpPr>
        <p:spPr>
          <a:xfrm>
            <a:off x="3200400" y="1508760"/>
            <a:ext cx="7955280" cy="10058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Small or fragmented Parquet files get </a:t>
            </a:r>
            <a:r>
              <a:rPr lang="en-US" sz="1400" b="1" dirty="0">
                <a:ea typeface="Calibri" pitchFamily="34" charset="-122"/>
                <a:cs typeface="Calibri" pitchFamily="34" charset="-120"/>
              </a:rPr>
              <a:t>consolidated</a:t>
            </a:r>
            <a:r>
              <a:rPr lang="en-US" sz="1400" dirty="0">
                <a:ea typeface="Calibri" pitchFamily="34" charset="-122"/>
                <a:cs typeface="Calibri" pitchFamily="34" charset="-120"/>
              </a:rPr>
              <a:t>. Rows marked as deleted get physically removed. Runs in its own transaction with SI semantics. The paper shows compaction restoring read performance within minutes of a data maintenance phase.</a:t>
            </a:r>
            <a:endParaRPr lang="en-US" sz="1400" dirty="0"/>
          </a:p>
        </p:txBody>
      </p:sp>
      <p:sp>
        <p:nvSpPr>
          <p:cNvPr id="9" name="Shape 7"/>
          <p:cNvSpPr/>
          <p:nvPr/>
        </p:nvSpPr>
        <p:spPr>
          <a:xfrm>
            <a:off x="731520" y="2743200"/>
            <a:ext cx="10698480" cy="1097280"/>
          </a:xfrm>
          <a:prstGeom prst="roundRect">
            <a:avLst>
              <a:gd name="adj" fmla="val 8333"/>
            </a:avLst>
          </a:prstGeom>
          <a:solidFill>
            <a:srgbClr val="F2F4F7"/>
          </a:solidFill>
          <a:ln/>
        </p:spPr>
        <p:txBody>
          <a:bodyPr/>
          <a:lstStyle/>
          <a:p>
            <a:endParaRPr lang="en-US" sz="2000"/>
          </a:p>
        </p:txBody>
      </p:sp>
      <p:sp>
        <p:nvSpPr>
          <p:cNvPr id="10" name="Shape 8"/>
          <p:cNvSpPr/>
          <p:nvPr/>
        </p:nvSpPr>
        <p:spPr>
          <a:xfrm>
            <a:off x="914400" y="2880360"/>
            <a:ext cx="2011680" cy="822960"/>
          </a:xfrm>
          <a:prstGeom prst="roundRect">
            <a:avLst>
              <a:gd name="adj" fmla="val 8889"/>
            </a:avLst>
          </a:prstGeom>
          <a:solidFill>
            <a:srgbClr val="1C7293"/>
          </a:solidFill>
          <a:ln/>
        </p:spPr>
        <p:txBody>
          <a:bodyPr/>
          <a:lstStyle/>
          <a:p>
            <a:endParaRPr lang="en-US" sz="2000"/>
          </a:p>
        </p:txBody>
      </p:sp>
      <p:sp>
        <p:nvSpPr>
          <p:cNvPr id="11" name="Text 9"/>
          <p:cNvSpPr/>
          <p:nvPr/>
        </p:nvSpPr>
        <p:spPr>
          <a:xfrm>
            <a:off x="914400" y="2880360"/>
            <a:ext cx="2011680" cy="822960"/>
          </a:xfrm>
          <a:prstGeom prst="rect">
            <a:avLst/>
          </a:prstGeom>
          <a:noFill/>
          <a:ln/>
        </p:spPr>
        <p:txBody>
          <a:bodyPr wrap="square" rtlCol="0" anchor="ctr"/>
          <a:lstStyle/>
          <a:p>
            <a:pPr marL="0" indent="0" algn="ctr">
              <a:buNone/>
            </a:pPr>
            <a:r>
              <a:rPr lang="en-US" sz="1600" b="1" dirty="0">
                <a:solidFill>
                  <a:srgbClr val="FFFFFF"/>
                </a:solidFill>
                <a:ea typeface="Calibri" pitchFamily="34" charset="-122"/>
                <a:cs typeface="Calibri" pitchFamily="34" charset="-120"/>
              </a:rPr>
              <a:t>Checkpoint</a:t>
            </a:r>
            <a:endParaRPr lang="en-US" sz="1600" dirty="0"/>
          </a:p>
        </p:txBody>
      </p:sp>
      <p:sp>
        <p:nvSpPr>
          <p:cNvPr id="12" name="Text 10"/>
          <p:cNvSpPr/>
          <p:nvPr/>
        </p:nvSpPr>
        <p:spPr>
          <a:xfrm>
            <a:off x="3200400" y="2788920"/>
            <a:ext cx="7955280" cy="10058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The growing list of manifest files gets consolidated into a single checkpoint file. </a:t>
            </a:r>
            <a:r>
              <a:rPr lang="en-US" sz="1400" b="1" dirty="0">
                <a:ea typeface="Calibri" pitchFamily="34" charset="-122"/>
                <a:cs typeface="Calibri" pitchFamily="34" charset="-120"/>
              </a:rPr>
              <a:t>SQL-BE only needs to read the latest checkpoint + any newer manifests</a:t>
            </a:r>
            <a:r>
              <a:rPr lang="en-US" sz="1400" dirty="0">
                <a:ea typeface="Calibri" pitchFamily="34" charset="-122"/>
                <a:cs typeface="Calibri" pitchFamily="34" charset="-120"/>
              </a:rPr>
              <a:t>, instead of replaying the entire log.</a:t>
            </a:r>
            <a:endParaRPr lang="en-US" sz="1400" dirty="0"/>
          </a:p>
        </p:txBody>
      </p:sp>
      <p:sp>
        <p:nvSpPr>
          <p:cNvPr id="13" name="Shape 11"/>
          <p:cNvSpPr/>
          <p:nvPr/>
        </p:nvSpPr>
        <p:spPr>
          <a:xfrm>
            <a:off x="731520" y="4023360"/>
            <a:ext cx="10698480" cy="1097280"/>
          </a:xfrm>
          <a:prstGeom prst="roundRect">
            <a:avLst>
              <a:gd name="adj" fmla="val 8333"/>
            </a:avLst>
          </a:prstGeom>
          <a:solidFill>
            <a:srgbClr val="F2F4F7"/>
          </a:solidFill>
          <a:ln/>
        </p:spPr>
        <p:txBody>
          <a:bodyPr/>
          <a:lstStyle/>
          <a:p>
            <a:endParaRPr lang="en-US" sz="2000"/>
          </a:p>
        </p:txBody>
      </p:sp>
      <p:sp>
        <p:nvSpPr>
          <p:cNvPr id="14" name="Shape 12"/>
          <p:cNvSpPr/>
          <p:nvPr/>
        </p:nvSpPr>
        <p:spPr>
          <a:xfrm>
            <a:off x="914400" y="4160520"/>
            <a:ext cx="2011680" cy="822960"/>
          </a:xfrm>
          <a:prstGeom prst="roundRect">
            <a:avLst>
              <a:gd name="adj" fmla="val 8889"/>
            </a:avLst>
          </a:prstGeom>
          <a:solidFill>
            <a:srgbClr val="4DA8C4"/>
          </a:solidFill>
          <a:ln/>
        </p:spPr>
        <p:txBody>
          <a:bodyPr/>
          <a:lstStyle/>
          <a:p>
            <a:endParaRPr lang="en-US" sz="2000"/>
          </a:p>
        </p:txBody>
      </p:sp>
      <p:sp>
        <p:nvSpPr>
          <p:cNvPr id="15" name="Text 13"/>
          <p:cNvSpPr/>
          <p:nvPr/>
        </p:nvSpPr>
        <p:spPr>
          <a:xfrm>
            <a:off x="914400" y="4160520"/>
            <a:ext cx="2011680" cy="822960"/>
          </a:xfrm>
          <a:prstGeom prst="rect">
            <a:avLst/>
          </a:prstGeom>
          <a:noFill/>
          <a:ln/>
        </p:spPr>
        <p:txBody>
          <a:bodyPr wrap="square" rtlCol="0" anchor="ctr"/>
          <a:lstStyle/>
          <a:p>
            <a:pPr marL="0" indent="0" algn="ctr">
              <a:buNone/>
            </a:pPr>
            <a:r>
              <a:rPr lang="en-US" sz="1600" b="1" dirty="0">
                <a:solidFill>
                  <a:srgbClr val="FFFFFF"/>
                </a:solidFill>
                <a:ea typeface="Calibri" pitchFamily="34" charset="-122"/>
                <a:cs typeface="Calibri" pitchFamily="34" charset="-120"/>
              </a:rPr>
              <a:t>Garbage Collection</a:t>
            </a:r>
            <a:endParaRPr lang="en-US" sz="1600" dirty="0"/>
          </a:p>
        </p:txBody>
      </p:sp>
      <p:sp>
        <p:nvSpPr>
          <p:cNvPr id="16" name="Text 14"/>
          <p:cNvSpPr/>
          <p:nvPr/>
        </p:nvSpPr>
        <p:spPr>
          <a:xfrm>
            <a:off x="3200400" y="4069080"/>
            <a:ext cx="7955280" cy="10058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Orphaned files from aborted transactions and logically removed files past retention get </a:t>
            </a:r>
            <a:r>
              <a:rPr lang="en-US" sz="1400" b="1" dirty="0">
                <a:ea typeface="Calibri" pitchFamily="34" charset="-122"/>
                <a:cs typeface="Calibri" pitchFamily="34" charset="-120"/>
              </a:rPr>
              <a:t>physically deleted.</a:t>
            </a:r>
            <a:r>
              <a:rPr lang="en-US" sz="1400" dirty="0">
                <a:ea typeface="Calibri" pitchFamily="34" charset="-122"/>
                <a:cs typeface="Calibri" pitchFamily="34" charset="-120"/>
              </a:rPr>
              <a:t> Handles zero-copy clones correctly by checking cross-table references.</a:t>
            </a:r>
            <a:endParaRPr lang="en-US" sz="1400" dirty="0"/>
          </a:p>
        </p:txBody>
      </p:sp>
      <p:sp>
        <p:nvSpPr>
          <p:cNvPr id="17" name="Shape 15"/>
          <p:cNvSpPr/>
          <p:nvPr/>
        </p:nvSpPr>
        <p:spPr>
          <a:xfrm>
            <a:off x="731520" y="5303520"/>
            <a:ext cx="10698480" cy="1097280"/>
          </a:xfrm>
          <a:prstGeom prst="roundRect">
            <a:avLst>
              <a:gd name="adj" fmla="val 8333"/>
            </a:avLst>
          </a:prstGeom>
          <a:solidFill>
            <a:srgbClr val="F2F4F7"/>
          </a:solidFill>
          <a:ln/>
        </p:spPr>
        <p:txBody>
          <a:bodyPr/>
          <a:lstStyle/>
          <a:p>
            <a:endParaRPr lang="en-US" sz="2000"/>
          </a:p>
        </p:txBody>
      </p:sp>
      <p:sp>
        <p:nvSpPr>
          <p:cNvPr id="18" name="Shape 16"/>
          <p:cNvSpPr/>
          <p:nvPr/>
        </p:nvSpPr>
        <p:spPr>
          <a:xfrm>
            <a:off x="914400" y="5440680"/>
            <a:ext cx="2011680" cy="822960"/>
          </a:xfrm>
          <a:prstGeom prst="roundRect">
            <a:avLst>
              <a:gd name="adj" fmla="val 8889"/>
            </a:avLst>
          </a:prstGeom>
          <a:solidFill>
            <a:srgbClr val="36454F"/>
          </a:solidFill>
          <a:ln/>
        </p:spPr>
        <p:txBody>
          <a:bodyPr/>
          <a:lstStyle/>
          <a:p>
            <a:endParaRPr lang="en-US" sz="2000"/>
          </a:p>
        </p:txBody>
      </p:sp>
      <p:sp>
        <p:nvSpPr>
          <p:cNvPr id="19" name="Text 17"/>
          <p:cNvSpPr/>
          <p:nvPr/>
        </p:nvSpPr>
        <p:spPr>
          <a:xfrm>
            <a:off x="914400" y="5440680"/>
            <a:ext cx="2011680" cy="822960"/>
          </a:xfrm>
          <a:prstGeom prst="rect">
            <a:avLst/>
          </a:prstGeom>
          <a:noFill/>
          <a:ln/>
        </p:spPr>
        <p:txBody>
          <a:bodyPr wrap="square" rtlCol="0" anchor="ctr"/>
          <a:lstStyle/>
          <a:p>
            <a:pPr marL="0" indent="0" algn="ctr">
              <a:buNone/>
            </a:pPr>
            <a:r>
              <a:rPr lang="en-US" sz="1600" b="1" dirty="0">
                <a:solidFill>
                  <a:srgbClr val="FFFFFF"/>
                </a:solidFill>
                <a:ea typeface="Calibri" pitchFamily="34" charset="-122"/>
                <a:cs typeface="Calibri" pitchFamily="34" charset="-120"/>
              </a:rPr>
              <a:t>Async Snapshots</a:t>
            </a:r>
            <a:endParaRPr lang="en-US" sz="1600" dirty="0"/>
          </a:p>
        </p:txBody>
      </p:sp>
      <p:sp>
        <p:nvSpPr>
          <p:cNvPr id="20" name="Text 18"/>
          <p:cNvSpPr/>
          <p:nvPr/>
        </p:nvSpPr>
        <p:spPr>
          <a:xfrm>
            <a:off x="3200400" y="5349240"/>
            <a:ext cx="7955280" cy="1005840"/>
          </a:xfrm>
          <a:prstGeom prst="rect">
            <a:avLst/>
          </a:prstGeom>
          <a:noFill/>
          <a:ln/>
        </p:spPr>
        <p:txBody>
          <a:bodyPr wrap="square" rtlCol="0" anchor="ctr"/>
          <a:lstStyle/>
          <a:p>
            <a:pPr marL="0" indent="0">
              <a:buNone/>
            </a:pPr>
            <a:r>
              <a:rPr lang="en-US" sz="1400" dirty="0">
                <a:ea typeface="Calibri" pitchFamily="34" charset="-122"/>
                <a:cs typeface="Calibri" pitchFamily="34" charset="-120"/>
              </a:rPr>
              <a:t>After each commit, STO publishes the internal manifest as a Delta Log in OneLake. No data copy needed. This is how Spark sees warehouse tables. Shortcuts handle cross-table data.</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1"/>
            <a:ext cx="10517188" cy="806379"/>
          </a:xfrm>
        </p:spPr>
        <p:txBody>
          <a:bodyPr>
            <a:normAutofit/>
          </a:bodyPr>
          <a:lstStyle/>
          <a:p>
            <a:pPr algn="ctr"/>
            <a:r>
              <a:rPr sz="4000" dirty="0"/>
              <a:t>V-Order: What It Is &amp; Why It Matters</a:t>
            </a:r>
          </a:p>
        </p:txBody>
      </p:sp>
      <p:sp>
        <p:nvSpPr>
          <p:cNvPr id="3" name="Content Placeholder 2"/>
          <p:cNvSpPr>
            <a:spLocks noGrp="1"/>
          </p:cNvSpPr>
          <p:nvPr>
            <p:ph idx="1"/>
          </p:nvPr>
        </p:nvSpPr>
        <p:spPr>
          <a:xfrm>
            <a:off x="838200" y="1386673"/>
            <a:ext cx="10517188" cy="5471327"/>
          </a:xfrm>
        </p:spPr>
        <p:txBody>
          <a:bodyPr wrap="square">
            <a:noAutofit/>
          </a:bodyPr>
          <a:lstStyle/>
          <a:p>
            <a:pPr marL="0" indent="0">
              <a:spcAft>
                <a:spcPts val="800"/>
              </a:spcAft>
              <a:buNone/>
            </a:pPr>
            <a:r>
              <a:rPr b="1" dirty="0"/>
              <a:t>What is it?</a:t>
            </a:r>
          </a:p>
          <a:p>
            <a:pPr>
              <a:spcAft>
                <a:spcPts val="800"/>
              </a:spcAft>
            </a:pPr>
            <a:r>
              <a:rPr b="0" dirty="0"/>
              <a:t>A write-time encoding pass that sorts data within each Parquet row group.</a:t>
            </a:r>
            <a:endParaRPr lang="en-US" b="0" dirty="0"/>
          </a:p>
          <a:p>
            <a:pPr>
              <a:spcAft>
                <a:spcPts val="800"/>
              </a:spcAft>
            </a:pPr>
            <a:r>
              <a:rPr b="0" dirty="0"/>
              <a:t>Sorted data has longer runs of repeated values, so run-length and dictionary encoding compress far better.</a:t>
            </a:r>
            <a:endParaRPr lang="en-US" b="0" dirty="0"/>
          </a:p>
          <a:p>
            <a:pPr>
              <a:spcAft>
                <a:spcPts val="800"/>
              </a:spcAft>
            </a:pPr>
            <a:r>
              <a:rPr b="0" dirty="0"/>
              <a:t>Fewer I/O pages to read for filters, aggregations, and joins.</a:t>
            </a:r>
            <a:endParaRPr lang="en-US" b="0" dirty="0"/>
          </a:p>
          <a:p>
            <a:pPr marL="0" indent="0">
              <a:spcAft>
                <a:spcPts val="800"/>
              </a:spcAft>
              <a:buNone/>
            </a:pPr>
            <a:r>
              <a:rPr b="1" dirty="0"/>
              <a:t>When is it applied?</a:t>
            </a:r>
          </a:p>
          <a:p>
            <a:pPr>
              <a:spcAft>
                <a:spcPts val="800"/>
              </a:spcAft>
            </a:pPr>
            <a:r>
              <a:rPr b="0" dirty="0"/>
              <a:t>Automatically on Warehouse writes and during STO compaction. Lakehouse tables via Spark OPTIMIZE.</a:t>
            </a:r>
            <a:endParaRPr lang="en-US" b="0" dirty="0"/>
          </a:p>
          <a:p>
            <a:pPr marL="0" indent="0">
              <a:spcAft>
                <a:spcPts val="800"/>
              </a:spcAft>
              <a:buNone/>
            </a:pPr>
            <a:r>
              <a:rPr b="1" dirty="0"/>
              <a:t>Why it matters: Microsoft benchmarks show 2-3x faster reads vs. unordered Parquet.</a:t>
            </a:r>
          </a:p>
          <a:p>
            <a:pPr>
              <a:spcAft>
                <a:spcPts val="800"/>
              </a:spcAft>
            </a:pPr>
            <a:r>
              <a:rPr b="0" dirty="0"/>
              <a:t>It compounds with predicate pushdown: better-sorted data means more row groups skipped entirely.</a:t>
            </a:r>
            <a:endParaRPr lang="en-US" b="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1"/>
            <a:ext cx="10517188" cy="836524"/>
          </a:xfrm>
        </p:spPr>
        <p:txBody>
          <a:bodyPr>
            <a:normAutofit/>
          </a:bodyPr>
          <a:lstStyle/>
          <a:p>
            <a:pPr algn="ctr"/>
            <a:r>
              <a:rPr sz="4000" dirty="0"/>
              <a:t>Column Pruning</a:t>
            </a:r>
          </a:p>
        </p:txBody>
      </p:sp>
      <p:sp>
        <p:nvSpPr>
          <p:cNvPr id="3" name="Content Placeholder 2"/>
          <p:cNvSpPr>
            <a:spLocks noGrp="1"/>
          </p:cNvSpPr>
          <p:nvPr>
            <p:ph idx="1"/>
          </p:nvPr>
        </p:nvSpPr>
        <p:spPr>
          <a:xfrm>
            <a:off x="838200" y="1306286"/>
            <a:ext cx="10547242" cy="5551713"/>
          </a:xfrm>
        </p:spPr>
        <p:txBody>
          <a:bodyPr wrap="square">
            <a:noAutofit/>
          </a:bodyPr>
          <a:lstStyle/>
          <a:p>
            <a:pPr marL="0" indent="0">
              <a:spcAft>
                <a:spcPts val="800"/>
              </a:spcAft>
              <a:buNone/>
            </a:pPr>
            <a:r>
              <a:rPr sz="2000" b="1" dirty="0"/>
              <a:t>Parquet is columnar</a:t>
            </a:r>
          </a:p>
          <a:p>
            <a:pPr>
              <a:spcAft>
                <a:spcPts val="800"/>
              </a:spcAft>
            </a:pPr>
            <a:r>
              <a:rPr sz="2000" b="0" dirty="0"/>
              <a:t>If your query uses 3 of 50 columns, only those 3 are read from disk.</a:t>
            </a:r>
          </a:p>
          <a:p>
            <a:pPr marL="0" indent="0">
              <a:spcAft>
                <a:spcPts val="800"/>
              </a:spcAft>
              <a:buNone/>
            </a:pPr>
            <a:r>
              <a:rPr sz="2000" b="1" dirty="0"/>
              <a:t>Traditional row-store</a:t>
            </a:r>
          </a:p>
          <a:p>
            <a:pPr>
              <a:spcAft>
                <a:spcPts val="800"/>
              </a:spcAft>
            </a:pPr>
            <a:r>
              <a:rPr sz="2000" b="0" dirty="0"/>
              <a:t>Reads the entire row regardless of which columns you need. A 50-column table means 50 columns of I/O for every query.</a:t>
            </a:r>
          </a:p>
          <a:p>
            <a:pPr marL="0" indent="0">
              <a:spcAft>
                <a:spcPts val="800"/>
              </a:spcAft>
              <a:buNone/>
            </a:pPr>
            <a:r>
              <a:rPr sz="2000" b="1" dirty="0"/>
              <a:t>Fabric Warehouse</a:t>
            </a:r>
          </a:p>
          <a:p>
            <a:pPr>
              <a:spcAft>
                <a:spcPts val="800"/>
              </a:spcAft>
            </a:pPr>
            <a:r>
              <a:rPr sz="2000" b="0" dirty="0"/>
              <a:t>Reads only the columns referenced in your SELECT, WHERE, JOIN, and GROUP BY. Everything else stays on disk.</a:t>
            </a:r>
            <a:endParaRPr lang="en-US" sz="2000" b="0" dirty="0"/>
          </a:p>
          <a:p>
            <a:pPr marL="0" indent="0">
              <a:spcAft>
                <a:spcPts val="800"/>
              </a:spcAft>
              <a:buNone/>
            </a:pPr>
            <a:endParaRPr sz="2000" b="0" dirty="0"/>
          </a:p>
          <a:p>
            <a:pPr marL="0" indent="0">
              <a:spcAft>
                <a:spcPts val="800"/>
              </a:spcAft>
              <a:buNone/>
            </a:pPr>
            <a:r>
              <a:rPr sz="2000" b="1" dirty="0"/>
              <a:t>This is the single biggest reason large aggregations run faster in Fabric.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1"/>
            <a:ext cx="10517188" cy="841548"/>
          </a:xfrm>
        </p:spPr>
        <p:txBody>
          <a:bodyPr>
            <a:normAutofit/>
          </a:bodyPr>
          <a:lstStyle/>
          <a:p>
            <a:pPr algn="ctr"/>
            <a:r>
              <a:rPr sz="4000" dirty="0"/>
              <a:t>The Elimination Chain</a:t>
            </a:r>
          </a:p>
        </p:txBody>
      </p:sp>
      <p:sp>
        <p:nvSpPr>
          <p:cNvPr id="3" name="Content Placeholder 2"/>
          <p:cNvSpPr>
            <a:spLocks noGrp="1"/>
          </p:cNvSpPr>
          <p:nvPr>
            <p:ph idx="1"/>
          </p:nvPr>
        </p:nvSpPr>
        <p:spPr>
          <a:xfrm>
            <a:off x="838200" y="1411793"/>
            <a:ext cx="10547242" cy="4760407"/>
          </a:xfrm>
        </p:spPr>
        <p:txBody>
          <a:bodyPr wrap="square">
            <a:noAutofit/>
          </a:bodyPr>
          <a:lstStyle/>
          <a:p>
            <a:pPr marL="0" indent="0">
              <a:spcAft>
                <a:spcPts val="800"/>
              </a:spcAft>
              <a:buNone/>
            </a:pPr>
            <a:r>
              <a:rPr b="0" dirty="0"/>
              <a:t>Four layers of data skipping, each compounding the last:</a:t>
            </a:r>
          </a:p>
          <a:p>
            <a:pPr marL="0" indent="0">
              <a:spcAft>
                <a:spcPts val="800"/>
              </a:spcAft>
              <a:buNone/>
            </a:pPr>
            <a:r>
              <a:rPr b="1" dirty="0"/>
              <a:t>1. Partition elimination</a:t>
            </a:r>
          </a:p>
          <a:p>
            <a:pPr>
              <a:spcAft>
                <a:spcPts val="800"/>
              </a:spcAft>
            </a:pPr>
            <a:r>
              <a:rPr b="0" dirty="0"/>
              <a:t>Skip entire Parquet files at the cell level. If the query filters on the partition column, whole files are never opened.</a:t>
            </a:r>
          </a:p>
          <a:p>
            <a:pPr marL="0" indent="0">
              <a:spcAft>
                <a:spcPts val="800"/>
              </a:spcAft>
              <a:buNone/>
            </a:pPr>
            <a:r>
              <a:rPr b="1" dirty="0"/>
              <a:t>2. Row group elimination</a:t>
            </a:r>
          </a:p>
          <a:p>
            <a:pPr>
              <a:spcAft>
                <a:spcPts val="800"/>
              </a:spcAft>
            </a:pPr>
            <a:r>
              <a:rPr b="0" dirty="0"/>
              <a:t>Each row group stores min/max statistics per column. If your filter falls outside the range, the row group is skipped without reading data.</a:t>
            </a:r>
          </a:p>
          <a:p>
            <a:pPr marL="0" indent="0">
              <a:spcAft>
                <a:spcPts val="800"/>
              </a:spcAft>
              <a:buNone/>
            </a:pPr>
            <a:r>
              <a:rPr b="1" dirty="0"/>
              <a:t>3. Page-level filtering</a:t>
            </a:r>
          </a:p>
          <a:p>
            <a:pPr>
              <a:spcAft>
                <a:spcPts val="800"/>
              </a:spcAft>
            </a:pPr>
            <a:r>
              <a:rPr b="0" dirty="0"/>
              <a:t>V-Order encoding improves page-level skip rates by keeping similar values together.</a:t>
            </a:r>
          </a:p>
          <a:p>
            <a:pPr marL="0" indent="0">
              <a:spcAft>
                <a:spcPts val="800"/>
              </a:spcAft>
              <a:buNone/>
            </a:pPr>
            <a:r>
              <a:rPr b="1" dirty="0"/>
              <a:t>4. Column pruning</a:t>
            </a:r>
          </a:p>
          <a:p>
            <a:pPr>
              <a:spcAft>
                <a:spcPts val="800"/>
              </a:spcAft>
            </a:pPr>
            <a:r>
              <a:rPr b="0" dirty="0"/>
              <a:t>Only the columns referenced in the query are read.</a:t>
            </a:r>
          </a:p>
          <a:p>
            <a:pPr marL="0" indent="0">
              <a:spcAft>
                <a:spcPts val="800"/>
              </a:spcAft>
              <a:buNone/>
            </a:pPr>
            <a:r>
              <a:rPr b="1" dirty="0"/>
              <a:t>A query scanning 1 billion rows may physically read &lt;1% of the data on disk.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289" y="228601"/>
            <a:ext cx="11113476" cy="906863"/>
          </a:xfrm>
        </p:spPr>
        <p:txBody>
          <a:bodyPr>
            <a:normAutofit/>
          </a:bodyPr>
          <a:lstStyle/>
          <a:p>
            <a:pPr algn="ctr"/>
            <a:r>
              <a:rPr sz="4000" dirty="0"/>
              <a:t>What Runs FASTER in Fabric Warehouse</a:t>
            </a:r>
          </a:p>
        </p:txBody>
      </p:sp>
      <p:sp>
        <p:nvSpPr>
          <p:cNvPr id="3" name="Content Placeholder 2"/>
          <p:cNvSpPr>
            <a:spLocks noGrp="1"/>
          </p:cNvSpPr>
          <p:nvPr>
            <p:ph idx="1"/>
          </p:nvPr>
        </p:nvSpPr>
        <p:spPr>
          <a:xfrm>
            <a:off x="838200" y="1729522"/>
            <a:ext cx="10547242" cy="4442678"/>
          </a:xfrm>
        </p:spPr>
        <p:txBody>
          <a:bodyPr wrap="square">
            <a:noAutofit/>
          </a:bodyPr>
          <a:lstStyle/>
          <a:p>
            <a:pPr marL="0" indent="0">
              <a:spcAft>
                <a:spcPts val="800"/>
              </a:spcAft>
              <a:buNone/>
            </a:pPr>
            <a:r>
              <a:rPr b="1" dirty="0"/>
              <a:t>Large aggregation, few columns</a:t>
            </a:r>
          </a:p>
          <a:p>
            <a:pPr>
              <a:spcAft>
                <a:spcPts val="800"/>
              </a:spcAft>
            </a:pPr>
            <a:r>
              <a:rPr b="0" dirty="0"/>
              <a:t>Only columns in the query are read. Traditional DW reads full row width.</a:t>
            </a:r>
          </a:p>
          <a:p>
            <a:pPr marL="0" indent="0">
              <a:spcAft>
                <a:spcPts val="800"/>
              </a:spcAft>
              <a:buNone/>
            </a:pPr>
            <a:r>
              <a:rPr b="1" dirty="0"/>
              <a:t>Selective filter on partition column</a:t>
            </a:r>
          </a:p>
          <a:p>
            <a:pPr>
              <a:spcAft>
                <a:spcPts val="800"/>
              </a:spcAft>
            </a:pPr>
            <a:r>
              <a:rPr b="0" dirty="0"/>
              <a:t>Partition + row group elimination can skip 99% of data before reading.</a:t>
            </a:r>
          </a:p>
          <a:p>
            <a:pPr marL="0" indent="0">
              <a:spcAft>
                <a:spcPts val="800"/>
              </a:spcAft>
              <a:buNone/>
            </a:pPr>
            <a:r>
              <a:rPr b="1" dirty="0"/>
              <a:t>Concurrent reads during writes</a:t>
            </a:r>
          </a:p>
          <a:p>
            <a:pPr>
              <a:spcAft>
                <a:spcPts val="800"/>
              </a:spcAft>
            </a:pPr>
            <a:r>
              <a:rPr b="0" dirty="0"/>
              <a:t>Snapshot isolation on immutable files. No lock contention. </a:t>
            </a:r>
            <a:endParaRPr lang="en-US" b="0" dirty="0"/>
          </a:p>
          <a:p>
            <a:pPr>
              <a:spcAft>
                <a:spcPts val="800"/>
              </a:spcAft>
            </a:pPr>
            <a:r>
              <a:rPr lang="en-US" b="0" dirty="0"/>
              <a:t>Reports</a:t>
            </a:r>
            <a:r>
              <a:rPr b="0" dirty="0"/>
              <a:t> run while ETL loads.</a:t>
            </a:r>
          </a:p>
          <a:p>
            <a:pPr marL="0" indent="0">
              <a:spcAft>
                <a:spcPts val="800"/>
              </a:spcAft>
              <a:buNone/>
            </a:pPr>
            <a:r>
              <a:rPr b="1" dirty="0"/>
              <a:t>Elastic burst workloads</a:t>
            </a:r>
          </a:p>
          <a:p>
            <a:pPr>
              <a:spcAft>
                <a:spcPts val="800"/>
              </a:spcAft>
            </a:pPr>
            <a:r>
              <a:rPr b="0" dirty="0"/>
              <a:t>Serverless compute scales without downtime. No resize-detach-reattach cycle.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589" y="228601"/>
            <a:ext cx="11348862" cy="781258"/>
          </a:xfrm>
        </p:spPr>
        <p:txBody>
          <a:bodyPr>
            <a:normAutofit/>
          </a:bodyPr>
          <a:lstStyle/>
          <a:p>
            <a:pPr algn="ctr"/>
            <a:r>
              <a:rPr sz="4000" dirty="0"/>
              <a:t>What Runs SLOWER in Fabric Warehouse</a:t>
            </a:r>
          </a:p>
        </p:txBody>
      </p:sp>
      <p:sp>
        <p:nvSpPr>
          <p:cNvPr id="3" name="Content Placeholder 2"/>
          <p:cNvSpPr>
            <a:spLocks noGrp="1"/>
          </p:cNvSpPr>
          <p:nvPr>
            <p:ph idx="1"/>
          </p:nvPr>
        </p:nvSpPr>
        <p:spPr>
          <a:xfrm>
            <a:off x="602901" y="1477107"/>
            <a:ext cx="10972799" cy="5461279"/>
          </a:xfrm>
        </p:spPr>
        <p:txBody>
          <a:bodyPr wrap="square">
            <a:noAutofit/>
          </a:bodyPr>
          <a:lstStyle/>
          <a:p>
            <a:pPr marL="0" indent="0">
              <a:spcAft>
                <a:spcPts val="800"/>
              </a:spcAft>
              <a:buNone/>
            </a:pPr>
            <a:r>
              <a:rPr b="1" dirty="0"/>
              <a:t>Point queries (single-row lookup)</a:t>
            </a:r>
          </a:p>
          <a:p>
            <a:pPr>
              <a:spcAft>
                <a:spcPts val="800"/>
              </a:spcAft>
            </a:pPr>
            <a:r>
              <a:rPr b="0" dirty="0"/>
              <a:t>No B-tree index. Must scan row group metadata across all files.</a:t>
            </a:r>
          </a:p>
          <a:p>
            <a:pPr marL="0" indent="0">
              <a:spcAft>
                <a:spcPts val="800"/>
              </a:spcAft>
              <a:buNone/>
            </a:pPr>
            <a:r>
              <a:rPr b="1" dirty="0"/>
              <a:t>Frequent small writes (OLTP pattern)</a:t>
            </a:r>
          </a:p>
          <a:p>
            <a:pPr>
              <a:spcAft>
                <a:spcPts val="800"/>
              </a:spcAft>
            </a:pPr>
            <a:r>
              <a:rPr b="0" dirty="0"/>
              <a:t>Each transaction creates new Parquet files + manifest entries. </a:t>
            </a:r>
            <a:endParaRPr lang="en-US" b="0" dirty="0"/>
          </a:p>
          <a:p>
            <a:pPr>
              <a:spcAft>
                <a:spcPts val="800"/>
              </a:spcAft>
            </a:pPr>
            <a:r>
              <a:rPr b="0" dirty="0"/>
              <a:t>High per-transaction overhead.</a:t>
            </a:r>
          </a:p>
          <a:p>
            <a:pPr marL="0" indent="0">
              <a:spcAft>
                <a:spcPts val="800"/>
              </a:spcAft>
              <a:buNone/>
            </a:pPr>
            <a:r>
              <a:rPr b="1" dirty="0"/>
              <a:t>Cross-distribution joins</a:t>
            </a:r>
          </a:p>
          <a:p>
            <a:pPr>
              <a:spcAft>
                <a:spcPts val="800"/>
              </a:spcAft>
            </a:pPr>
            <a:r>
              <a:rPr b="0" dirty="0"/>
              <a:t>Tables distributed on different keys force a data shuffle across nodes.</a:t>
            </a:r>
          </a:p>
          <a:p>
            <a:pPr marL="0" indent="0">
              <a:spcAft>
                <a:spcPts val="800"/>
              </a:spcAft>
              <a:buNone/>
            </a:pPr>
            <a:r>
              <a:rPr b="1" dirty="0"/>
              <a:t>Row-by-row logic (cursors, scalar UDFs)</a:t>
            </a:r>
          </a:p>
          <a:p>
            <a:pPr>
              <a:spcAft>
                <a:spcPts val="800"/>
              </a:spcAft>
            </a:pPr>
            <a:r>
              <a:rPr b="0" dirty="0"/>
              <a:t>Loses all columnar benefits. Pays distributed overhead on top.</a:t>
            </a:r>
          </a:p>
          <a:p>
            <a:pPr marL="0" indent="0">
              <a:spcAft>
                <a:spcPts val="800"/>
              </a:spcAft>
              <a:buNone/>
            </a:pPr>
            <a:r>
              <a:rPr b="1" dirty="0"/>
              <a:t>Small queries, cold start</a:t>
            </a:r>
          </a:p>
          <a:p>
            <a:pPr>
              <a:spcAft>
                <a:spcPts val="800"/>
              </a:spcAft>
            </a:pPr>
            <a:r>
              <a:rPr b="0" dirty="0"/>
              <a:t>Distributed pipeline adds 3-5 seconds of latency vs. sub-second on traditional DW.</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1"/>
            <a:ext cx="10517188" cy="973182"/>
          </a:xfrm>
        </p:spPr>
        <p:txBody>
          <a:bodyPr>
            <a:normAutofit/>
          </a:bodyPr>
          <a:lstStyle/>
          <a:p>
            <a:pPr algn="ctr"/>
            <a:r>
              <a:rPr sz="4000" dirty="0"/>
              <a:t>DEMO 3: Warehouse vs SQL DB</a:t>
            </a:r>
          </a:p>
        </p:txBody>
      </p:sp>
      <p:sp>
        <p:nvSpPr>
          <p:cNvPr id="3" name="Content Placeholder 2"/>
          <p:cNvSpPr>
            <a:spLocks noGrp="1"/>
          </p:cNvSpPr>
          <p:nvPr>
            <p:ph idx="1"/>
          </p:nvPr>
        </p:nvSpPr>
        <p:spPr>
          <a:xfrm>
            <a:off x="838200" y="1640695"/>
            <a:ext cx="10547242" cy="4531505"/>
          </a:xfrm>
        </p:spPr>
        <p:txBody>
          <a:bodyPr wrap="square">
            <a:noAutofit/>
          </a:bodyPr>
          <a:lstStyle/>
          <a:p>
            <a:pPr marL="0" indent="0">
              <a:spcAft>
                <a:spcPts val="800"/>
              </a:spcAft>
              <a:buNone/>
            </a:pPr>
            <a:r>
              <a:rPr dirty="0"/>
              <a:t>Same data, same queries, different engines</a:t>
            </a:r>
            <a:endParaRPr lang="en-US" dirty="0"/>
          </a:p>
          <a:p>
            <a:pPr marL="0" indent="0">
              <a:spcAft>
                <a:spcPts val="800"/>
              </a:spcAft>
              <a:buNone/>
            </a:pPr>
            <a:r>
              <a:rPr dirty="0"/>
              <a:t>Warehouse wins:</a:t>
            </a:r>
          </a:p>
          <a:p>
            <a:pPr>
              <a:spcAft>
                <a:spcPts val="800"/>
              </a:spcAft>
            </a:pPr>
            <a:r>
              <a:rPr dirty="0"/>
              <a:t>Large aggregate over 4M rows</a:t>
            </a:r>
            <a:r>
              <a:rPr lang="en-US" dirty="0"/>
              <a:t>: </a:t>
            </a:r>
            <a:r>
              <a:rPr dirty="0"/>
              <a:t>columnar reads only the columns needed, predicate pushdown skips partitions, V-Order reduces I/O pages.</a:t>
            </a:r>
          </a:p>
          <a:p>
            <a:pPr marL="0" indent="0">
              <a:spcAft>
                <a:spcPts val="800"/>
              </a:spcAft>
              <a:buNone/>
            </a:pPr>
            <a:r>
              <a:rPr dirty="0"/>
              <a:t>SQL DB wins:</a:t>
            </a:r>
          </a:p>
          <a:p>
            <a:pPr>
              <a:spcAft>
                <a:spcPts val="800"/>
              </a:spcAft>
            </a:pPr>
            <a:r>
              <a:rPr dirty="0"/>
              <a:t>Temp table churn</a:t>
            </a:r>
            <a:r>
              <a:rPr lang="en-US" dirty="0"/>
              <a:t>: </a:t>
            </a:r>
            <a:r>
              <a:rPr dirty="0"/>
              <a:t>20 iterations of SELECT INTO / DROP. </a:t>
            </a:r>
            <a:r>
              <a:rPr dirty="0" err="1"/>
              <a:t>Rowstore</a:t>
            </a:r>
            <a:r>
              <a:rPr dirty="0"/>
              <a:t> temp tables are near-instant; Warehouse creates parquet files each time.</a:t>
            </a:r>
          </a:p>
          <a:p>
            <a:pPr>
              <a:spcAft>
                <a:spcPts val="800"/>
              </a:spcAft>
            </a:pPr>
            <a:r>
              <a:rPr dirty="0"/>
              <a:t>Point lookups</a:t>
            </a:r>
            <a:r>
              <a:rPr lang="en-US" dirty="0"/>
              <a:t>: </a:t>
            </a:r>
            <a:r>
              <a:rPr dirty="0"/>
              <a:t>50 single-row fetches by </a:t>
            </a:r>
            <a:r>
              <a:rPr dirty="0" err="1"/>
              <a:t>CustomerID</a:t>
            </a:r>
            <a:r>
              <a:rPr dirty="0"/>
              <a:t>. B-tree index seek vs. row group metadata scan.</a:t>
            </a:r>
          </a:p>
          <a:p>
            <a:pPr>
              <a:spcAft>
                <a:spcPts val="800"/>
              </a:spcAft>
            </a:pPr>
            <a:r>
              <a:rPr dirty="0"/>
              <a:t>Row-by-row inserts</a:t>
            </a:r>
            <a:r>
              <a:rPr lang="en-US" dirty="0"/>
              <a:t>:</a:t>
            </a:r>
            <a:r>
              <a:rPr dirty="0"/>
              <a:t> 100 individual INSERTs. </a:t>
            </a:r>
            <a:r>
              <a:rPr dirty="0" err="1"/>
              <a:t>Rowstore</a:t>
            </a:r>
            <a:r>
              <a:rPr dirty="0"/>
              <a:t> appends vs. new parquet + manifest per transaction.</a:t>
            </a:r>
          </a:p>
          <a:p>
            <a:pPr marL="0" indent="0">
              <a:spcAft>
                <a:spcPts val="800"/>
              </a:spcAft>
              <a:buNone/>
            </a:pPr>
            <a:r>
              <a:rPr b="1" dirty="0"/>
              <a:t>Use the right engine for the right workload. They read from the same </a:t>
            </a:r>
            <a:r>
              <a:rPr b="1" dirty="0" err="1"/>
              <a:t>OneLake</a:t>
            </a:r>
            <a:r>
              <a:rPr b="1" dirty="0"/>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B7095-28E8-FEA9-C46D-4A73C508E4E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AE6685C-BFC9-5BF7-D983-34C45662E5E4}"/>
              </a:ext>
            </a:extLst>
          </p:cNvPr>
          <p:cNvSpPr>
            <a:spLocks noGrp="1"/>
          </p:cNvSpPr>
          <p:nvPr>
            <p:ph type="title"/>
          </p:nvPr>
        </p:nvSpPr>
        <p:spPr>
          <a:xfrm>
            <a:off x="379244" y="293945"/>
            <a:ext cx="11454616" cy="641060"/>
          </a:xfrm>
        </p:spPr>
        <p:txBody>
          <a:bodyPr>
            <a:normAutofit fontScale="90000"/>
          </a:bodyPr>
          <a:lstStyle/>
          <a:p>
            <a:pPr algn="ctr"/>
            <a:r>
              <a:rPr dirty="0"/>
              <a:t>Further Reading</a:t>
            </a:r>
          </a:p>
        </p:txBody>
      </p:sp>
      <p:sp>
        <p:nvSpPr>
          <p:cNvPr id="10" name="Title 3">
            <a:extLst>
              <a:ext uri="{FF2B5EF4-FFF2-40B4-BE49-F238E27FC236}">
                <a16:creationId xmlns:a16="http://schemas.microsoft.com/office/drawing/2014/main" id="{31E54F08-C9C0-9103-38E2-F2A84358C2AE}"/>
              </a:ext>
            </a:extLst>
          </p:cNvPr>
          <p:cNvSpPr txBox="1">
            <a:spLocks/>
          </p:cNvSpPr>
          <p:nvPr/>
        </p:nvSpPr>
        <p:spPr>
          <a:xfrm>
            <a:off x="1119386" y="1319348"/>
            <a:ext cx="10421145" cy="5319191"/>
          </a:xfrm>
          <a:prstGeom prst="rect">
            <a:avLst/>
          </a:prstGeom>
        </p:spPr>
        <p:txBody>
          <a:bodyPr vert="horz" lIns="0" tIns="45720" rIns="91440" bIns="45720" numCol="1"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spcAft>
                <a:spcPts val="400"/>
              </a:spcAft>
            </a:pPr>
            <a:r>
              <a:rPr sz="1600" b="0" dirty="0">
                <a:latin typeface="+mn-lt"/>
              </a:rPr>
              <a:t>PVLDB Paper #1 (2020) — Polaris: The Distributed SQL Engine in Azure Synapse</a:t>
            </a:r>
          </a:p>
          <a:p>
            <a:pPr>
              <a:spcAft>
                <a:spcPts val="400"/>
              </a:spcAft>
            </a:pPr>
            <a:r>
              <a:rPr sz="1400" b="0" dirty="0">
                <a:latin typeface="+mn-lt"/>
              </a:rPr>
              <a:t>Read-only architecture, cell abstraction, DQP design</a:t>
            </a:r>
          </a:p>
          <a:p>
            <a:pPr>
              <a:spcAft>
                <a:spcPts val="400"/>
              </a:spcAft>
            </a:pPr>
            <a:endParaRPr sz="1400" b="0" dirty="0">
              <a:latin typeface="+mn-lt"/>
            </a:endParaRPr>
          </a:p>
          <a:p>
            <a:pPr>
              <a:spcAft>
                <a:spcPts val="400"/>
              </a:spcAft>
            </a:pPr>
            <a:r>
              <a:rPr sz="1600" b="0" dirty="0">
                <a:latin typeface="+mn-lt"/>
              </a:rPr>
              <a:t>PVLDB Paper #2 (2024) — Executing Transactions on Polaris</a:t>
            </a:r>
          </a:p>
          <a:p>
            <a:pPr>
              <a:spcAft>
                <a:spcPts val="400"/>
              </a:spcAft>
            </a:pPr>
            <a:r>
              <a:rPr sz="1400" b="0" dirty="0">
                <a:latin typeface="+mn-lt"/>
              </a:rPr>
              <a:t>Write-back support, snapshot isolation, STO, deletion vectors</a:t>
            </a:r>
          </a:p>
          <a:p>
            <a:pPr>
              <a:spcAft>
                <a:spcPts val="400"/>
              </a:spcAft>
            </a:pPr>
            <a:endParaRPr sz="1400" b="0" dirty="0">
              <a:latin typeface="+mn-lt"/>
            </a:endParaRPr>
          </a:p>
          <a:p>
            <a:pPr>
              <a:spcAft>
                <a:spcPts val="400"/>
              </a:spcAft>
            </a:pPr>
            <a:r>
              <a:rPr sz="1600" b="0" dirty="0">
                <a:latin typeface="+mn-lt"/>
              </a:rPr>
              <a:t>LST-Bench — Benchmarking Log-Structured Tables</a:t>
            </a:r>
          </a:p>
          <a:p>
            <a:pPr>
              <a:spcAft>
                <a:spcPts val="400"/>
              </a:spcAft>
            </a:pPr>
            <a:r>
              <a:rPr sz="1400" b="0" dirty="0">
                <a:latin typeface="+mn-lt"/>
              </a:rPr>
              <a:t>Microsoft's open-source benchmark for evaluating Delta/Iceberg/Hudi workloads</a:t>
            </a:r>
          </a:p>
          <a:p>
            <a:pPr>
              <a:spcAft>
                <a:spcPts val="400"/>
              </a:spcAft>
            </a:pPr>
            <a:endParaRPr sz="1400" b="0" dirty="0">
              <a:latin typeface="+mn-lt"/>
            </a:endParaRPr>
          </a:p>
          <a:p>
            <a:pPr>
              <a:spcAft>
                <a:spcPts val="400"/>
              </a:spcAft>
            </a:pPr>
            <a:r>
              <a:rPr sz="1600" b="0" dirty="0">
                <a:latin typeface="+mn-lt"/>
              </a:rPr>
              <a:t>Delta Lake Protocol Specification</a:t>
            </a:r>
          </a:p>
          <a:p>
            <a:pPr>
              <a:spcAft>
                <a:spcPts val="400"/>
              </a:spcAft>
            </a:pPr>
            <a:r>
              <a:rPr sz="1400" b="0" dirty="0">
                <a:latin typeface="+mn-lt"/>
              </a:rPr>
              <a:t>Understanding the manifest/checkpoint format Polaris uses under the hood</a:t>
            </a:r>
          </a:p>
        </p:txBody>
      </p:sp>
    </p:spTree>
    <p:extLst>
      <p:ext uri="{BB962C8B-B14F-4D97-AF65-F5344CB8AC3E}">
        <p14:creationId xmlns:p14="http://schemas.microsoft.com/office/powerpoint/2010/main" val="731392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92D1C-D732-0679-CB39-88EFC7C030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547B6F0-E25A-EB6D-652C-11FD4BC55AE2}"/>
              </a:ext>
            </a:extLst>
          </p:cNvPr>
          <p:cNvSpPr>
            <a:spLocks noGrp="1"/>
          </p:cNvSpPr>
          <p:nvPr>
            <p:ph type="title"/>
          </p:nvPr>
        </p:nvSpPr>
        <p:spPr>
          <a:xfrm>
            <a:off x="379244" y="293945"/>
            <a:ext cx="11454616" cy="641060"/>
          </a:xfrm>
        </p:spPr>
        <p:txBody>
          <a:bodyPr>
            <a:normAutofit fontScale="90000"/>
          </a:bodyPr>
          <a:lstStyle/>
          <a:p>
            <a:pPr algn="ctr"/>
            <a:r>
              <a:rPr lang="en-US" dirty="0"/>
              <a:t>Key Takeaways</a:t>
            </a:r>
          </a:p>
        </p:txBody>
      </p:sp>
      <p:sp>
        <p:nvSpPr>
          <p:cNvPr id="10" name="Title 3">
            <a:extLst>
              <a:ext uri="{FF2B5EF4-FFF2-40B4-BE49-F238E27FC236}">
                <a16:creationId xmlns:a16="http://schemas.microsoft.com/office/drawing/2014/main" id="{DD7BA601-888C-1987-3967-5DD45BD8397A}"/>
              </a:ext>
            </a:extLst>
          </p:cNvPr>
          <p:cNvSpPr txBox="1">
            <a:spLocks/>
          </p:cNvSpPr>
          <p:nvPr/>
        </p:nvSpPr>
        <p:spPr>
          <a:xfrm>
            <a:off x="822959" y="1449977"/>
            <a:ext cx="9778051" cy="5319191"/>
          </a:xfrm>
          <a:prstGeom prst="rect">
            <a:avLst/>
          </a:prstGeom>
        </p:spPr>
        <p:txBody>
          <a:bodyPr vert="horz" lIns="0" tIns="45720" rIns="91440" bIns="45720" numCol="1"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marL="285750" indent="-285750">
              <a:spcAft>
                <a:spcPts val="1200"/>
              </a:spcAft>
              <a:buFont typeface="Arial" panose="020B0604020202020204" pitchFamily="34" charset="0"/>
              <a:buChar char="•"/>
            </a:pPr>
            <a:r>
              <a:rPr sz="1800" dirty="0">
                <a:latin typeface="+mn-lt"/>
              </a:rPr>
              <a:t>Polaris replaces the old stateful MPP architecture with stateless, elastic compute over immutable Parquet files in </a:t>
            </a:r>
            <a:r>
              <a:rPr sz="1800" dirty="0" err="1">
                <a:latin typeface="+mn-lt"/>
              </a:rPr>
              <a:t>OneLake</a:t>
            </a:r>
            <a:r>
              <a:rPr sz="1800" dirty="0">
                <a:latin typeface="+mn-lt"/>
              </a:rPr>
              <a:t>.</a:t>
            </a:r>
          </a:p>
          <a:p>
            <a:pPr marL="285750" indent="-285750">
              <a:spcAft>
                <a:spcPts val="1200"/>
              </a:spcAft>
              <a:buFont typeface="Arial" panose="020B0604020202020204" pitchFamily="34" charset="0"/>
              <a:buChar char="•"/>
            </a:pPr>
            <a:r>
              <a:rPr sz="1800" dirty="0">
                <a:latin typeface="+mn-lt"/>
              </a:rPr>
              <a:t>The Cell Abstraction (partition x distribution) is the fundamental unit that makes scaling and fault tolerance possible without downtime.</a:t>
            </a:r>
          </a:p>
          <a:p>
            <a:pPr marL="285750" indent="-285750">
              <a:spcAft>
                <a:spcPts val="1200"/>
              </a:spcAft>
              <a:buFont typeface="Arial" panose="020B0604020202020204" pitchFamily="34" charset="0"/>
              <a:buChar char="•"/>
            </a:pPr>
            <a:r>
              <a:rPr sz="1800" dirty="0">
                <a:latin typeface="+mn-lt"/>
              </a:rPr>
              <a:t>State separation is the core principle: data lives in </a:t>
            </a:r>
            <a:r>
              <a:rPr sz="1800" dirty="0" err="1">
                <a:latin typeface="+mn-lt"/>
              </a:rPr>
              <a:t>OneLake</a:t>
            </a:r>
            <a:r>
              <a:rPr sz="1800" dirty="0">
                <a:latin typeface="+mn-lt"/>
              </a:rPr>
              <a:t>, metadata in SQL DB, cache on local SSD. No component shares state directly.</a:t>
            </a:r>
          </a:p>
          <a:p>
            <a:pPr marL="285750" indent="-285750">
              <a:spcAft>
                <a:spcPts val="1200"/>
              </a:spcAft>
              <a:buFont typeface="Arial" panose="020B0604020202020204" pitchFamily="34" charset="0"/>
              <a:buChar char="•"/>
            </a:pPr>
            <a:r>
              <a:rPr sz="1800" dirty="0">
                <a:latin typeface="+mn-lt"/>
              </a:rPr>
              <a:t>Writes work by making transactions look like queries to the DQP. Immutable files + snapshot isolation mean readers never block writers.</a:t>
            </a:r>
          </a:p>
          <a:p>
            <a:pPr marL="285750" indent="-285750">
              <a:spcAft>
                <a:spcPts val="1200"/>
              </a:spcAft>
              <a:buFont typeface="Arial" panose="020B0604020202020204" pitchFamily="34" charset="0"/>
              <a:buChar char="•"/>
            </a:pPr>
            <a:r>
              <a:rPr sz="1800" dirty="0">
                <a:latin typeface="+mn-lt"/>
              </a:rPr>
              <a:t>The System Task Orchestrator (compaction, checkpointing, GC) keeps performance healthy autonomously - no DBA tuning knobs required.</a:t>
            </a:r>
          </a:p>
        </p:txBody>
      </p:sp>
    </p:spTree>
    <p:extLst>
      <p:ext uri="{BB962C8B-B14F-4D97-AF65-F5344CB8AC3E}">
        <p14:creationId xmlns:p14="http://schemas.microsoft.com/office/powerpoint/2010/main" val="26329313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9C578-1F08-216A-5403-706BD3D85303}"/>
              </a:ext>
            </a:extLst>
          </p:cNvPr>
          <p:cNvSpPr>
            <a:spLocks noGrp="1"/>
          </p:cNvSpPr>
          <p:nvPr>
            <p:ph type="title"/>
          </p:nvPr>
        </p:nvSpPr>
        <p:spPr>
          <a:xfrm>
            <a:off x="1246739" y="330974"/>
            <a:ext cx="10197494" cy="1099457"/>
          </a:xfrm>
        </p:spPr>
        <p:txBody>
          <a:bodyPr>
            <a:noAutofit/>
          </a:bodyPr>
          <a:lstStyle/>
          <a:p>
            <a:r>
              <a:rPr lang="en-US" sz="3200" dirty="0"/>
              <a:t>Don’t forget to connect, thanks for listening!</a:t>
            </a:r>
          </a:p>
        </p:txBody>
      </p:sp>
      <p:graphicFrame>
        <p:nvGraphicFramePr>
          <p:cNvPr id="53" name="Content Placeholder 2">
            <a:extLst>
              <a:ext uri="{FF2B5EF4-FFF2-40B4-BE49-F238E27FC236}">
                <a16:creationId xmlns:a16="http://schemas.microsoft.com/office/drawing/2014/main" id="{3C5312A1-6D86-AB24-BBF8-296AC20E4D4A}"/>
              </a:ext>
            </a:extLst>
          </p:cNvPr>
          <p:cNvGraphicFramePr>
            <a:graphicFrameLocks noGrp="1"/>
          </p:cNvGraphicFramePr>
          <p:nvPr>
            <p:ph idx="1"/>
            <p:extLst>
              <p:ext uri="{D42A27DB-BD31-4B8C-83A1-F6EECF244321}">
                <p14:modId xmlns:p14="http://schemas.microsoft.com/office/powerpoint/2010/main" val="425638681"/>
              </p:ext>
            </p:extLst>
          </p:nvPr>
        </p:nvGraphicFramePr>
        <p:xfrm>
          <a:off x="4466024" y="1430431"/>
          <a:ext cx="7601596" cy="52081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le 1">
            <a:extLst>
              <a:ext uri="{FF2B5EF4-FFF2-40B4-BE49-F238E27FC236}">
                <a16:creationId xmlns:a16="http://schemas.microsoft.com/office/drawing/2014/main" id="{5E3BFC27-6733-8963-13C2-165A3C03425F}"/>
              </a:ext>
            </a:extLst>
          </p:cNvPr>
          <p:cNvSpPr txBox="1">
            <a:spLocks/>
          </p:cNvSpPr>
          <p:nvPr/>
        </p:nvSpPr>
        <p:spPr>
          <a:xfrm>
            <a:off x="808001" y="2165955"/>
            <a:ext cx="2493297" cy="623180"/>
          </a:xfrm>
          <a:prstGeom prst="rect">
            <a:avLst/>
          </a:prstGeom>
        </p:spPr>
        <p:txBody>
          <a:bodyPr vert="horz" lIns="91440" tIns="45720" rIns="91440" bIns="45720" rtlCol="0" anchor="t">
            <a:normAutofit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dirty="0">
                <a:solidFill>
                  <a:schemeClr val="tx1"/>
                </a:solidFill>
              </a:rPr>
              <a:t>GitHub</a:t>
            </a:r>
          </a:p>
        </p:txBody>
      </p:sp>
      <p:pic>
        <p:nvPicPr>
          <p:cNvPr id="4" name="Picture 3">
            <a:extLst>
              <a:ext uri="{FF2B5EF4-FFF2-40B4-BE49-F238E27FC236}">
                <a16:creationId xmlns:a16="http://schemas.microsoft.com/office/drawing/2014/main" id="{F9368141-E5EF-4BB5-7A12-57480E4EC457}"/>
              </a:ext>
            </a:extLst>
          </p:cNvPr>
          <p:cNvPicPr>
            <a:picLocks noChangeAspect="1"/>
          </p:cNvPicPr>
          <p:nvPr/>
        </p:nvPicPr>
        <p:blipFill>
          <a:blip r:embed="rId8"/>
          <a:stretch>
            <a:fillRect/>
          </a:stretch>
        </p:blipFill>
        <p:spPr>
          <a:xfrm>
            <a:off x="451700" y="2789135"/>
            <a:ext cx="3205900" cy="3205900"/>
          </a:xfrm>
          <a:prstGeom prst="rect">
            <a:avLst/>
          </a:prstGeom>
        </p:spPr>
      </p:pic>
    </p:spTree>
    <p:extLst>
      <p:ext uri="{BB962C8B-B14F-4D97-AF65-F5344CB8AC3E}">
        <p14:creationId xmlns:p14="http://schemas.microsoft.com/office/powerpoint/2010/main" val="2435802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76FF62A-72C4-EA74-CFFA-6C03C567B1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1B7A36-C179-7253-D8DF-E1DDFEB82ED4}"/>
              </a:ext>
            </a:extLst>
          </p:cNvPr>
          <p:cNvSpPr>
            <a:spLocks noGrp="1"/>
          </p:cNvSpPr>
          <p:nvPr>
            <p:ph type="title"/>
          </p:nvPr>
        </p:nvSpPr>
        <p:spPr>
          <a:xfrm>
            <a:off x="838200" y="228601"/>
            <a:ext cx="10517188" cy="906863"/>
          </a:xfrm>
        </p:spPr>
        <p:txBody>
          <a:bodyPr>
            <a:normAutofit/>
          </a:bodyPr>
          <a:lstStyle/>
          <a:p>
            <a:pPr algn="ctr"/>
            <a:r>
              <a:rPr sz="4000" dirty="0"/>
              <a:t>The Old World</a:t>
            </a:r>
            <a:r>
              <a:rPr lang="en-US" sz="4000" dirty="0"/>
              <a:t> of DW</a:t>
            </a:r>
            <a:r>
              <a:rPr sz="4000" dirty="0"/>
              <a:t>: Stateful MPP</a:t>
            </a:r>
          </a:p>
        </p:txBody>
      </p:sp>
      <p:sp>
        <p:nvSpPr>
          <p:cNvPr id="3" name="Content Placeholder 2">
            <a:extLst>
              <a:ext uri="{FF2B5EF4-FFF2-40B4-BE49-F238E27FC236}">
                <a16:creationId xmlns:a16="http://schemas.microsoft.com/office/drawing/2014/main" id="{F6D4B9BB-B22E-4352-EC1E-11E761158B05}"/>
              </a:ext>
            </a:extLst>
          </p:cNvPr>
          <p:cNvSpPr>
            <a:spLocks noGrp="1"/>
          </p:cNvSpPr>
          <p:nvPr>
            <p:ph idx="1"/>
          </p:nvPr>
        </p:nvSpPr>
        <p:spPr>
          <a:xfrm>
            <a:off x="477298" y="2165419"/>
            <a:ext cx="3441560" cy="4210259"/>
          </a:xfrm>
        </p:spPr>
        <p:txBody>
          <a:bodyPr wrap="square">
            <a:noAutofit/>
          </a:bodyPr>
          <a:lstStyle/>
          <a:p>
            <a:pPr marL="0" indent="0">
              <a:spcAft>
                <a:spcPts val="800"/>
              </a:spcAft>
              <a:buNone/>
            </a:pPr>
            <a:r>
              <a:rPr sz="2000" b="1" dirty="0"/>
              <a:t>Compute and data were coupled</a:t>
            </a:r>
          </a:p>
          <a:p>
            <a:pPr>
              <a:spcAft>
                <a:spcPts val="800"/>
              </a:spcAft>
            </a:pPr>
            <a:r>
              <a:rPr b="0" dirty="0"/>
              <a:t>Data physically lived on compute nodes. </a:t>
            </a:r>
            <a:endParaRPr lang="en-US" b="0" dirty="0"/>
          </a:p>
          <a:p>
            <a:pPr>
              <a:spcAft>
                <a:spcPts val="800"/>
              </a:spcAft>
            </a:pPr>
            <a:r>
              <a:rPr dirty="0"/>
              <a:t>Scaling meant killing all queries, rolling back transactions, detaching storage, adding nodes, then reattaching. </a:t>
            </a:r>
            <a:endParaRPr lang="en-US" dirty="0"/>
          </a:p>
          <a:p>
            <a:pPr>
              <a:spcAft>
                <a:spcPts val="800"/>
              </a:spcAft>
            </a:pPr>
            <a:r>
              <a:rPr dirty="0"/>
              <a:t>Resizing was impossible </a:t>
            </a:r>
            <a:r>
              <a:rPr b="0" dirty="0"/>
              <a:t>without downtime.</a:t>
            </a:r>
          </a:p>
          <a:p>
            <a:pPr marL="0" indent="0">
              <a:spcAft>
                <a:spcPts val="800"/>
              </a:spcAft>
              <a:buNone/>
            </a:pPr>
            <a:endParaRPr b="0" dirty="0"/>
          </a:p>
        </p:txBody>
      </p:sp>
      <p:sp>
        <p:nvSpPr>
          <p:cNvPr id="4" name="Content Placeholder 2">
            <a:extLst>
              <a:ext uri="{FF2B5EF4-FFF2-40B4-BE49-F238E27FC236}">
                <a16:creationId xmlns:a16="http://schemas.microsoft.com/office/drawing/2014/main" id="{0F742D76-0F8B-CD4C-96E5-6D42A6EDDD26}"/>
              </a:ext>
            </a:extLst>
          </p:cNvPr>
          <p:cNvSpPr txBox="1">
            <a:spLocks/>
          </p:cNvSpPr>
          <p:nvPr/>
        </p:nvSpPr>
        <p:spPr>
          <a:xfrm>
            <a:off x="4226588" y="2165419"/>
            <a:ext cx="3738824" cy="4210260"/>
          </a:xfrm>
          <a:prstGeom prst="rect">
            <a:avLst/>
          </a:prstGeom>
        </p:spPr>
        <p:txBody>
          <a:bodyPr vert="horz" wrap="square" lIns="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800"/>
              </a:spcAft>
              <a:buFont typeface="Arial" panose="020B0604020202020204" pitchFamily="34" charset="0"/>
              <a:buNone/>
            </a:pPr>
            <a:r>
              <a:rPr lang="en-US" sz="2000" b="1" dirty="0"/>
              <a:t>Every node was stateful</a:t>
            </a:r>
          </a:p>
          <a:p>
            <a:pPr>
              <a:spcAft>
                <a:spcPts val="800"/>
              </a:spcAft>
            </a:pPr>
            <a:r>
              <a:rPr lang="en-US" dirty="0"/>
              <a:t>Each compute node held its own slice of data. </a:t>
            </a:r>
          </a:p>
          <a:p>
            <a:pPr>
              <a:spcAft>
                <a:spcPts val="800"/>
              </a:spcAft>
            </a:pPr>
            <a:r>
              <a:rPr lang="en-US" dirty="0"/>
              <a:t>Node failure = data unavailable. This was the root of almost every operational headache.</a:t>
            </a:r>
          </a:p>
          <a:p>
            <a:pPr>
              <a:spcAft>
                <a:spcPts val="800"/>
              </a:spcAft>
            </a:pPr>
            <a:endParaRPr lang="en-US" dirty="0"/>
          </a:p>
        </p:txBody>
      </p:sp>
      <p:sp>
        <p:nvSpPr>
          <p:cNvPr id="6" name="Content Placeholder 2">
            <a:extLst>
              <a:ext uri="{FF2B5EF4-FFF2-40B4-BE49-F238E27FC236}">
                <a16:creationId xmlns:a16="http://schemas.microsoft.com/office/drawing/2014/main" id="{59777302-69AB-1082-151B-9689AD4A76AD}"/>
              </a:ext>
            </a:extLst>
          </p:cNvPr>
          <p:cNvSpPr txBox="1">
            <a:spLocks/>
          </p:cNvSpPr>
          <p:nvPr/>
        </p:nvSpPr>
        <p:spPr>
          <a:xfrm>
            <a:off x="8273142" y="2165417"/>
            <a:ext cx="3738824" cy="4210261"/>
          </a:xfrm>
          <a:prstGeom prst="rect">
            <a:avLst/>
          </a:prstGeom>
        </p:spPr>
        <p:txBody>
          <a:bodyPr vert="horz" wrap="square" lIns="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800"/>
              </a:spcAft>
              <a:buFont typeface="Arial" panose="020B0604020202020204" pitchFamily="34" charset="0"/>
              <a:buNone/>
            </a:pPr>
            <a:r>
              <a:rPr lang="en-US" sz="2000" b="1" dirty="0"/>
              <a:t>Medallion architectures worked around it</a:t>
            </a:r>
          </a:p>
          <a:p>
            <a:pPr>
              <a:spcAft>
                <a:spcPts val="800"/>
              </a:spcAft>
            </a:pPr>
            <a:r>
              <a:rPr lang="en-US" dirty="0"/>
              <a:t>Bronze and silver layers stayed in the Lakehouse for efficient ingestion. </a:t>
            </a:r>
          </a:p>
          <a:p>
            <a:pPr>
              <a:spcAft>
                <a:spcPts val="800"/>
              </a:spcAft>
            </a:pPr>
            <a:r>
              <a:rPr lang="en-US" dirty="0"/>
              <a:t>Only the gold layer used the Warehouse engine for read-optimized analytics.</a:t>
            </a:r>
          </a:p>
          <a:p>
            <a:pPr>
              <a:spcAft>
                <a:spcPts val="800"/>
              </a:spcAft>
            </a:pPr>
            <a:endParaRPr lang="en-US" dirty="0"/>
          </a:p>
        </p:txBody>
      </p:sp>
    </p:spTree>
    <p:extLst>
      <p:ext uri="{BB962C8B-B14F-4D97-AF65-F5344CB8AC3E}">
        <p14:creationId xmlns:p14="http://schemas.microsoft.com/office/powerpoint/2010/main" val="2287400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1"/>
            <a:ext cx="10517188" cy="761162"/>
          </a:xfrm>
        </p:spPr>
        <p:txBody>
          <a:bodyPr>
            <a:normAutofit/>
          </a:bodyPr>
          <a:lstStyle/>
          <a:p>
            <a:pPr algn="ctr"/>
            <a:r>
              <a:rPr sz="4000" dirty="0"/>
              <a:t>Why That Hurt</a:t>
            </a:r>
          </a:p>
        </p:txBody>
      </p:sp>
      <p:sp>
        <p:nvSpPr>
          <p:cNvPr id="3" name="Content Placeholder 2"/>
          <p:cNvSpPr>
            <a:spLocks noGrp="1"/>
          </p:cNvSpPr>
          <p:nvPr>
            <p:ph idx="1"/>
          </p:nvPr>
        </p:nvSpPr>
        <p:spPr>
          <a:xfrm>
            <a:off x="657330" y="1713242"/>
            <a:ext cx="3407229" cy="4458956"/>
          </a:xfrm>
        </p:spPr>
        <p:txBody>
          <a:bodyPr wrap="square">
            <a:normAutofit/>
          </a:bodyPr>
          <a:lstStyle/>
          <a:p>
            <a:pPr marL="0" indent="0">
              <a:spcAft>
                <a:spcPts val="800"/>
              </a:spcAft>
              <a:buNone/>
            </a:pPr>
            <a:r>
              <a:rPr b="1" dirty="0"/>
              <a:t>Two-phase query compilation was brittle</a:t>
            </a:r>
          </a:p>
          <a:p>
            <a:pPr>
              <a:spcAft>
                <a:spcPts val="800"/>
              </a:spcAft>
            </a:pPr>
            <a:r>
              <a:rPr b="0" dirty="0"/>
              <a:t>The front-end compiled part of the plan, back-end nodes compiled the rest. </a:t>
            </a:r>
            <a:endParaRPr lang="en-US" b="0" dirty="0"/>
          </a:p>
          <a:p>
            <a:pPr>
              <a:spcAft>
                <a:spcPts val="800"/>
              </a:spcAft>
            </a:pPr>
            <a:r>
              <a:rPr b="0" dirty="0"/>
              <a:t>Slow, fragile, and inflexible. </a:t>
            </a:r>
            <a:endParaRPr lang="en-US" b="0" dirty="0"/>
          </a:p>
          <a:p>
            <a:pPr>
              <a:spcAft>
                <a:spcPts val="800"/>
              </a:spcAft>
            </a:pPr>
            <a:r>
              <a:rPr b="0" dirty="0"/>
              <a:t>Polaris replaces this with single-phase compilation using directed acyclic graphs (DAGs).</a:t>
            </a:r>
          </a:p>
          <a:p>
            <a:pPr marL="0" indent="0">
              <a:spcAft>
                <a:spcPts val="800"/>
              </a:spcAft>
              <a:buNone/>
            </a:pPr>
            <a:endParaRPr b="0" dirty="0"/>
          </a:p>
        </p:txBody>
      </p:sp>
      <p:sp>
        <p:nvSpPr>
          <p:cNvPr id="4" name="Content Placeholder 2">
            <a:extLst>
              <a:ext uri="{FF2B5EF4-FFF2-40B4-BE49-F238E27FC236}">
                <a16:creationId xmlns:a16="http://schemas.microsoft.com/office/drawing/2014/main" id="{74235C69-265D-137F-56F6-AED904FF464C}"/>
              </a:ext>
            </a:extLst>
          </p:cNvPr>
          <p:cNvSpPr txBox="1">
            <a:spLocks/>
          </p:cNvSpPr>
          <p:nvPr/>
        </p:nvSpPr>
        <p:spPr>
          <a:xfrm>
            <a:off x="4392385" y="1713243"/>
            <a:ext cx="3407229" cy="4458956"/>
          </a:xfrm>
          <a:prstGeom prst="rect">
            <a:avLst/>
          </a:prstGeom>
        </p:spPr>
        <p:txBody>
          <a:bodyPr vert="horz" wrap="square" lIns="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800"/>
              </a:spcAft>
              <a:buNone/>
            </a:pPr>
            <a:r>
              <a:rPr lang="en-US" b="1" dirty="0"/>
              <a:t>Two engines, two copies, two skill sets</a:t>
            </a:r>
          </a:p>
          <a:p>
            <a:pPr>
              <a:spcAft>
                <a:spcPts val="800"/>
              </a:spcAft>
            </a:pPr>
            <a:r>
              <a:rPr lang="en-US" dirty="0"/>
              <a:t>Spark handled data prep. </a:t>
            </a:r>
          </a:p>
          <a:p>
            <a:pPr>
              <a:spcAft>
                <a:spcPts val="800"/>
              </a:spcAft>
            </a:pPr>
            <a:r>
              <a:rPr lang="en-US" dirty="0"/>
              <a:t>SQL DW handled analytics. </a:t>
            </a:r>
          </a:p>
          <a:p>
            <a:pPr>
              <a:spcAft>
                <a:spcPts val="800"/>
              </a:spcAft>
            </a:pPr>
            <a:r>
              <a:rPr lang="en-US" dirty="0"/>
              <a:t>ETL pipelines copied data between them. </a:t>
            </a:r>
          </a:p>
          <a:p>
            <a:pPr>
              <a:spcAft>
                <a:spcPts val="800"/>
              </a:spcAft>
            </a:pPr>
            <a:r>
              <a:rPr lang="en-US" dirty="0"/>
              <a:t>Every copy was a liability, every pipeline was a maintenance burden.</a:t>
            </a:r>
          </a:p>
          <a:p>
            <a:pPr>
              <a:spcAft>
                <a:spcPts val="800"/>
              </a:spcAft>
            </a:pPr>
            <a:endParaRPr lang="en-US" dirty="0"/>
          </a:p>
        </p:txBody>
      </p:sp>
      <p:sp>
        <p:nvSpPr>
          <p:cNvPr id="5" name="Content Placeholder 2">
            <a:extLst>
              <a:ext uri="{FF2B5EF4-FFF2-40B4-BE49-F238E27FC236}">
                <a16:creationId xmlns:a16="http://schemas.microsoft.com/office/drawing/2014/main" id="{7248AEA2-3B30-992C-9B7C-77ED009FA993}"/>
              </a:ext>
            </a:extLst>
          </p:cNvPr>
          <p:cNvSpPr txBox="1">
            <a:spLocks/>
          </p:cNvSpPr>
          <p:nvPr/>
        </p:nvSpPr>
        <p:spPr>
          <a:xfrm>
            <a:off x="8052078" y="1713242"/>
            <a:ext cx="3407229" cy="4458956"/>
          </a:xfrm>
          <a:prstGeom prst="rect">
            <a:avLst/>
          </a:prstGeom>
        </p:spPr>
        <p:txBody>
          <a:bodyPr vert="horz" wrap="square" lIns="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800"/>
              </a:spcAft>
              <a:buNone/>
            </a:pPr>
            <a:r>
              <a:rPr lang="en-US" b="1" dirty="0"/>
              <a:t>The goal</a:t>
            </a:r>
          </a:p>
          <a:p>
            <a:pPr>
              <a:spcAft>
                <a:spcPts val="800"/>
              </a:spcAft>
            </a:pPr>
            <a:r>
              <a:rPr lang="en-US" dirty="0"/>
              <a:t>One engine that handles both workloads by reading data where it lives - the </a:t>
            </a:r>
            <a:r>
              <a:rPr lang="en-US" dirty="0" err="1"/>
              <a:t>lakehouse</a:t>
            </a:r>
            <a:r>
              <a:rPr lang="en-US" dirty="0"/>
              <a:t>. </a:t>
            </a:r>
          </a:p>
          <a:p>
            <a:pPr>
              <a:spcAft>
                <a:spcPts val="800"/>
              </a:spcAft>
            </a:pPr>
            <a:r>
              <a:rPr lang="en-US" dirty="0"/>
              <a:t>No copies, no translation layer.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4D91C4A-F90E-A8BF-C7E1-5F3E9D389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483242-3C87-46A2-8084-D8F93ED865DE}"/>
              </a:ext>
            </a:extLst>
          </p:cNvPr>
          <p:cNvSpPr>
            <a:spLocks noGrp="1"/>
          </p:cNvSpPr>
          <p:nvPr>
            <p:ph type="title"/>
          </p:nvPr>
        </p:nvSpPr>
        <p:spPr>
          <a:xfrm>
            <a:off x="379244" y="293945"/>
            <a:ext cx="11454616" cy="641060"/>
          </a:xfrm>
        </p:spPr>
        <p:txBody>
          <a:bodyPr>
            <a:normAutofit fontScale="90000"/>
          </a:bodyPr>
          <a:lstStyle/>
          <a:p>
            <a:pPr algn="ctr"/>
            <a:r>
              <a:rPr lang="en-US" dirty="0"/>
              <a:t>Is this new &amp; unique to Fabric? Nope!</a:t>
            </a:r>
          </a:p>
        </p:txBody>
      </p:sp>
      <p:sp>
        <p:nvSpPr>
          <p:cNvPr id="10" name="Title 3">
            <a:extLst>
              <a:ext uri="{FF2B5EF4-FFF2-40B4-BE49-F238E27FC236}">
                <a16:creationId xmlns:a16="http://schemas.microsoft.com/office/drawing/2014/main" id="{30BB553B-55A6-C33F-4069-5AE3072669EB}"/>
              </a:ext>
            </a:extLst>
          </p:cNvPr>
          <p:cNvSpPr txBox="1">
            <a:spLocks/>
          </p:cNvSpPr>
          <p:nvPr/>
        </p:nvSpPr>
        <p:spPr>
          <a:xfrm>
            <a:off x="1820302" y="1575581"/>
            <a:ext cx="8572500" cy="5319191"/>
          </a:xfrm>
          <a:prstGeom prst="rect">
            <a:avLst/>
          </a:prstGeom>
        </p:spPr>
        <p:txBody>
          <a:bodyPr vert="horz" lIns="0" tIns="45720" rIns="91440" bIns="45720" numCol="1"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dirty="0">
                <a:latin typeface="+mn-lt"/>
              </a:rPr>
              <a:t>2016: </a:t>
            </a:r>
            <a:r>
              <a:rPr lang="en-US" sz="1800" dirty="0" err="1">
                <a:latin typeface="+mn-lt"/>
              </a:rPr>
              <a:t>Polybase</a:t>
            </a:r>
            <a:endParaRPr lang="en-US" sz="1800" dirty="0">
              <a:latin typeface="+mn-lt"/>
            </a:endParaRPr>
          </a:p>
          <a:p>
            <a:pPr marL="742950" lvl="1" indent="-285750">
              <a:buFont typeface="Arial" panose="020B0604020202020204" pitchFamily="34" charset="0"/>
              <a:buChar char="•"/>
            </a:pPr>
            <a:r>
              <a:rPr lang="en-US" dirty="0"/>
              <a:t>First time Microsoft queried external files with SQL</a:t>
            </a:r>
            <a:br>
              <a:rPr lang="en-US" dirty="0"/>
            </a:br>
            <a:endParaRPr lang="en-US" dirty="0">
              <a:latin typeface="+mn-lt"/>
            </a:endParaRPr>
          </a:p>
          <a:p>
            <a:r>
              <a:rPr lang="en-US" sz="1800" dirty="0">
                <a:latin typeface="+mn-lt"/>
              </a:rPr>
              <a:t>2018: SQL DW / Synapse</a:t>
            </a:r>
          </a:p>
          <a:p>
            <a:pPr marL="742950" lvl="1" indent="-285750">
              <a:buFont typeface="Arial" panose="020B0604020202020204" pitchFamily="34" charset="0"/>
              <a:buChar char="•"/>
            </a:pPr>
            <a:r>
              <a:rPr lang="en-US" dirty="0"/>
              <a:t>MPP warehouse with dedicated SQL pools. Polaris work begins internally at Microsoft.</a:t>
            </a:r>
            <a:br>
              <a:rPr lang="en-US" dirty="0"/>
            </a:br>
            <a:endParaRPr lang="en-US" dirty="0">
              <a:latin typeface="+mn-lt"/>
            </a:endParaRPr>
          </a:p>
          <a:p>
            <a:r>
              <a:rPr lang="en-US" sz="1800" dirty="0">
                <a:latin typeface="+mn-lt"/>
              </a:rPr>
              <a:t>2020: PVLDB Paper # 1 (read-only)</a:t>
            </a:r>
          </a:p>
          <a:p>
            <a:pPr marL="742950" lvl="1" indent="-285750">
              <a:buFont typeface="Arial" panose="020B0604020202020204" pitchFamily="34" charset="0"/>
              <a:buChar char="•"/>
            </a:pPr>
            <a:r>
              <a:rPr lang="en-US" dirty="0"/>
              <a:t>Polaris is published. Now powers synapse serverless </a:t>
            </a:r>
            <a:r>
              <a:rPr lang="en-US" dirty="0" err="1"/>
              <a:t>sql</a:t>
            </a:r>
            <a:r>
              <a:rPr lang="en-US" dirty="0"/>
              <a:t> pool</a:t>
            </a:r>
            <a:br>
              <a:rPr lang="en-US" dirty="0"/>
            </a:br>
            <a:endParaRPr lang="en-US" dirty="0">
              <a:latin typeface="+mn-lt"/>
            </a:endParaRPr>
          </a:p>
          <a:p>
            <a:r>
              <a:rPr lang="en-US" sz="1800" dirty="0">
                <a:latin typeface="+mn-lt"/>
              </a:rPr>
              <a:t>2024: PVLDB Paper # 2 (write-back)</a:t>
            </a:r>
          </a:p>
          <a:p>
            <a:pPr marL="742950" lvl="1" indent="-285750">
              <a:buFont typeface="Arial" panose="020B0604020202020204" pitchFamily="34" charset="0"/>
              <a:buChar char="•"/>
            </a:pPr>
            <a:r>
              <a:rPr lang="en-US" dirty="0"/>
              <a:t>Now Polaris supports transactions. </a:t>
            </a:r>
          </a:p>
          <a:p>
            <a:pPr marL="742950" lvl="1" indent="-285750">
              <a:buFont typeface="Arial" panose="020B0604020202020204" pitchFamily="34" charset="0"/>
              <a:buChar char="•"/>
            </a:pPr>
            <a:r>
              <a:rPr lang="en-US" dirty="0"/>
              <a:t>Full CRUD, snapshot isolation</a:t>
            </a:r>
          </a:p>
          <a:p>
            <a:pPr marL="742950" lvl="1" indent="-285750">
              <a:buFont typeface="Arial" panose="020B0604020202020204" pitchFamily="34" charset="0"/>
              <a:buChar char="•"/>
            </a:pPr>
            <a:r>
              <a:rPr lang="en-US" dirty="0"/>
              <a:t>Powers Fabric DW </a:t>
            </a:r>
          </a:p>
          <a:p>
            <a:pPr marL="742950" lvl="1" indent="-285750">
              <a:buFont typeface="Arial" panose="020B0604020202020204" pitchFamily="34" charset="0"/>
              <a:buChar char="•"/>
            </a:pPr>
            <a:endParaRPr lang="en-US" dirty="0">
              <a:solidFill>
                <a:schemeClr val="accent1"/>
              </a:solidFill>
              <a:latin typeface="+mn-lt"/>
            </a:endParaRPr>
          </a:p>
        </p:txBody>
      </p:sp>
    </p:spTree>
    <p:extLst>
      <p:ext uri="{BB962C8B-B14F-4D97-AF65-F5344CB8AC3E}">
        <p14:creationId xmlns:p14="http://schemas.microsoft.com/office/powerpoint/2010/main" val="2230472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1"/>
            <a:ext cx="10517188" cy="861645"/>
          </a:xfrm>
        </p:spPr>
        <p:txBody>
          <a:bodyPr>
            <a:normAutofit/>
          </a:bodyPr>
          <a:lstStyle/>
          <a:p>
            <a:pPr algn="ctr"/>
            <a:r>
              <a:rPr sz="4000" dirty="0"/>
              <a:t>The Commit Path</a:t>
            </a:r>
          </a:p>
        </p:txBody>
      </p:sp>
      <p:sp>
        <p:nvSpPr>
          <p:cNvPr id="3" name="Content Placeholder 2"/>
          <p:cNvSpPr>
            <a:spLocks noGrp="1"/>
          </p:cNvSpPr>
          <p:nvPr>
            <p:ph idx="1"/>
          </p:nvPr>
        </p:nvSpPr>
        <p:spPr>
          <a:xfrm>
            <a:off x="838199" y="1537398"/>
            <a:ext cx="10616921" cy="5270360"/>
          </a:xfrm>
        </p:spPr>
        <p:txBody>
          <a:bodyPr wrap="square">
            <a:noAutofit/>
          </a:bodyPr>
          <a:lstStyle/>
          <a:p>
            <a:pPr marL="0" indent="0">
              <a:spcAft>
                <a:spcPts val="800"/>
              </a:spcAft>
              <a:buNone/>
            </a:pPr>
            <a:r>
              <a:rPr sz="1600" b="1" dirty="0"/>
              <a:t>Step 1: SQL-FE </a:t>
            </a:r>
            <a:r>
              <a:rPr sz="1600" b="1" dirty="0" err="1"/>
              <a:t>upserts</a:t>
            </a:r>
            <a:r>
              <a:rPr sz="1600" b="1" dirty="0"/>
              <a:t> </a:t>
            </a:r>
            <a:r>
              <a:rPr sz="1600" b="1" dirty="0" err="1"/>
              <a:t>WriteSets</a:t>
            </a:r>
            <a:r>
              <a:rPr sz="1600" b="1" dirty="0"/>
              <a:t> table</a:t>
            </a:r>
          </a:p>
          <a:p>
            <a:pPr>
              <a:spcAft>
                <a:spcPts val="800"/>
              </a:spcAft>
            </a:pPr>
            <a:r>
              <a:rPr sz="1600" b="0" dirty="0"/>
              <a:t>Records which tables and files were modified by this transaction.</a:t>
            </a:r>
          </a:p>
          <a:p>
            <a:pPr>
              <a:spcAft>
                <a:spcPts val="800"/>
              </a:spcAft>
            </a:pPr>
            <a:endParaRPr sz="1600" b="0" dirty="0"/>
          </a:p>
          <a:p>
            <a:pPr marL="0" indent="0">
              <a:spcAft>
                <a:spcPts val="800"/>
              </a:spcAft>
              <a:buNone/>
            </a:pPr>
            <a:r>
              <a:rPr sz="1600" b="1" dirty="0"/>
              <a:t>Step 2: Acquire commit lock</a:t>
            </a:r>
          </a:p>
          <a:p>
            <a:pPr>
              <a:spcAft>
                <a:spcPts val="800"/>
              </a:spcAft>
            </a:pPr>
            <a:r>
              <a:rPr sz="1600" b="0" dirty="0"/>
              <a:t>Serialization point</a:t>
            </a:r>
            <a:r>
              <a:rPr lang="en-US" sz="1600" b="0" dirty="0"/>
              <a:t>:</a:t>
            </a:r>
            <a:r>
              <a:rPr sz="1600" b="0" dirty="0"/>
              <a:t> only one transaction can commit at a time.</a:t>
            </a:r>
          </a:p>
          <a:p>
            <a:pPr>
              <a:spcAft>
                <a:spcPts val="800"/>
              </a:spcAft>
            </a:pPr>
            <a:endParaRPr sz="1600" b="0" dirty="0"/>
          </a:p>
          <a:p>
            <a:pPr marL="0" indent="0">
              <a:spcAft>
                <a:spcPts val="800"/>
              </a:spcAft>
              <a:buNone/>
            </a:pPr>
            <a:r>
              <a:rPr sz="1600" b="1" dirty="0"/>
              <a:t>Step 3: Insert manifest row</a:t>
            </a:r>
          </a:p>
          <a:p>
            <a:pPr>
              <a:spcAft>
                <a:spcPts val="800"/>
              </a:spcAft>
            </a:pPr>
            <a:r>
              <a:rPr sz="1600" b="0" dirty="0"/>
              <a:t>The new Parquet files and deletion vectors become visible to future reads.</a:t>
            </a:r>
          </a:p>
          <a:p>
            <a:pPr marL="0" indent="0">
              <a:spcAft>
                <a:spcPts val="800"/>
              </a:spcAft>
              <a:buNone/>
            </a:pPr>
            <a:endParaRPr sz="1600" b="0" dirty="0"/>
          </a:p>
          <a:p>
            <a:pPr marL="0" indent="0">
              <a:spcAft>
                <a:spcPts val="800"/>
              </a:spcAft>
              <a:buNone/>
            </a:pPr>
            <a:r>
              <a:rPr sz="1600" b="1" dirty="0"/>
              <a:t>Step 4: Commit the SQL DB transaction</a:t>
            </a:r>
          </a:p>
          <a:p>
            <a:pPr>
              <a:spcAft>
                <a:spcPts val="800"/>
              </a:spcAft>
            </a:pPr>
            <a:r>
              <a:rPr sz="1600" b="0" dirty="0"/>
              <a:t>All blocks are committed atomically. The block blob API in ADLS allows multiple SQL-BE instances to write blocks to the same manifest file concurrently.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1663841-CEA4-266A-8203-3CCF45CB2E7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A011C14-990D-55B7-7936-7D53EFA4C772}"/>
              </a:ext>
            </a:extLst>
          </p:cNvPr>
          <p:cNvSpPr>
            <a:spLocks noGrp="1"/>
          </p:cNvSpPr>
          <p:nvPr>
            <p:ph type="title"/>
          </p:nvPr>
        </p:nvSpPr>
        <p:spPr>
          <a:xfrm>
            <a:off x="379244" y="293945"/>
            <a:ext cx="11454616" cy="641060"/>
          </a:xfrm>
        </p:spPr>
        <p:txBody>
          <a:bodyPr>
            <a:normAutofit fontScale="90000"/>
          </a:bodyPr>
          <a:lstStyle/>
          <a:p>
            <a:pPr algn="ctr"/>
            <a:r>
              <a:rPr lang="en-US" dirty="0"/>
              <a:t>What is Snapshot Isolation?</a:t>
            </a:r>
          </a:p>
        </p:txBody>
      </p:sp>
      <p:sp>
        <p:nvSpPr>
          <p:cNvPr id="10" name="Title 3">
            <a:extLst>
              <a:ext uri="{FF2B5EF4-FFF2-40B4-BE49-F238E27FC236}">
                <a16:creationId xmlns:a16="http://schemas.microsoft.com/office/drawing/2014/main" id="{2DD67D76-1F91-93EC-43A7-B6CF0801DD7F}"/>
              </a:ext>
            </a:extLst>
          </p:cNvPr>
          <p:cNvSpPr txBox="1">
            <a:spLocks/>
          </p:cNvSpPr>
          <p:nvPr/>
        </p:nvSpPr>
        <p:spPr>
          <a:xfrm>
            <a:off x="822960" y="1449977"/>
            <a:ext cx="10850880" cy="5319191"/>
          </a:xfrm>
          <a:prstGeom prst="rect">
            <a:avLst/>
          </a:prstGeom>
        </p:spPr>
        <p:txBody>
          <a:bodyPr vert="horz" lIns="0" tIns="45720" rIns="91440" bIns="45720" numCol="1"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spcAft>
                <a:spcPts val="800"/>
              </a:spcAft>
            </a:pPr>
            <a:r>
              <a:rPr sz="2000" b="1" dirty="0">
                <a:latin typeface="+mn-lt"/>
              </a:rPr>
              <a:t>How concurrent transactions stay safe</a:t>
            </a:r>
          </a:p>
          <a:p>
            <a:pPr>
              <a:spcAft>
                <a:spcPts val="800"/>
              </a:spcAft>
            </a:pPr>
            <a:endParaRPr sz="2000" b="1" dirty="0">
              <a:latin typeface="+mn-lt"/>
            </a:endParaRPr>
          </a:p>
          <a:p>
            <a:pPr>
              <a:spcAft>
                <a:spcPts val="800"/>
              </a:spcAft>
            </a:pPr>
            <a:r>
              <a:rPr sz="1800" b="1" dirty="0">
                <a:latin typeface="+mn-lt"/>
              </a:rPr>
              <a:t>Read phase </a:t>
            </a:r>
            <a:r>
              <a:rPr lang="en-US" sz="1800" b="1" dirty="0">
                <a:latin typeface="+mn-lt"/>
              </a:rPr>
              <a:t>-</a:t>
            </a:r>
            <a:r>
              <a:rPr sz="1800" b="1" dirty="0">
                <a:latin typeface="+mn-lt"/>
              </a:rPr>
              <a:t> optimistic</a:t>
            </a:r>
          </a:p>
          <a:p>
            <a:pPr>
              <a:spcAft>
                <a:spcPts val="800"/>
              </a:spcAft>
            </a:pPr>
            <a:r>
              <a:rPr sz="1600" b="0" dirty="0">
                <a:latin typeface="+mn-lt"/>
              </a:rPr>
              <a:t>Each transaction captures a snapshot from the manifests table at its start time. It sees only data committed before that moment.</a:t>
            </a:r>
          </a:p>
          <a:p>
            <a:pPr>
              <a:spcAft>
                <a:spcPts val="800"/>
              </a:spcAft>
            </a:pPr>
            <a:endParaRPr sz="1600" b="0" dirty="0">
              <a:latin typeface="+mn-lt"/>
            </a:endParaRPr>
          </a:p>
          <a:p>
            <a:pPr>
              <a:spcAft>
                <a:spcPts val="800"/>
              </a:spcAft>
            </a:pPr>
            <a:r>
              <a:rPr sz="1800" b="1" dirty="0">
                <a:latin typeface="+mn-lt"/>
              </a:rPr>
              <a:t>Write phase </a:t>
            </a:r>
            <a:r>
              <a:rPr lang="en-US" sz="1800" b="1" dirty="0">
                <a:latin typeface="+mn-lt"/>
              </a:rPr>
              <a:t>-</a:t>
            </a:r>
            <a:r>
              <a:rPr sz="1800" b="1" dirty="0">
                <a:latin typeface="+mn-lt"/>
              </a:rPr>
              <a:t> private</a:t>
            </a:r>
          </a:p>
          <a:p>
            <a:pPr>
              <a:spcAft>
                <a:spcPts val="800"/>
              </a:spcAft>
            </a:pPr>
            <a:r>
              <a:rPr sz="1600" b="0" dirty="0">
                <a:latin typeface="+mn-lt"/>
              </a:rPr>
              <a:t>All new Parquet files and deletion vectors go to a private manifest. Nothing is visible to other transactions yet.</a:t>
            </a:r>
          </a:p>
          <a:p>
            <a:pPr>
              <a:spcAft>
                <a:spcPts val="800"/>
              </a:spcAft>
            </a:pPr>
            <a:endParaRPr sz="1600" b="0" dirty="0">
              <a:latin typeface="+mn-lt"/>
            </a:endParaRPr>
          </a:p>
          <a:p>
            <a:pPr>
              <a:spcAft>
                <a:spcPts val="800"/>
              </a:spcAft>
            </a:pPr>
            <a:r>
              <a:rPr sz="1800" b="1" dirty="0">
                <a:latin typeface="+mn-lt"/>
              </a:rPr>
              <a:t>Commit phase </a:t>
            </a:r>
            <a:r>
              <a:rPr lang="en-US" sz="1800" b="1" dirty="0">
                <a:latin typeface="+mn-lt"/>
              </a:rPr>
              <a:t>-</a:t>
            </a:r>
            <a:r>
              <a:rPr sz="1800" b="1" dirty="0">
                <a:latin typeface="+mn-lt"/>
              </a:rPr>
              <a:t> serialized</a:t>
            </a:r>
          </a:p>
          <a:p>
            <a:pPr>
              <a:spcAft>
                <a:spcPts val="800"/>
              </a:spcAft>
            </a:pPr>
            <a:r>
              <a:rPr sz="1600" b="0" dirty="0">
                <a:latin typeface="+mn-lt"/>
              </a:rPr>
              <a:t>SQL-FE acquires a commit lock, validates no conflicts, inserts the manifest. </a:t>
            </a:r>
            <a:endParaRPr lang="en-US" sz="1600" b="0" dirty="0">
              <a:latin typeface="+mn-lt"/>
            </a:endParaRPr>
          </a:p>
          <a:p>
            <a:pPr>
              <a:spcAft>
                <a:spcPts val="800"/>
              </a:spcAft>
            </a:pPr>
            <a:r>
              <a:rPr sz="1600" b="0" dirty="0">
                <a:latin typeface="+mn-lt"/>
              </a:rPr>
              <a:t>If two transactions modified the same data, first writer wins</a:t>
            </a:r>
            <a:r>
              <a:rPr lang="en-US" sz="1600" b="0" dirty="0">
                <a:latin typeface="+mn-lt"/>
              </a:rPr>
              <a:t> and</a:t>
            </a:r>
            <a:r>
              <a:rPr sz="1600" b="0" dirty="0">
                <a:latin typeface="+mn-lt"/>
              </a:rPr>
              <a:t> the second retries.</a:t>
            </a:r>
          </a:p>
          <a:p>
            <a:pPr>
              <a:spcAft>
                <a:spcPts val="800"/>
              </a:spcAft>
            </a:pPr>
            <a:endParaRPr sz="1600" b="0" dirty="0">
              <a:latin typeface="+mn-lt"/>
            </a:endParaRPr>
          </a:p>
          <a:p>
            <a:pPr>
              <a:spcAft>
                <a:spcPts val="800"/>
              </a:spcAft>
            </a:pPr>
            <a:r>
              <a:rPr sz="1600" b="1" dirty="0">
                <a:latin typeface="+mn-lt"/>
              </a:rPr>
              <a:t>Because files are immutable, readers never see partial writes. No locks, no blocking, no dirty reads.</a:t>
            </a:r>
          </a:p>
        </p:txBody>
      </p:sp>
    </p:spTree>
    <p:extLst>
      <p:ext uri="{BB962C8B-B14F-4D97-AF65-F5344CB8AC3E}">
        <p14:creationId xmlns:p14="http://schemas.microsoft.com/office/powerpoint/2010/main" val="7639362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D62D109-D174-D83D-1771-312F98A6F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0E351D-4DBD-2D93-93DD-F6F6830CC7B5}"/>
              </a:ext>
            </a:extLst>
          </p:cNvPr>
          <p:cNvSpPr>
            <a:spLocks noGrp="1"/>
          </p:cNvSpPr>
          <p:nvPr>
            <p:ph type="title"/>
          </p:nvPr>
        </p:nvSpPr>
        <p:spPr>
          <a:xfrm>
            <a:off x="838200" y="228601"/>
            <a:ext cx="10517188" cy="806379"/>
          </a:xfrm>
        </p:spPr>
        <p:txBody>
          <a:bodyPr>
            <a:normAutofit/>
          </a:bodyPr>
          <a:lstStyle/>
          <a:p>
            <a:pPr algn="ctr"/>
            <a:r>
              <a:rPr sz="4000" dirty="0"/>
              <a:t>V-Order: When &amp; Why It Matters</a:t>
            </a:r>
          </a:p>
        </p:txBody>
      </p:sp>
      <p:sp>
        <p:nvSpPr>
          <p:cNvPr id="3" name="Content Placeholder 2">
            <a:extLst>
              <a:ext uri="{FF2B5EF4-FFF2-40B4-BE49-F238E27FC236}">
                <a16:creationId xmlns:a16="http://schemas.microsoft.com/office/drawing/2014/main" id="{00499C44-3997-73E1-D372-91D741B22518}"/>
              </a:ext>
            </a:extLst>
          </p:cNvPr>
          <p:cNvSpPr>
            <a:spLocks noGrp="1"/>
          </p:cNvSpPr>
          <p:nvPr>
            <p:ph idx="1"/>
          </p:nvPr>
        </p:nvSpPr>
        <p:spPr>
          <a:xfrm>
            <a:off x="768699" y="1386673"/>
            <a:ext cx="10671349" cy="5471327"/>
          </a:xfrm>
        </p:spPr>
        <p:txBody>
          <a:bodyPr wrap="square">
            <a:noAutofit/>
          </a:bodyPr>
          <a:lstStyle/>
          <a:p>
            <a:pPr marL="0" indent="0">
              <a:spcAft>
                <a:spcPts val="600"/>
              </a:spcAft>
              <a:buNone/>
            </a:pPr>
            <a:r>
              <a:rPr b="1" dirty="0"/>
              <a:t>When is it applied?</a:t>
            </a:r>
          </a:p>
          <a:p>
            <a:pPr>
              <a:spcAft>
                <a:spcPts val="600"/>
              </a:spcAft>
            </a:pPr>
            <a:r>
              <a:rPr b="0" dirty="0"/>
              <a:t>Automatically on writes to Warehouse tables.</a:t>
            </a:r>
          </a:p>
          <a:p>
            <a:pPr>
              <a:spcAft>
                <a:spcPts val="600"/>
              </a:spcAft>
            </a:pPr>
            <a:r>
              <a:rPr b="0" dirty="0"/>
              <a:t>During STO compaction passes.</a:t>
            </a:r>
          </a:p>
          <a:p>
            <a:pPr>
              <a:spcAft>
                <a:spcPts val="600"/>
              </a:spcAft>
            </a:pPr>
            <a:r>
              <a:rPr b="0" dirty="0"/>
              <a:t>Can be applied to Lakehouse tables via Spark with the optimize command.</a:t>
            </a:r>
            <a:br>
              <a:rPr lang="en-US" b="0" dirty="0"/>
            </a:br>
            <a:endParaRPr b="0" dirty="0"/>
          </a:p>
          <a:p>
            <a:pPr marL="0" indent="0">
              <a:spcAft>
                <a:spcPts val="600"/>
              </a:spcAft>
              <a:buNone/>
            </a:pPr>
            <a:r>
              <a:rPr b="1" dirty="0"/>
              <a:t>Why it matters:</a:t>
            </a:r>
          </a:p>
          <a:p>
            <a:pPr>
              <a:spcAft>
                <a:spcPts val="600"/>
              </a:spcAft>
            </a:pPr>
            <a:r>
              <a:rPr b="0" dirty="0"/>
              <a:t>Microsoft benchmarks show 2-3x faster reads on V-Ordered Parquet vs. unordered. </a:t>
            </a:r>
            <a:endParaRPr lang="en-US" b="0" dirty="0"/>
          </a:p>
          <a:p>
            <a:pPr>
              <a:spcAft>
                <a:spcPts val="600"/>
              </a:spcAft>
            </a:pPr>
            <a:r>
              <a:rPr b="0" dirty="0"/>
              <a:t>The improvement compounds with predicate pushdown because better-sorted data means more row groups can be skipped entirely.</a:t>
            </a:r>
          </a:p>
        </p:txBody>
      </p:sp>
    </p:spTree>
    <p:extLst>
      <p:ext uri="{BB962C8B-B14F-4D97-AF65-F5344CB8AC3E}">
        <p14:creationId xmlns:p14="http://schemas.microsoft.com/office/powerpoint/2010/main" val="756188405"/>
      </p:ext>
    </p:extLst>
  </p:cSld>
  <p:clrMapOvr>
    <a:masterClrMapping/>
  </p:clrMapOvr>
</p:sld>
</file>

<file path=ppt/theme/theme1.xml><?xml version="1.0" encoding="utf-8"?>
<a:theme xmlns:a="http://schemas.openxmlformats.org/drawingml/2006/main" name="Accessible Theme">
  <a:themeElements>
    <a:clrScheme name="Custom 1">
      <a:dk1>
        <a:sysClr val="windowText" lastClr="000000"/>
      </a:dk1>
      <a:lt1>
        <a:sysClr val="window" lastClr="FFFFFF"/>
      </a:lt1>
      <a:dk2>
        <a:srgbClr val="4D671B"/>
      </a:dk2>
      <a:lt2>
        <a:srgbClr val="EBEBEB"/>
      </a:lt2>
      <a:accent1>
        <a:srgbClr val="2A5010"/>
      </a:accent1>
      <a:accent2>
        <a:srgbClr val="2A5010"/>
      </a:accent2>
      <a:accent3>
        <a:srgbClr val="E6B91E"/>
      </a:accent3>
      <a:accent4>
        <a:srgbClr val="E76618"/>
      </a:accent4>
      <a:accent5>
        <a:srgbClr val="C42F1A"/>
      </a:accent5>
      <a:accent6>
        <a:srgbClr val="918655"/>
      </a:accent6>
      <a:hlink>
        <a:srgbClr val="99CA3C"/>
      </a:hlink>
      <a:folHlink>
        <a:srgbClr val="B9D181"/>
      </a:folHlink>
    </a:clrScheme>
    <a:fontScheme name="Dyslexic Readable">
      <a:majorFont>
        <a:latin typeface="Atkinson Hyperlegible"/>
        <a:ea typeface=""/>
        <a:cs typeface=""/>
      </a:majorFont>
      <a:minorFont>
        <a:latin typeface="Atkinson Hyperlegib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 Theme" id="{10875AD4-5CAD-4872-B4F2-FE61D414DF08}" vid="{29D82CBB-C483-4E97-ACEB-BAAA2D7D27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B28B1FF-B783-4735-8B92-54E899FCF9CC}">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A497A3D7617504B977B8187B9BC83AE" ma:contentTypeVersion="21" ma:contentTypeDescription="Create a new document." ma:contentTypeScope="" ma:versionID="150874b74f4caff4db47f7a2c40fbc04">
  <xsd:schema xmlns:xsd="http://www.w3.org/2001/XMLSchema" xmlns:xs="http://www.w3.org/2001/XMLSchema" xmlns:p="http://schemas.microsoft.com/office/2006/metadata/properties" xmlns:ns2="2de999e9-4172-4c67-9dfb-7a2bdf2ec9fe" xmlns:ns3="597c0f75-850a-4631-bfec-0dfc22554463" targetNamespace="http://schemas.microsoft.com/office/2006/metadata/properties" ma:root="true" ma:fieldsID="73f62a5a3b6dcadfd6ecee10f71c01f1" ns2:_="" ns3:_="">
    <xsd:import namespace="2de999e9-4172-4c67-9dfb-7a2bdf2ec9fe"/>
    <xsd:import namespace="597c0f75-850a-4631-bfec-0dfc2255446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CR" minOccurs="0"/>
                <xsd:element ref="ns3:MediaServiceGenerationTime" minOccurs="0"/>
                <xsd:element ref="ns3:MediaServiceEventHashCode" minOccurs="0"/>
                <xsd:element ref="ns3:lcf76f155ced4ddcb4097134ff3c332f" minOccurs="0"/>
                <xsd:element ref="ns2:TaxCatchAll" minOccurs="0"/>
                <xsd:element ref="ns3:MediaServiceSearchProperties" minOccurs="0"/>
                <xsd:element ref="ns3:MediaServiceObjectDetectorVersions" minOccurs="0"/>
                <xsd:element ref="ns3:_Flow_SignoffStatus" minOccurs="0"/>
                <xsd:element ref="ns3:MediaServiceDateTaken" minOccurs="0"/>
                <xsd:element ref="ns3:MediaLengthInSeconds" minOccurs="0"/>
                <xsd:element ref="ns3:MediaServiceLocation" minOccurs="0"/>
                <xsd:element ref="ns3:AreaofExpertise" minOccurs="0"/>
                <xsd:element ref="ns3:Owner" minOccurs="0"/>
                <xsd:element ref="ns3:ModuleID" minOccurs="0"/>
                <xsd:element ref="ns3:Archiv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e999e9-4172-4c67-9dfb-7a2bdf2ec9f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17" nillable="true" ma:displayName="Taxonomy Catch All Column" ma:hidden="true" ma:list="{3ee17c9e-5d82-41ff-9f8e-3f5a1f7119a8}" ma:internalName="TaxCatchAll" ma:showField="CatchAllData" ma:web="2de999e9-4172-4c67-9dfb-7a2bdf2ec9f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97c0f75-850a-4631-bfec-0dfc2255446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13beb978-957d-46a2-9a24-771190ada31c" ma:termSetId="09814cd3-568e-fe90-9814-8d621ff8fb84" ma:anchorId="fba54fb3-c3e1-fe81-a776-ca4b69148c4d" ma:open="true" ma:isKeyword="false">
      <xsd:complexType>
        <xsd:sequence>
          <xsd:element ref="pc:Terms" minOccurs="0" maxOccurs="1"/>
        </xsd:sequence>
      </xsd:complex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description="" ma:indexed="true" ma:internalName="MediaServiceLocation" ma:readOnly="true">
      <xsd:simpleType>
        <xsd:restriction base="dms:Text"/>
      </xsd:simpleType>
    </xsd:element>
    <xsd:element name="AreaofExpertise" ma:index="24" nillable="true" ma:displayName="Area of Expertise" ma:description="Specify the Area of Expertise relevant to this content." ma:format="Dropdown" ma:internalName="AreaofExpertise">
      <xsd:complexType>
        <xsd:complexContent>
          <xsd:extension base="dms:MultiChoice">
            <xsd:sequence>
              <xsd:element name="Value" maxOccurs="unbounded" minOccurs="0" nillable="true">
                <xsd:simpleType>
                  <xsd:restriction base="dms:Choice">
                    <xsd:enumeration value="Analytics &amp; BI"/>
                    <xsd:enumeration value="Process Improvement &amp; Automation"/>
                    <xsd:enumeration value="Data Platforms &amp; Architecture"/>
                    <xsd:enumeration value="Consulting Excellence"/>
                    <xsd:enumeration value="Customer Relationships"/>
                    <xsd:enumeration value="Developing Others"/>
                    <xsd:enumeration value="P3 Know How"/>
                  </xsd:restriction>
                </xsd:simpleType>
              </xsd:element>
            </xsd:sequence>
          </xsd:extension>
        </xsd:complexContent>
      </xsd:complexType>
    </xsd:element>
    <xsd:element name="Owner" ma:index="25" nillable="true" ma:displayName="Owner" ma:description="Typically the person who created it" ma:format="Dropdown" ma:list="UserInfo" ma:SharePointGroup="0"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oduleID" ma:index="26" nillable="true" ma:displayName="Module ID" ma:default="N/S" ma:description="e.g. 2Q24-001&#10;Use to group content - e.g. if a module includes a video and and article, they can both have the same module number to be grouped together." ma:format="Dropdown" ma:internalName="ModuleID">
      <xsd:simpleType>
        <xsd:restriction base="dms:Text">
          <xsd:maxLength value="255"/>
        </xsd:restriction>
      </xsd:simpleType>
    </xsd:element>
    <xsd:element name="Archive" ma:index="27" nillable="true" ma:displayName="Archive" ma:default="0" ma:format="Dropdown" ma:internalName="Archiv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2de999e9-4172-4c67-9dfb-7a2bdf2ec9fe" xsi:nil="true"/>
    <lcf76f155ced4ddcb4097134ff3c332f xmlns="597c0f75-850a-4631-bfec-0dfc22554463">
      <Terms xmlns="http://schemas.microsoft.com/office/infopath/2007/PartnerControls"/>
    </lcf76f155ced4ddcb4097134ff3c332f>
    <Owner xmlns="597c0f75-850a-4631-bfec-0dfc22554463">
      <UserInfo>
        <DisplayName/>
        <AccountId xsi:nil="true"/>
        <AccountType/>
      </UserInfo>
    </Owner>
    <AreaofExpertise xmlns="597c0f75-850a-4631-bfec-0dfc22554463" xsi:nil="true"/>
    <ModuleID xmlns="597c0f75-850a-4631-bfec-0dfc22554463">N/S</ModuleID>
    <_Flow_SignoffStatus xmlns="597c0f75-850a-4631-bfec-0dfc22554463" xsi:nil="true"/>
    <Archive xmlns="597c0f75-850a-4631-bfec-0dfc22554463">false</Archive>
  </documentManagement>
</p:properties>
</file>

<file path=customXml/itemProps1.xml><?xml version="1.0" encoding="utf-8"?>
<ds:datastoreItem xmlns:ds="http://schemas.openxmlformats.org/officeDocument/2006/customXml" ds:itemID="{8B9ED252-A91E-4C11-82AF-AC9C14ABA594}">
  <ds:schemaRefs>
    <ds:schemaRef ds:uri="http://schemas.microsoft.com/sharepoint/v3/contenttype/forms"/>
  </ds:schemaRefs>
</ds:datastoreItem>
</file>

<file path=customXml/itemProps2.xml><?xml version="1.0" encoding="utf-8"?>
<ds:datastoreItem xmlns:ds="http://schemas.openxmlformats.org/officeDocument/2006/customXml" ds:itemID="{30AF728A-9689-42E9-946C-DC0C31BDD1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e999e9-4172-4c67-9dfb-7a2bdf2ec9fe"/>
    <ds:schemaRef ds:uri="597c0f75-850a-4631-bfec-0dfc225544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E4F7A3F-3798-4938-AB09-6FE2A4B878A4}">
  <ds:schemaRefs>
    <ds:schemaRef ds:uri="http://purl.org/dc/dcmitype/"/>
    <ds:schemaRef ds:uri="http://schemas.microsoft.com/office/2006/metadata/properties"/>
    <ds:schemaRef ds:uri="http://schemas.microsoft.com/office/2006/documentManagement/types"/>
    <ds:schemaRef ds:uri="http://schemas.microsoft.com/office/infopath/2007/PartnerControls"/>
    <ds:schemaRef ds:uri="2de999e9-4172-4c67-9dfb-7a2bdf2ec9fe"/>
    <ds:schemaRef ds:uri="http://schemas.openxmlformats.org/package/2006/metadata/core-properties"/>
    <ds:schemaRef ds:uri="http://purl.org/dc/elements/1.1/"/>
    <ds:schemaRef ds:uri="597c0f75-850a-4631-bfec-0dfc22554463"/>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Accessible Theme</Template>
  <TotalTime>3634</TotalTime>
  <Words>3957</Words>
  <Application>Microsoft Office PowerPoint</Application>
  <PresentationFormat>Widescreen</PresentationFormat>
  <Paragraphs>422</Paragraphs>
  <Slides>30</Slides>
  <Notes>21</Notes>
  <HiddenSlides>6</HiddenSlides>
  <MMClips>0</MMClips>
  <ScaleCrop>false</ScaleCrop>
  <HeadingPairs>
    <vt:vector size="8" baseType="variant">
      <vt:variant>
        <vt:lpstr>Fonts Used</vt:lpstr>
      </vt:variant>
      <vt:variant>
        <vt:i4>11</vt:i4>
      </vt:variant>
      <vt:variant>
        <vt:lpstr>Theme</vt:lpstr>
      </vt:variant>
      <vt:variant>
        <vt:i4>1</vt:i4>
      </vt:variant>
      <vt:variant>
        <vt:lpstr>Slide Titles</vt:lpstr>
      </vt:variant>
      <vt:variant>
        <vt:i4>30</vt:i4>
      </vt:variant>
      <vt:variant>
        <vt:lpstr>Custom Shows</vt:lpstr>
      </vt:variant>
      <vt:variant>
        <vt:i4>1</vt:i4>
      </vt:variant>
    </vt:vector>
  </HeadingPairs>
  <TitlesOfParts>
    <vt:vector size="43" baseType="lpstr">
      <vt:lpstr>Aptos</vt:lpstr>
      <vt:lpstr>Arial</vt:lpstr>
      <vt:lpstr>Atkinson Hyperlegible</vt:lpstr>
      <vt:lpstr>Calibri</vt:lpstr>
      <vt:lpstr>Cambria</vt:lpstr>
      <vt:lpstr>Courier New</vt:lpstr>
      <vt:lpstr>Inter UI</vt:lpstr>
      <vt:lpstr>Space Grotesk</vt:lpstr>
      <vt:lpstr>Space Grotesk Light</vt:lpstr>
      <vt:lpstr>Space Grotesk Medium</vt:lpstr>
      <vt:lpstr>Wingdings</vt:lpstr>
      <vt:lpstr>Accessible Theme</vt:lpstr>
      <vt:lpstr>Fabric Warehouse Internals   Why One Query Runs Twice as Fast</vt:lpstr>
      <vt:lpstr>About Me ~ Kristyna Ferris</vt:lpstr>
      <vt:lpstr>Same Result. One Runs Twice as Fast. Why?</vt:lpstr>
      <vt:lpstr>Enter, the Polaris Engine</vt:lpstr>
      <vt:lpstr>What is the Polaris Engine?</vt:lpstr>
      <vt:lpstr>DEMO 1: Explore the Delta Log</vt:lpstr>
      <vt:lpstr>Let’s Dig Deep into this Architecture</vt:lpstr>
      <vt:lpstr>PowerPoint Presentation</vt:lpstr>
      <vt:lpstr>PowerPoint Presentation</vt:lpstr>
      <vt:lpstr>How do Reads work?</vt:lpstr>
      <vt:lpstr>DEMO 2: Cell Distribution in Action</vt:lpstr>
      <vt:lpstr>Writes = Queries to the DQP</vt:lpstr>
      <vt:lpstr>Writes: Immutable Files + Snapshot Isolation</vt:lpstr>
      <vt:lpstr>Let’s Talk Optimization</vt:lpstr>
      <vt:lpstr>PowerPoint Presentation</vt:lpstr>
      <vt:lpstr>V-Order: What It Is &amp; Why It Matters</vt:lpstr>
      <vt:lpstr>Column Pruning</vt:lpstr>
      <vt:lpstr>The Elimination Chain</vt:lpstr>
      <vt:lpstr>What Runs FASTER in Fabric Warehouse</vt:lpstr>
      <vt:lpstr>What Runs SLOWER in Fabric Warehouse</vt:lpstr>
      <vt:lpstr>DEMO 3: Warehouse vs SQL DB</vt:lpstr>
      <vt:lpstr>Further Reading</vt:lpstr>
      <vt:lpstr>Key Takeaways</vt:lpstr>
      <vt:lpstr>Don’t forget to connect, thanks for listening!</vt:lpstr>
      <vt:lpstr>The Old World of DW: Stateful MPP</vt:lpstr>
      <vt:lpstr>Why That Hurt</vt:lpstr>
      <vt:lpstr>Is this new &amp; unique to Fabric? Nope!</vt:lpstr>
      <vt:lpstr>The Commit Path</vt:lpstr>
      <vt:lpstr>What is Snapshot Isolation?</vt:lpstr>
      <vt:lpstr>V-Order: When &amp; Why It Matters</vt:lpstr>
      <vt:lpstr>Conf Specific Slides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Sarah Bernard</dc:creator>
  <cp:lastModifiedBy>Kristyna Ferris</cp:lastModifiedBy>
  <cp:revision>200</cp:revision>
  <dcterms:created xsi:type="dcterms:W3CDTF">2024-07-02T16:04:35Z</dcterms:created>
  <dcterms:modified xsi:type="dcterms:W3CDTF">2026-09-24T16:06:22Z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0x010100AA497A3D7617504B977B8187B9BC83AE</vt:lpwstr>
  </property>
  <property fmtid="{D5CDD505-2E9C-101B-9397-08002B2CF9AE}" pid="3" name="MediaServiceImageTags">
    <vt:lpwstr/>
  </property>
</Properties>
</file>