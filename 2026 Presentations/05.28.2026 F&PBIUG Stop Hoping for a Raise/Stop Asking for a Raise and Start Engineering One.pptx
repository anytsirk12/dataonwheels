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2" r:id="rId4"/>
  </p:sldMasterIdLst>
  <p:notesMasterIdLst>
    <p:notesMasterId r:id="rId40"/>
  </p:notesMasterIdLst>
  <p:sldIdLst>
    <p:sldId id="2147482363" r:id="rId5"/>
    <p:sldId id="2147482364" r:id="rId6"/>
    <p:sldId id="2147482371" r:id="rId7"/>
    <p:sldId id="2147482395" r:id="rId8"/>
    <p:sldId id="2147482396" r:id="rId9"/>
    <p:sldId id="2147482397" r:id="rId10"/>
    <p:sldId id="2147482398" r:id="rId11"/>
    <p:sldId id="2147482400" r:id="rId12"/>
    <p:sldId id="2147482399" r:id="rId13"/>
    <p:sldId id="2147482401" r:id="rId14"/>
    <p:sldId id="2147482402" r:id="rId15"/>
    <p:sldId id="2147482403" r:id="rId16"/>
    <p:sldId id="2147482404" r:id="rId17"/>
    <p:sldId id="2147482405" r:id="rId18"/>
    <p:sldId id="2147482406" r:id="rId19"/>
    <p:sldId id="2147482407" r:id="rId20"/>
    <p:sldId id="2147482408" r:id="rId21"/>
    <p:sldId id="2147482409" r:id="rId22"/>
    <p:sldId id="2147482410" r:id="rId23"/>
    <p:sldId id="2147482411" r:id="rId24"/>
    <p:sldId id="2147482412" r:id="rId25"/>
    <p:sldId id="2147482413" r:id="rId26"/>
    <p:sldId id="2147482414" r:id="rId27"/>
    <p:sldId id="2147482415" r:id="rId28"/>
    <p:sldId id="2147482416" r:id="rId29"/>
    <p:sldId id="2147482417" r:id="rId30"/>
    <p:sldId id="2147482418" r:id="rId31"/>
    <p:sldId id="2147482419" r:id="rId32"/>
    <p:sldId id="2147482420" r:id="rId33"/>
    <p:sldId id="2147482421" r:id="rId34"/>
    <p:sldId id="2147482422" r:id="rId35"/>
    <p:sldId id="2147482423" r:id="rId36"/>
    <p:sldId id="2147482424" r:id="rId37"/>
    <p:sldId id="2147482425" r:id="rId38"/>
    <p:sldId id="2147482361" r:id="rId39"/>
  </p:sldIdLst>
  <p:sldSz cx="12192000" cy="6858000"/>
  <p:notesSz cx="6858000" cy="9144000"/>
  <p:custShowLst>
    <p:custShow name="Conf Specific Slides" id="0">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ference Specific Slides" id="{FDDF7CE9-7A3D-4CF3-BBE3-7ECBCDA00229}">
          <p14:sldIdLst/>
        </p14:section>
        <p14:section name="Presentation" id="{A3FBBF94-EA0E-44AA-8EF2-63E16E2B6518}">
          <p14:sldIdLst>
            <p14:sldId id="2147482363"/>
            <p14:sldId id="2147482364"/>
            <p14:sldId id="2147482371"/>
            <p14:sldId id="2147482395"/>
            <p14:sldId id="2147482396"/>
            <p14:sldId id="2147482397"/>
            <p14:sldId id="2147482398"/>
            <p14:sldId id="2147482400"/>
            <p14:sldId id="2147482399"/>
            <p14:sldId id="2147482401"/>
            <p14:sldId id="2147482402"/>
            <p14:sldId id="2147482403"/>
            <p14:sldId id="2147482404"/>
            <p14:sldId id="2147482405"/>
            <p14:sldId id="2147482406"/>
            <p14:sldId id="2147482407"/>
            <p14:sldId id="2147482408"/>
            <p14:sldId id="2147482409"/>
            <p14:sldId id="2147482410"/>
            <p14:sldId id="2147482411"/>
            <p14:sldId id="2147482412"/>
            <p14:sldId id="2147482413"/>
            <p14:sldId id="2147482414"/>
            <p14:sldId id="2147482415"/>
            <p14:sldId id="2147482416"/>
            <p14:sldId id="2147482417"/>
            <p14:sldId id="2147482418"/>
            <p14:sldId id="2147482419"/>
            <p14:sldId id="2147482420"/>
            <p14:sldId id="2147482421"/>
            <p14:sldId id="2147482422"/>
            <p14:sldId id="2147482423"/>
            <p14:sldId id="2147482424"/>
            <p14:sldId id="2147482425"/>
            <p14:sldId id="2147482361"/>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323FE0-A9D6-59E3-1D7B-3E39783FD7CA}" name="Kristyna Ferris" initials="KF" userId="S::kferris@p3adaptive.com::94226f18-af35-4770-afa7-870236380a3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2687"/>
    <a:srgbClr val="C07200"/>
    <a:srgbClr val="407A18"/>
    <a:srgbClr val="F5CFE8"/>
    <a:srgbClr val="D1FFF6"/>
    <a:srgbClr val="FFD28F"/>
    <a:srgbClr val="80009F"/>
    <a:srgbClr val="D940FF"/>
    <a:srgbClr val="FF9900"/>
    <a:srgbClr val="0D3B8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23" autoAdjust="0"/>
    <p:restoredTop sz="78974" autoAdjust="0"/>
  </p:normalViewPr>
  <p:slideViewPr>
    <p:cSldViewPr snapToGrid="0">
      <p:cViewPr varScale="1">
        <p:scale>
          <a:sx n="87" d="100"/>
          <a:sy n="87" d="100"/>
        </p:scale>
        <p:origin x="1644" y="90"/>
      </p:cViewPr>
      <p:guideLst/>
    </p:cSldViewPr>
  </p:slideViewPr>
  <p:notesTextViewPr>
    <p:cViewPr>
      <p:scale>
        <a:sx n="100" d="100"/>
        <a:sy n="10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8/10/relationships/authors" Target="authors.xml"/><Relationship Id="rId20" Type="http://schemas.openxmlformats.org/officeDocument/2006/relationships/slide" Target="slides/slide16.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ristyna Ferris" userId="86aeac9f-971e-413b-9f78-ace434bd0a60" providerId="ADAL" clId="{BB1FBCEE-720A-4BC8-B896-5F1AD7000908}"/>
    <pc:docChg chg="undo custSel addSld delSld modSld sldOrd delMainMaster modMainMaster addSection modSection modShowInfo">
      <pc:chgData name="Kristyna Ferris" userId="86aeac9f-971e-413b-9f78-ace434bd0a60" providerId="ADAL" clId="{BB1FBCEE-720A-4BC8-B896-5F1AD7000908}" dt="2026-05-28T14:26:22.468" v="11743" actId="2696"/>
      <pc:docMkLst>
        <pc:docMk/>
      </pc:docMkLst>
      <pc:sldChg chg="add del modTransition">
        <pc:chgData name="Kristyna Ferris" userId="86aeac9f-971e-413b-9f78-ace434bd0a60" providerId="ADAL" clId="{BB1FBCEE-720A-4BC8-B896-5F1AD7000908}" dt="2026-05-28T14:26:22.468" v="11743" actId="2696"/>
        <pc:sldMkLst>
          <pc:docMk/>
          <pc:sldMk cId="776911342" sldId="266"/>
        </pc:sldMkLst>
      </pc:sldChg>
      <pc:sldChg chg="add del modTransition">
        <pc:chgData name="Kristyna Ferris" userId="86aeac9f-971e-413b-9f78-ace434bd0a60" providerId="ADAL" clId="{BB1FBCEE-720A-4BC8-B896-5F1AD7000908}" dt="2026-05-28T14:26:22.468" v="11743" actId="2696"/>
        <pc:sldMkLst>
          <pc:docMk/>
          <pc:sldMk cId="2344814797" sldId="267"/>
        </pc:sldMkLst>
      </pc:sldChg>
      <pc:sldChg chg="add del modTransition">
        <pc:chgData name="Kristyna Ferris" userId="86aeac9f-971e-413b-9f78-ace434bd0a60" providerId="ADAL" clId="{BB1FBCEE-720A-4BC8-B896-5F1AD7000908}" dt="2026-05-28T14:26:22.468" v="11743" actId="2696"/>
        <pc:sldMkLst>
          <pc:docMk/>
          <pc:sldMk cId="3582766974" sldId="355"/>
        </pc:sldMkLst>
      </pc:sldChg>
      <pc:sldChg chg="add del modTransition">
        <pc:chgData name="Kristyna Ferris" userId="86aeac9f-971e-413b-9f78-ace434bd0a60" providerId="ADAL" clId="{BB1FBCEE-720A-4BC8-B896-5F1AD7000908}" dt="2026-05-28T14:26:22.468" v="11743" actId="2696"/>
        <pc:sldMkLst>
          <pc:docMk/>
          <pc:sldMk cId="2381171332" sldId="356"/>
        </pc:sldMkLst>
      </pc:sldChg>
      <pc:sldChg chg="modSp add del mod modTransition">
        <pc:chgData name="Kristyna Ferris" userId="86aeac9f-971e-413b-9f78-ace434bd0a60" providerId="ADAL" clId="{BB1FBCEE-720A-4BC8-B896-5F1AD7000908}" dt="2026-05-28T14:26:22.468" v="11743" actId="2696"/>
        <pc:sldMkLst>
          <pc:docMk/>
          <pc:sldMk cId="467075466" sldId="357"/>
        </pc:sldMkLst>
      </pc:sldChg>
      <pc:sldChg chg="modSp add del mod modTransition setBg">
        <pc:chgData name="Kristyna Ferris" userId="86aeac9f-971e-413b-9f78-ace434bd0a60" providerId="ADAL" clId="{BB1FBCEE-720A-4BC8-B896-5F1AD7000908}" dt="2026-05-28T14:26:22.468" v="11743" actId="2696"/>
        <pc:sldMkLst>
          <pc:docMk/>
          <pc:sldMk cId="1819714478" sldId="428"/>
        </pc:sldMkLst>
      </pc:sldChg>
      <pc:sldChg chg="add del ord modTransition">
        <pc:chgData name="Kristyna Ferris" userId="86aeac9f-971e-413b-9f78-ace434bd0a60" providerId="ADAL" clId="{BB1FBCEE-720A-4BC8-B896-5F1AD7000908}" dt="2026-05-28T14:26:22.468" v="11743" actId="2696"/>
        <pc:sldMkLst>
          <pc:docMk/>
          <pc:sldMk cId="1084392431" sldId="429"/>
        </pc:sldMkLst>
      </pc:sldChg>
      <pc:sldChg chg="addSp delSp modSp mod modTransition modClrScheme chgLayout">
        <pc:chgData name="Kristyna Ferris" userId="86aeac9f-971e-413b-9f78-ace434bd0a60" providerId="ADAL" clId="{BB1FBCEE-720A-4BC8-B896-5F1AD7000908}" dt="2026-04-30T16:10:02.601" v="1724"/>
        <pc:sldMkLst>
          <pc:docMk/>
          <pc:sldMk cId="2435802848" sldId="2147482361"/>
        </pc:sldMkLst>
        <pc:spChg chg="mod ord">
          <ac:chgData name="Kristyna Ferris" userId="86aeac9f-971e-413b-9f78-ace434bd0a60" providerId="ADAL" clId="{BB1FBCEE-720A-4BC8-B896-5F1AD7000908}" dt="2026-04-30T16:08:31.156" v="1715" actId="700"/>
          <ac:spMkLst>
            <pc:docMk/>
            <pc:sldMk cId="2435802848" sldId="2147482361"/>
            <ac:spMk id="2" creationId="{DF79C578-1F08-216A-5403-706BD3D85303}"/>
          </ac:spMkLst>
        </pc:spChg>
        <pc:graphicFrameChg chg="mod ord">
          <ac:chgData name="Kristyna Ferris" userId="86aeac9f-971e-413b-9f78-ace434bd0a60" providerId="ADAL" clId="{BB1FBCEE-720A-4BC8-B896-5F1AD7000908}" dt="2026-04-30T16:08:31.156" v="1715" actId="700"/>
          <ac:graphicFrameMkLst>
            <pc:docMk/>
            <pc:sldMk cId="2435802848" sldId="2147482361"/>
            <ac:graphicFrameMk id="53" creationId="{3C5312A1-6D86-AB24-BBF8-296AC20E4D4A}"/>
          </ac:graphicFrameMkLst>
        </pc:graphicFrameChg>
      </pc:sldChg>
      <pc:sldChg chg="modSp add mod modTransition chgLayout">
        <pc:chgData name="Kristyna Ferris" userId="86aeac9f-971e-413b-9f78-ace434bd0a60" providerId="ADAL" clId="{BB1FBCEE-720A-4BC8-B896-5F1AD7000908}" dt="2026-05-02T01:44:50.665" v="8229" actId="20577"/>
        <pc:sldMkLst>
          <pc:docMk/>
          <pc:sldMk cId="701826219" sldId="2147482363"/>
        </pc:sldMkLst>
        <pc:spChg chg="mod ord">
          <ac:chgData name="Kristyna Ferris" userId="86aeac9f-971e-413b-9f78-ace434bd0a60" providerId="ADAL" clId="{BB1FBCEE-720A-4BC8-B896-5F1AD7000908}" dt="2026-05-02T01:44:50.665" v="8229" actId="20577"/>
          <ac:spMkLst>
            <pc:docMk/>
            <pc:sldMk cId="701826219" sldId="2147482363"/>
            <ac:spMk id="2" creationId="{4B984CC0-0BC0-32AF-31FE-4FAA52F6BCC1}"/>
          </ac:spMkLst>
        </pc:spChg>
        <pc:spChg chg="mod ord">
          <ac:chgData name="Kristyna Ferris" userId="86aeac9f-971e-413b-9f78-ace434bd0a60" providerId="ADAL" clId="{BB1FBCEE-720A-4BC8-B896-5F1AD7000908}" dt="2026-04-30T19:46:15.560" v="2160" actId="1076"/>
          <ac:spMkLst>
            <pc:docMk/>
            <pc:sldMk cId="701826219" sldId="2147482363"/>
            <ac:spMk id="3" creationId="{6201F2B7-624E-CB63-0A92-F5F5042130F9}"/>
          </ac:spMkLst>
        </pc:spChg>
      </pc:sldChg>
      <pc:sldChg chg="modSp add mod modTransition modClrScheme chgLayout">
        <pc:chgData name="Kristyna Ferris" userId="86aeac9f-971e-413b-9f78-ace434bd0a60" providerId="ADAL" clId="{BB1FBCEE-720A-4BC8-B896-5F1AD7000908}" dt="2026-04-30T16:10:02.601" v="1724"/>
        <pc:sldMkLst>
          <pc:docMk/>
          <pc:sldMk cId="3133497683" sldId="2147482364"/>
        </pc:sldMkLst>
        <pc:spChg chg="mod ord">
          <ac:chgData name="Kristyna Ferris" userId="86aeac9f-971e-413b-9f78-ace434bd0a60" providerId="ADAL" clId="{BB1FBCEE-720A-4BC8-B896-5F1AD7000908}" dt="2026-04-30T16:08:31.156" v="1715" actId="700"/>
          <ac:spMkLst>
            <pc:docMk/>
            <pc:sldMk cId="3133497683" sldId="2147482364"/>
            <ac:spMk id="2" creationId="{2020CC65-2D84-3E12-28E3-8CF5E276244D}"/>
          </ac:spMkLst>
        </pc:spChg>
        <pc:spChg chg="mod ord">
          <ac:chgData name="Kristyna Ferris" userId="86aeac9f-971e-413b-9f78-ace434bd0a60" providerId="ADAL" clId="{BB1FBCEE-720A-4BC8-B896-5F1AD7000908}" dt="2026-04-30T16:08:31.156" v="1715" actId="700"/>
          <ac:spMkLst>
            <pc:docMk/>
            <pc:sldMk cId="3133497683" sldId="2147482364"/>
            <ac:spMk id="3" creationId="{DAF38228-38FE-B0FF-35BD-580808EBDC9A}"/>
          </ac:spMkLst>
        </pc:spChg>
      </pc:sldChg>
      <pc:sldChg chg="modSp add del mod modTransition">
        <pc:chgData name="Kristyna Ferris" userId="86aeac9f-971e-413b-9f78-ace434bd0a60" providerId="ADAL" clId="{BB1FBCEE-720A-4BC8-B896-5F1AD7000908}" dt="2026-05-28T14:26:22.468" v="11743" actId="2696"/>
        <pc:sldMkLst>
          <pc:docMk/>
          <pc:sldMk cId="2712485282" sldId="2147482367"/>
        </pc:sldMkLst>
      </pc:sldChg>
      <pc:sldChg chg="addSp delSp modSp add mod ord">
        <pc:chgData name="Kristyna Ferris" userId="86aeac9f-971e-413b-9f78-ace434bd0a60" providerId="ADAL" clId="{BB1FBCEE-720A-4BC8-B896-5F1AD7000908}" dt="2026-05-02T03:45:26.553" v="11433" actId="20577"/>
        <pc:sldMkLst>
          <pc:docMk/>
          <pc:sldMk cId="2322244914" sldId="2147482371"/>
        </pc:sldMkLst>
        <pc:spChg chg="mod">
          <ac:chgData name="Kristyna Ferris" userId="86aeac9f-971e-413b-9f78-ace434bd0a60" providerId="ADAL" clId="{BB1FBCEE-720A-4BC8-B896-5F1AD7000908}" dt="2026-05-02T03:45:26.553" v="11433" actId="20577"/>
          <ac:spMkLst>
            <pc:docMk/>
            <pc:sldMk cId="2322244914" sldId="2147482371"/>
            <ac:spMk id="2" creationId="{59E51848-18B7-7479-EEF3-8227380997DB}"/>
          </ac:spMkLst>
        </pc:spChg>
        <pc:spChg chg="mod">
          <ac:chgData name="Kristyna Ferris" userId="86aeac9f-971e-413b-9f78-ace434bd0a60" providerId="ADAL" clId="{BB1FBCEE-720A-4BC8-B896-5F1AD7000908}" dt="2026-05-02T02:04:09.945" v="8279" actId="14100"/>
          <ac:spMkLst>
            <pc:docMk/>
            <pc:sldMk cId="2322244914" sldId="2147482371"/>
            <ac:spMk id="4" creationId="{074CFBD5-0A7C-9B36-B640-5AEDE64C52F6}"/>
          </ac:spMkLst>
        </pc:spChg>
        <pc:picChg chg="add mod">
          <ac:chgData name="Kristyna Ferris" userId="86aeac9f-971e-413b-9f78-ace434bd0a60" providerId="ADAL" clId="{BB1FBCEE-720A-4BC8-B896-5F1AD7000908}" dt="2026-05-02T02:07:27.758" v="8354" actId="1076"/>
          <ac:picMkLst>
            <pc:docMk/>
            <pc:sldMk cId="2322244914" sldId="2147482371"/>
            <ac:picMk id="5" creationId="{0F4138CE-315E-5746-6DB6-D3B7CC2176A8}"/>
          </ac:picMkLst>
        </pc:picChg>
      </pc:sldChg>
      <pc:sldChg chg="addSp delSp modSp add mod">
        <pc:chgData name="Kristyna Ferris" userId="86aeac9f-971e-413b-9f78-ace434bd0a60" providerId="ADAL" clId="{BB1FBCEE-720A-4BC8-B896-5F1AD7000908}" dt="2026-05-02T03:50:52.228" v="11527" actId="20577"/>
        <pc:sldMkLst>
          <pc:docMk/>
          <pc:sldMk cId="3761080726" sldId="2147482395"/>
        </pc:sldMkLst>
        <pc:spChg chg="mod">
          <ac:chgData name="Kristyna Ferris" userId="86aeac9f-971e-413b-9f78-ace434bd0a60" providerId="ADAL" clId="{BB1FBCEE-720A-4BC8-B896-5F1AD7000908}" dt="2026-05-02T03:50:52.228" v="11527" actId="20577"/>
          <ac:spMkLst>
            <pc:docMk/>
            <pc:sldMk cId="3761080726" sldId="2147482395"/>
            <ac:spMk id="2" creationId="{9216ABA3-0708-C510-9480-E1D3FAF03F23}"/>
          </ac:spMkLst>
        </pc:spChg>
        <pc:spChg chg="mod">
          <ac:chgData name="Kristyna Ferris" userId="86aeac9f-971e-413b-9f78-ace434bd0a60" providerId="ADAL" clId="{BB1FBCEE-720A-4BC8-B896-5F1AD7000908}" dt="2026-05-02T02:12:00.072" v="8597" actId="20577"/>
          <ac:spMkLst>
            <pc:docMk/>
            <pc:sldMk cId="3761080726" sldId="2147482395"/>
            <ac:spMk id="4" creationId="{02D441CB-D51D-D15C-98DB-A133F1E1BAD4}"/>
          </ac:spMkLst>
        </pc:spChg>
        <pc:picChg chg="add mod">
          <ac:chgData name="Kristyna Ferris" userId="86aeac9f-971e-413b-9f78-ace434bd0a60" providerId="ADAL" clId="{BB1FBCEE-720A-4BC8-B896-5F1AD7000908}" dt="2026-05-02T03:50:31.512" v="11523" actId="14100"/>
          <ac:picMkLst>
            <pc:docMk/>
            <pc:sldMk cId="3761080726" sldId="2147482395"/>
            <ac:picMk id="6" creationId="{B2D1A146-3A05-C83C-4713-3C6C8BFE9A2E}"/>
          </ac:picMkLst>
        </pc:picChg>
      </pc:sldChg>
      <pc:sldChg chg="addSp delSp modSp add mod">
        <pc:chgData name="Kristyna Ferris" userId="86aeac9f-971e-413b-9f78-ace434bd0a60" providerId="ADAL" clId="{BB1FBCEE-720A-4BC8-B896-5F1AD7000908}" dt="2026-05-02T04:21:59.227" v="11723" actId="20577"/>
        <pc:sldMkLst>
          <pc:docMk/>
          <pc:sldMk cId="2839900371" sldId="2147482396"/>
        </pc:sldMkLst>
        <pc:spChg chg="mod">
          <ac:chgData name="Kristyna Ferris" userId="86aeac9f-971e-413b-9f78-ace434bd0a60" providerId="ADAL" clId="{BB1FBCEE-720A-4BC8-B896-5F1AD7000908}" dt="2026-05-02T04:21:59.227" v="11723" actId="20577"/>
          <ac:spMkLst>
            <pc:docMk/>
            <pc:sldMk cId="2839900371" sldId="2147482396"/>
            <ac:spMk id="2" creationId="{8708C234-6033-E31D-DA11-0425D8936325}"/>
          </ac:spMkLst>
        </pc:spChg>
        <pc:picChg chg="add mod">
          <ac:chgData name="Kristyna Ferris" userId="86aeac9f-971e-413b-9f78-ace434bd0a60" providerId="ADAL" clId="{BB1FBCEE-720A-4BC8-B896-5F1AD7000908}" dt="2026-05-02T03:56:44.139" v="11563" actId="1076"/>
          <ac:picMkLst>
            <pc:docMk/>
            <pc:sldMk cId="2839900371" sldId="2147482396"/>
            <ac:picMk id="2052" creationId="{2DD7B6DB-03C3-159B-4B99-513385275905}"/>
          </ac:picMkLst>
        </pc:picChg>
      </pc:sldChg>
      <pc:sldChg chg="addSp delSp modSp add mod modNotesTx">
        <pc:chgData name="Kristyna Ferris" userId="86aeac9f-971e-413b-9f78-ace434bd0a60" providerId="ADAL" clId="{BB1FBCEE-720A-4BC8-B896-5F1AD7000908}" dt="2026-05-02T02:26:01.742" v="8939" actId="20577"/>
        <pc:sldMkLst>
          <pc:docMk/>
          <pc:sldMk cId="1476902848" sldId="2147482397"/>
        </pc:sldMkLst>
        <pc:spChg chg="mod">
          <ac:chgData name="Kristyna Ferris" userId="86aeac9f-971e-413b-9f78-ace434bd0a60" providerId="ADAL" clId="{BB1FBCEE-720A-4BC8-B896-5F1AD7000908}" dt="2026-05-02T02:22:47.044" v="8853" actId="20577"/>
          <ac:spMkLst>
            <pc:docMk/>
            <pc:sldMk cId="1476902848" sldId="2147482397"/>
            <ac:spMk id="4" creationId="{20C5BEC9-CACC-B2CF-B2EE-44E035B05B0D}"/>
          </ac:spMkLst>
        </pc:spChg>
        <pc:spChg chg="add mod">
          <ac:chgData name="Kristyna Ferris" userId="86aeac9f-971e-413b-9f78-ace434bd0a60" providerId="ADAL" clId="{BB1FBCEE-720A-4BC8-B896-5F1AD7000908}" dt="2026-05-02T02:25:32.695" v="8938" actId="11530"/>
          <ac:spMkLst>
            <pc:docMk/>
            <pc:sldMk cId="1476902848" sldId="2147482397"/>
            <ac:spMk id="11" creationId="{4EDFEAD2-5F85-F7E9-1A18-F5375DBBBDA7}"/>
          </ac:spMkLst>
        </pc:spChg>
        <pc:picChg chg="add mod">
          <ac:chgData name="Kristyna Ferris" userId="86aeac9f-971e-413b-9f78-ace434bd0a60" providerId="ADAL" clId="{BB1FBCEE-720A-4BC8-B896-5F1AD7000908}" dt="2026-05-02T02:25:10.423" v="8933" actId="1037"/>
          <ac:picMkLst>
            <pc:docMk/>
            <pc:sldMk cId="1476902848" sldId="2147482397"/>
            <ac:picMk id="3" creationId="{8498A745-FDB2-A8E7-A5AE-71B9D3D40101}"/>
          </ac:picMkLst>
        </pc:picChg>
        <pc:picChg chg="add mod">
          <ac:chgData name="Kristyna Ferris" userId="86aeac9f-971e-413b-9f78-ace434bd0a60" providerId="ADAL" clId="{BB1FBCEE-720A-4BC8-B896-5F1AD7000908}" dt="2026-05-02T02:25:06.794" v="8904" actId="1038"/>
          <ac:picMkLst>
            <pc:docMk/>
            <pc:sldMk cId="1476902848" sldId="2147482397"/>
            <ac:picMk id="9" creationId="{17B53D7D-49E1-8CE0-6EAB-358EDCE4DAD2}"/>
          </ac:picMkLst>
        </pc:picChg>
      </pc:sldChg>
      <pc:sldChg chg="addSp delSp modSp add mod modNotesTx">
        <pc:chgData name="Kristyna Ferris" userId="86aeac9f-971e-413b-9f78-ace434bd0a60" providerId="ADAL" clId="{BB1FBCEE-720A-4BC8-B896-5F1AD7000908}" dt="2026-05-02T02:30:06.395" v="9072" actId="20577"/>
        <pc:sldMkLst>
          <pc:docMk/>
          <pc:sldMk cId="2086565553" sldId="2147482398"/>
        </pc:sldMkLst>
        <pc:spChg chg="mod">
          <ac:chgData name="Kristyna Ferris" userId="86aeac9f-971e-413b-9f78-ace434bd0a60" providerId="ADAL" clId="{BB1FBCEE-720A-4BC8-B896-5F1AD7000908}" dt="2026-05-02T02:30:06.395" v="9072" actId="20577"/>
          <ac:spMkLst>
            <pc:docMk/>
            <pc:sldMk cId="2086565553" sldId="2147482398"/>
            <ac:spMk id="4" creationId="{D612D15B-5A9E-3E13-7DC9-BA2F35513582}"/>
          </ac:spMkLst>
        </pc:spChg>
        <pc:picChg chg="add mod">
          <ac:chgData name="Kristyna Ferris" userId="86aeac9f-971e-413b-9f78-ace434bd0a60" providerId="ADAL" clId="{BB1FBCEE-720A-4BC8-B896-5F1AD7000908}" dt="2026-05-02T02:29:46.393" v="9036" actId="1076"/>
          <ac:picMkLst>
            <pc:docMk/>
            <pc:sldMk cId="2086565553" sldId="2147482398"/>
            <ac:picMk id="2" creationId="{EAFBFBBF-E661-BBD5-C881-4F1D719E9A1B}"/>
          </ac:picMkLst>
        </pc:picChg>
      </pc:sldChg>
      <pc:sldChg chg="addSp delSp modSp add mod ord modNotesTx">
        <pc:chgData name="Kristyna Ferris" userId="86aeac9f-971e-413b-9f78-ace434bd0a60" providerId="ADAL" clId="{BB1FBCEE-720A-4BC8-B896-5F1AD7000908}" dt="2026-05-02T18:27:57.142" v="11742"/>
        <pc:sldMkLst>
          <pc:docMk/>
          <pc:sldMk cId="3044491283" sldId="2147482399"/>
        </pc:sldMkLst>
        <pc:spChg chg="mod">
          <ac:chgData name="Kristyna Ferris" userId="86aeac9f-971e-413b-9f78-ace434bd0a60" providerId="ADAL" clId="{BB1FBCEE-720A-4BC8-B896-5F1AD7000908}" dt="2026-05-02T02:34:49.515" v="9081"/>
          <ac:spMkLst>
            <pc:docMk/>
            <pc:sldMk cId="3044491283" sldId="2147482399"/>
            <ac:spMk id="4" creationId="{BA8C5973-1BBA-00C6-F0BD-75416C487316}"/>
          </ac:spMkLst>
        </pc:spChg>
        <pc:spChg chg="add mod">
          <ac:chgData name="Kristyna Ferris" userId="86aeac9f-971e-413b-9f78-ace434bd0a60" providerId="ADAL" clId="{BB1FBCEE-720A-4BC8-B896-5F1AD7000908}" dt="2026-05-02T02:51:42.718" v="9516" actId="113"/>
          <ac:spMkLst>
            <pc:docMk/>
            <pc:sldMk cId="3044491283" sldId="2147482399"/>
            <ac:spMk id="5" creationId="{CF875260-C28E-DCD4-B774-017A55A8F187}"/>
          </ac:spMkLst>
        </pc:spChg>
        <pc:picChg chg="add mod">
          <ac:chgData name="Kristyna Ferris" userId="86aeac9f-971e-413b-9f78-ace434bd0a60" providerId="ADAL" clId="{BB1FBCEE-720A-4BC8-B896-5F1AD7000908}" dt="2026-05-02T02:35:08.671" v="9082" actId="1076"/>
          <ac:picMkLst>
            <pc:docMk/>
            <pc:sldMk cId="3044491283" sldId="2147482399"/>
            <ac:picMk id="3" creationId="{841A26BB-A02A-4796-8667-C4D3621DF63E}"/>
          </ac:picMkLst>
        </pc:picChg>
      </pc:sldChg>
      <pc:sldChg chg="modSp add mod">
        <pc:chgData name="Kristyna Ferris" userId="86aeac9f-971e-413b-9f78-ace434bd0a60" providerId="ADAL" clId="{BB1FBCEE-720A-4BC8-B896-5F1AD7000908}" dt="2026-05-02T13:27:28.454" v="11724" actId="113"/>
        <pc:sldMkLst>
          <pc:docMk/>
          <pc:sldMk cId="1397048966" sldId="2147482400"/>
        </pc:sldMkLst>
        <pc:spChg chg="mod">
          <ac:chgData name="Kristyna Ferris" userId="86aeac9f-971e-413b-9f78-ace434bd0a60" providerId="ADAL" clId="{BB1FBCEE-720A-4BC8-B896-5F1AD7000908}" dt="2026-05-02T13:27:28.454" v="11724" actId="113"/>
          <ac:spMkLst>
            <pc:docMk/>
            <pc:sldMk cId="1397048966" sldId="2147482400"/>
            <ac:spMk id="5" creationId="{A7D6BE61-3DDE-FA63-ED46-C70261811B6A}"/>
          </ac:spMkLst>
        </pc:spChg>
      </pc:sldChg>
      <pc:sldChg chg="addSp modSp add mod">
        <pc:chgData name="Kristyna Ferris" userId="86aeac9f-971e-413b-9f78-ace434bd0a60" providerId="ADAL" clId="{BB1FBCEE-720A-4BC8-B896-5F1AD7000908}" dt="2026-05-02T13:27:58.667" v="11725" actId="113"/>
        <pc:sldMkLst>
          <pc:docMk/>
          <pc:sldMk cId="930903086" sldId="2147482401"/>
        </pc:sldMkLst>
        <pc:spChg chg="mod">
          <ac:chgData name="Kristyna Ferris" userId="86aeac9f-971e-413b-9f78-ace434bd0a60" providerId="ADAL" clId="{BB1FBCEE-720A-4BC8-B896-5F1AD7000908}" dt="2026-05-02T13:27:58.667" v="11725" actId="113"/>
          <ac:spMkLst>
            <pc:docMk/>
            <pc:sldMk cId="930903086" sldId="2147482401"/>
            <ac:spMk id="5" creationId="{C7485215-D0C6-45DC-EBBC-A4F16A4F9A7B}"/>
          </ac:spMkLst>
        </pc:spChg>
      </pc:sldChg>
      <pc:sldChg chg="addSp delSp modSp add mod">
        <pc:chgData name="Kristyna Ferris" userId="86aeac9f-971e-413b-9f78-ace434bd0a60" providerId="ADAL" clId="{BB1FBCEE-720A-4BC8-B896-5F1AD7000908}" dt="2026-05-02T02:51:36.965" v="9515" actId="113"/>
        <pc:sldMkLst>
          <pc:docMk/>
          <pc:sldMk cId="375271098" sldId="2147482402"/>
        </pc:sldMkLst>
        <pc:spChg chg="mod">
          <ac:chgData name="Kristyna Ferris" userId="86aeac9f-971e-413b-9f78-ace434bd0a60" providerId="ADAL" clId="{BB1FBCEE-720A-4BC8-B896-5F1AD7000908}" dt="2026-05-02T02:50:34.983" v="9437"/>
          <ac:spMkLst>
            <pc:docMk/>
            <pc:sldMk cId="375271098" sldId="2147482402"/>
            <ac:spMk id="4" creationId="{12165525-FE42-7BDF-9DAF-EE5D3CD8E9F6}"/>
          </ac:spMkLst>
        </pc:spChg>
        <pc:spChg chg="mod">
          <ac:chgData name="Kristyna Ferris" userId="86aeac9f-971e-413b-9f78-ace434bd0a60" providerId="ADAL" clId="{BB1FBCEE-720A-4BC8-B896-5F1AD7000908}" dt="2026-05-02T02:51:36.965" v="9515" actId="113"/>
          <ac:spMkLst>
            <pc:docMk/>
            <pc:sldMk cId="375271098" sldId="2147482402"/>
            <ac:spMk id="5" creationId="{E424D3A7-9F94-8926-DE61-9B58E992DCD5}"/>
          </ac:spMkLst>
        </pc:spChg>
        <pc:picChg chg="add mod">
          <ac:chgData name="Kristyna Ferris" userId="86aeac9f-971e-413b-9f78-ace434bd0a60" providerId="ADAL" clId="{BB1FBCEE-720A-4BC8-B896-5F1AD7000908}" dt="2026-05-02T02:50:11.807" v="9435" actId="14100"/>
          <ac:picMkLst>
            <pc:docMk/>
            <pc:sldMk cId="375271098" sldId="2147482402"/>
            <ac:picMk id="2" creationId="{20945AF8-CA7E-F52F-15EB-74520DA8A1F5}"/>
          </ac:picMkLst>
        </pc:picChg>
      </pc:sldChg>
      <pc:sldChg chg="modSp add mod">
        <pc:chgData name="Kristyna Ferris" userId="86aeac9f-971e-413b-9f78-ace434bd0a60" providerId="ADAL" clId="{BB1FBCEE-720A-4BC8-B896-5F1AD7000908}" dt="2026-05-02T02:53:43.450" v="9556"/>
        <pc:sldMkLst>
          <pc:docMk/>
          <pc:sldMk cId="3797216022" sldId="2147482403"/>
        </pc:sldMkLst>
        <pc:spChg chg="mod">
          <ac:chgData name="Kristyna Ferris" userId="86aeac9f-971e-413b-9f78-ace434bd0a60" providerId="ADAL" clId="{BB1FBCEE-720A-4BC8-B896-5F1AD7000908}" dt="2026-05-02T02:53:43.450" v="9556"/>
          <ac:spMkLst>
            <pc:docMk/>
            <pc:sldMk cId="3797216022" sldId="2147482403"/>
            <ac:spMk id="5" creationId="{7FF2A54C-417E-21AE-3217-073BB326579D}"/>
          </ac:spMkLst>
        </pc:spChg>
      </pc:sldChg>
      <pc:sldChg chg="modSp add mod">
        <pc:chgData name="Kristyna Ferris" userId="86aeac9f-971e-413b-9f78-ace434bd0a60" providerId="ADAL" clId="{BB1FBCEE-720A-4BC8-B896-5F1AD7000908}" dt="2026-05-02T02:54:38.097" v="9585"/>
        <pc:sldMkLst>
          <pc:docMk/>
          <pc:sldMk cId="526855752" sldId="2147482404"/>
        </pc:sldMkLst>
        <pc:spChg chg="mod">
          <ac:chgData name="Kristyna Ferris" userId="86aeac9f-971e-413b-9f78-ace434bd0a60" providerId="ADAL" clId="{BB1FBCEE-720A-4BC8-B896-5F1AD7000908}" dt="2026-05-02T02:54:38.097" v="9585"/>
          <ac:spMkLst>
            <pc:docMk/>
            <pc:sldMk cId="526855752" sldId="2147482404"/>
            <ac:spMk id="5" creationId="{ADAA3D27-8E8D-4B13-1BC7-6E312541DDDB}"/>
          </ac:spMkLst>
        </pc:spChg>
      </pc:sldChg>
      <pc:sldChg chg="addSp delSp modSp add mod">
        <pc:chgData name="Kristyna Ferris" userId="86aeac9f-971e-413b-9f78-ace434bd0a60" providerId="ADAL" clId="{BB1FBCEE-720A-4BC8-B896-5F1AD7000908}" dt="2026-05-02T02:59:07.366" v="9638" actId="20577"/>
        <pc:sldMkLst>
          <pc:docMk/>
          <pc:sldMk cId="1209993308" sldId="2147482405"/>
        </pc:sldMkLst>
        <pc:spChg chg="mod">
          <ac:chgData name="Kristyna Ferris" userId="86aeac9f-971e-413b-9f78-ace434bd0a60" providerId="ADAL" clId="{BB1FBCEE-720A-4BC8-B896-5F1AD7000908}" dt="2026-05-02T02:56:34.435" v="9587"/>
          <ac:spMkLst>
            <pc:docMk/>
            <pc:sldMk cId="1209993308" sldId="2147482405"/>
            <ac:spMk id="4" creationId="{03D6304B-1F11-A57A-A177-2ABA453FD711}"/>
          </ac:spMkLst>
        </pc:spChg>
        <pc:spChg chg="mod">
          <ac:chgData name="Kristyna Ferris" userId="86aeac9f-971e-413b-9f78-ace434bd0a60" providerId="ADAL" clId="{BB1FBCEE-720A-4BC8-B896-5F1AD7000908}" dt="2026-05-02T02:59:07.366" v="9638" actId="20577"/>
          <ac:spMkLst>
            <pc:docMk/>
            <pc:sldMk cId="1209993308" sldId="2147482405"/>
            <ac:spMk id="5" creationId="{1CB3025B-8F76-3DFD-4891-D4609F38B460}"/>
          </ac:spMkLst>
        </pc:spChg>
        <pc:picChg chg="add mod">
          <ac:chgData name="Kristyna Ferris" userId="86aeac9f-971e-413b-9f78-ace434bd0a60" providerId="ADAL" clId="{BB1FBCEE-720A-4BC8-B896-5F1AD7000908}" dt="2026-05-02T02:56:59.115" v="9613" actId="1037"/>
          <ac:picMkLst>
            <pc:docMk/>
            <pc:sldMk cId="1209993308" sldId="2147482405"/>
            <ac:picMk id="3" creationId="{C7F066B2-7953-F643-7A4F-48101C4D04CD}"/>
          </ac:picMkLst>
        </pc:picChg>
      </pc:sldChg>
      <pc:sldChg chg="modSp add mod">
        <pc:chgData name="Kristyna Ferris" userId="86aeac9f-971e-413b-9f78-ace434bd0a60" providerId="ADAL" clId="{BB1FBCEE-720A-4BC8-B896-5F1AD7000908}" dt="2026-05-02T02:59:56.368" v="9648" actId="20577"/>
        <pc:sldMkLst>
          <pc:docMk/>
          <pc:sldMk cId="1378929020" sldId="2147482406"/>
        </pc:sldMkLst>
        <pc:spChg chg="mod">
          <ac:chgData name="Kristyna Ferris" userId="86aeac9f-971e-413b-9f78-ace434bd0a60" providerId="ADAL" clId="{BB1FBCEE-720A-4BC8-B896-5F1AD7000908}" dt="2026-05-02T02:59:56.368" v="9648" actId="20577"/>
          <ac:spMkLst>
            <pc:docMk/>
            <pc:sldMk cId="1378929020" sldId="2147482406"/>
            <ac:spMk id="5" creationId="{9F7CEC04-804E-4C38-0936-FBAF1FAFE87A}"/>
          </ac:spMkLst>
        </pc:spChg>
      </pc:sldChg>
      <pc:sldChg chg="modSp add mod">
        <pc:chgData name="Kristyna Ferris" userId="86aeac9f-971e-413b-9f78-ace434bd0a60" providerId="ADAL" clId="{BB1FBCEE-720A-4BC8-B896-5F1AD7000908}" dt="2026-05-02T03:00:27.630" v="9655"/>
        <pc:sldMkLst>
          <pc:docMk/>
          <pc:sldMk cId="1293088987" sldId="2147482407"/>
        </pc:sldMkLst>
        <pc:spChg chg="mod">
          <ac:chgData name="Kristyna Ferris" userId="86aeac9f-971e-413b-9f78-ace434bd0a60" providerId="ADAL" clId="{BB1FBCEE-720A-4BC8-B896-5F1AD7000908}" dt="2026-05-02T03:00:27.630" v="9655"/>
          <ac:spMkLst>
            <pc:docMk/>
            <pc:sldMk cId="1293088987" sldId="2147482407"/>
            <ac:spMk id="5" creationId="{6EBEFF4B-1836-CFB9-8C6C-E65831E68C7E}"/>
          </ac:spMkLst>
        </pc:spChg>
      </pc:sldChg>
      <pc:sldChg chg="addSp delSp modSp add mod">
        <pc:chgData name="Kristyna Ferris" userId="86aeac9f-971e-413b-9f78-ace434bd0a60" providerId="ADAL" clId="{BB1FBCEE-720A-4BC8-B896-5F1AD7000908}" dt="2026-05-02T03:04:15.861" v="9673"/>
        <pc:sldMkLst>
          <pc:docMk/>
          <pc:sldMk cId="1184681195" sldId="2147482408"/>
        </pc:sldMkLst>
        <pc:spChg chg="mod">
          <ac:chgData name="Kristyna Ferris" userId="86aeac9f-971e-413b-9f78-ace434bd0a60" providerId="ADAL" clId="{BB1FBCEE-720A-4BC8-B896-5F1AD7000908}" dt="2026-05-02T03:02:44.835" v="9657"/>
          <ac:spMkLst>
            <pc:docMk/>
            <pc:sldMk cId="1184681195" sldId="2147482408"/>
            <ac:spMk id="4" creationId="{780BC862-01EC-A2D5-A718-AA8DC00341BD}"/>
          </ac:spMkLst>
        </pc:spChg>
        <pc:spChg chg="mod">
          <ac:chgData name="Kristyna Ferris" userId="86aeac9f-971e-413b-9f78-ace434bd0a60" providerId="ADAL" clId="{BB1FBCEE-720A-4BC8-B896-5F1AD7000908}" dt="2026-05-02T03:04:15.861" v="9673"/>
          <ac:spMkLst>
            <pc:docMk/>
            <pc:sldMk cId="1184681195" sldId="2147482408"/>
            <ac:spMk id="5" creationId="{2F87F006-F775-EBD2-1DCD-2E2AB3E7B4C8}"/>
          </ac:spMkLst>
        </pc:spChg>
        <pc:picChg chg="add mod">
          <ac:chgData name="Kristyna Ferris" userId="86aeac9f-971e-413b-9f78-ace434bd0a60" providerId="ADAL" clId="{BB1FBCEE-720A-4BC8-B896-5F1AD7000908}" dt="2026-05-02T03:03:04.799" v="9664" actId="1076"/>
          <ac:picMkLst>
            <pc:docMk/>
            <pc:sldMk cId="1184681195" sldId="2147482408"/>
            <ac:picMk id="2" creationId="{D4F63FAC-8765-F17B-5955-618114A141BF}"/>
          </ac:picMkLst>
        </pc:picChg>
      </pc:sldChg>
      <pc:sldChg chg="modSp add mod">
        <pc:chgData name="Kristyna Ferris" userId="86aeac9f-971e-413b-9f78-ace434bd0a60" providerId="ADAL" clId="{BB1FBCEE-720A-4BC8-B896-5F1AD7000908}" dt="2026-05-02T13:31:08.032" v="11726" actId="113"/>
        <pc:sldMkLst>
          <pc:docMk/>
          <pc:sldMk cId="2682993159" sldId="2147482409"/>
        </pc:sldMkLst>
        <pc:spChg chg="mod">
          <ac:chgData name="Kristyna Ferris" userId="86aeac9f-971e-413b-9f78-ace434bd0a60" providerId="ADAL" clId="{BB1FBCEE-720A-4BC8-B896-5F1AD7000908}" dt="2026-05-02T13:31:08.032" v="11726" actId="113"/>
          <ac:spMkLst>
            <pc:docMk/>
            <pc:sldMk cId="2682993159" sldId="2147482409"/>
            <ac:spMk id="5" creationId="{60AB2471-B4C9-9141-8B1B-F82905710621}"/>
          </ac:spMkLst>
        </pc:spChg>
      </pc:sldChg>
      <pc:sldChg chg="modSp add mod">
        <pc:chgData name="Kristyna Ferris" userId="86aeac9f-971e-413b-9f78-ace434bd0a60" providerId="ADAL" clId="{BB1FBCEE-720A-4BC8-B896-5F1AD7000908}" dt="2026-05-02T03:06:36.290" v="9683"/>
        <pc:sldMkLst>
          <pc:docMk/>
          <pc:sldMk cId="1052282288" sldId="2147482410"/>
        </pc:sldMkLst>
        <pc:spChg chg="mod">
          <ac:chgData name="Kristyna Ferris" userId="86aeac9f-971e-413b-9f78-ace434bd0a60" providerId="ADAL" clId="{BB1FBCEE-720A-4BC8-B896-5F1AD7000908}" dt="2026-05-02T03:06:36.290" v="9683"/>
          <ac:spMkLst>
            <pc:docMk/>
            <pc:sldMk cId="1052282288" sldId="2147482410"/>
            <ac:spMk id="5" creationId="{9ABD194C-D979-2011-B75C-3CBD62B3F602}"/>
          </ac:spMkLst>
        </pc:spChg>
      </pc:sldChg>
      <pc:sldChg chg="addSp delSp modSp add mod">
        <pc:chgData name="Kristyna Ferris" userId="86aeac9f-971e-413b-9f78-ace434bd0a60" providerId="ADAL" clId="{BB1FBCEE-720A-4BC8-B896-5F1AD7000908}" dt="2026-05-02T03:09:04.613" v="9699"/>
        <pc:sldMkLst>
          <pc:docMk/>
          <pc:sldMk cId="998341883" sldId="2147482411"/>
        </pc:sldMkLst>
        <pc:spChg chg="mod">
          <ac:chgData name="Kristyna Ferris" userId="86aeac9f-971e-413b-9f78-ace434bd0a60" providerId="ADAL" clId="{BB1FBCEE-720A-4BC8-B896-5F1AD7000908}" dt="2026-05-02T03:07:50.472" v="9692"/>
          <ac:spMkLst>
            <pc:docMk/>
            <pc:sldMk cId="998341883" sldId="2147482411"/>
            <ac:spMk id="4" creationId="{FFDE4D31-2B96-0A92-1707-59C98D5B9FA6}"/>
          </ac:spMkLst>
        </pc:spChg>
        <pc:spChg chg="mod">
          <ac:chgData name="Kristyna Ferris" userId="86aeac9f-971e-413b-9f78-ace434bd0a60" providerId="ADAL" clId="{BB1FBCEE-720A-4BC8-B896-5F1AD7000908}" dt="2026-05-02T03:09:04.613" v="9699"/>
          <ac:spMkLst>
            <pc:docMk/>
            <pc:sldMk cId="998341883" sldId="2147482411"/>
            <ac:spMk id="5" creationId="{6EE483B2-7170-D62C-F725-82475D36B5F9}"/>
          </ac:spMkLst>
        </pc:spChg>
        <pc:picChg chg="add mod">
          <ac:chgData name="Kristyna Ferris" userId="86aeac9f-971e-413b-9f78-ace434bd0a60" providerId="ADAL" clId="{BB1FBCEE-720A-4BC8-B896-5F1AD7000908}" dt="2026-05-02T03:07:42.099" v="9691" actId="1076"/>
          <ac:picMkLst>
            <pc:docMk/>
            <pc:sldMk cId="998341883" sldId="2147482411"/>
            <ac:picMk id="3" creationId="{E982CBE9-667F-6EC3-B2EF-DA1AFB463091}"/>
          </ac:picMkLst>
        </pc:picChg>
      </pc:sldChg>
      <pc:sldChg chg="modSp add mod">
        <pc:chgData name="Kristyna Ferris" userId="86aeac9f-971e-413b-9f78-ace434bd0a60" providerId="ADAL" clId="{BB1FBCEE-720A-4BC8-B896-5F1AD7000908}" dt="2026-05-02T03:09:49.086" v="9706"/>
        <pc:sldMkLst>
          <pc:docMk/>
          <pc:sldMk cId="3824550033" sldId="2147482412"/>
        </pc:sldMkLst>
        <pc:spChg chg="mod">
          <ac:chgData name="Kristyna Ferris" userId="86aeac9f-971e-413b-9f78-ace434bd0a60" providerId="ADAL" clId="{BB1FBCEE-720A-4BC8-B896-5F1AD7000908}" dt="2026-05-02T03:09:49.086" v="9706"/>
          <ac:spMkLst>
            <pc:docMk/>
            <pc:sldMk cId="3824550033" sldId="2147482412"/>
            <ac:spMk id="5" creationId="{15DAF5CD-46F8-99DE-924D-5537069EBB47}"/>
          </ac:spMkLst>
        </pc:spChg>
      </pc:sldChg>
      <pc:sldChg chg="modSp add mod">
        <pc:chgData name="Kristyna Ferris" userId="86aeac9f-971e-413b-9f78-ace434bd0a60" providerId="ADAL" clId="{BB1FBCEE-720A-4BC8-B896-5F1AD7000908}" dt="2026-05-02T13:32:34.278" v="11727" actId="113"/>
        <pc:sldMkLst>
          <pc:docMk/>
          <pc:sldMk cId="873633007" sldId="2147482413"/>
        </pc:sldMkLst>
        <pc:spChg chg="mod">
          <ac:chgData name="Kristyna Ferris" userId="86aeac9f-971e-413b-9f78-ace434bd0a60" providerId="ADAL" clId="{BB1FBCEE-720A-4BC8-B896-5F1AD7000908}" dt="2026-05-02T13:32:34.278" v="11727" actId="113"/>
          <ac:spMkLst>
            <pc:docMk/>
            <pc:sldMk cId="873633007" sldId="2147482413"/>
            <ac:spMk id="5" creationId="{6ABA296C-836B-3C56-E561-55871CA26666}"/>
          </ac:spMkLst>
        </pc:spChg>
      </pc:sldChg>
      <pc:sldChg chg="addSp delSp modSp add mod">
        <pc:chgData name="Kristyna Ferris" userId="86aeac9f-971e-413b-9f78-ace434bd0a60" providerId="ADAL" clId="{BB1FBCEE-720A-4BC8-B896-5F1AD7000908}" dt="2026-05-02T03:12:31.899" v="9728"/>
        <pc:sldMkLst>
          <pc:docMk/>
          <pc:sldMk cId="1502081904" sldId="2147482414"/>
        </pc:sldMkLst>
        <pc:spChg chg="mod">
          <ac:chgData name="Kristyna Ferris" userId="86aeac9f-971e-413b-9f78-ace434bd0a60" providerId="ADAL" clId="{BB1FBCEE-720A-4BC8-B896-5F1AD7000908}" dt="2026-05-02T03:10:48.932" v="9716"/>
          <ac:spMkLst>
            <pc:docMk/>
            <pc:sldMk cId="1502081904" sldId="2147482414"/>
            <ac:spMk id="4" creationId="{C7EA35F8-C5CE-6BB9-D60A-F110B9E33139}"/>
          </ac:spMkLst>
        </pc:spChg>
        <pc:spChg chg="mod">
          <ac:chgData name="Kristyna Ferris" userId="86aeac9f-971e-413b-9f78-ace434bd0a60" providerId="ADAL" clId="{BB1FBCEE-720A-4BC8-B896-5F1AD7000908}" dt="2026-05-02T03:12:31.899" v="9728"/>
          <ac:spMkLst>
            <pc:docMk/>
            <pc:sldMk cId="1502081904" sldId="2147482414"/>
            <ac:spMk id="5" creationId="{85E4F270-8F53-E90C-85DF-2540F253EC25}"/>
          </ac:spMkLst>
        </pc:spChg>
        <pc:picChg chg="add mod">
          <ac:chgData name="Kristyna Ferris" userId="86aeac9f-971e-413b-9f78-ace434bd0a60" providerId="ADAL" clId="{BB1FBCEE-720A-4BC8-B896-5F1AD7000908}" dt="2026-05-02T03:11:04.227" v="9721" actId="1076"/>
          <ac:picMkLst>
            <pc:docMk/>
            <pc:sldMk cId="1502081904" sldId="2147482414"/>
            <ac:picMk id="2" creationId="{9E1CFF26-C475-24AA-D0E2-ADCFC7121EDE}"/>
          </ac:picMkLst>
        </pc:picChg>
      </pc:sldChg>
      <pc:sldChg chg="modSp add mod">
        <pc:chgData name="Kristyna Ferris" userId="86aeac9f-971e-413b-9f78-ace434bd0a60" providerId="ADAL" clId="{BB1FBCEE-720A-4BC8-B896-5F1AD7000908}" dt="2026-05-02T13:33:18.175" v="11728" actId="113"/>
        <pc:sldMkLst>
          <pc:docMk/>
          <pc:sldMk cId="2740021796" sldId="2147482415"/>
        </pc:sldMkLst>
        <pc:spChg chg="mod">
          <ac:chgData name="Kristyna Ferris" userId="86aeac9f-971e-413b-9f78-ace434bd0a60" providerId="ADAL" clId="{BB1FBCEE-720A-4BC8-B896-5F1AD7000908}" dt="2026-05-02T13:33:18.175" v="11728" actId="113"/>
          <ac:spMkLst>
            <pc:docMk/>
            <pc:sldMk cId="2740021796" sldId="2147482415"/>
            <ac:spMk id="5" creationId="{B5F0FF7A-D689-77DA-F1B1-23DEAC2091F5}"/>
          </ac:spMkLst>
        </pc:spChg>
      </pc:sldChg>
      <pc:sldChg chg="modSp add mod">
        <pc:chgData name="Kristyna Ferris" userId="86aeac9f-971e-413b-9f78-ace434bd0a60" providerId="ADAL" clId="{BB1FBCEE-720A-4BC8-B896-5F1AD7000908}" dt="2026-05-02T03:13:32.432" v="9742" actId="20577"/>
        <pc:sldMkLst>
          <pc:docMk/>
          <pc:sldMk cId="1023582849" sldId="2147482416"/>
        </pc:sldMkLst>
        <pc:spChg chg="mod">
          <ac:chgData name="Kristyna Ferris" userId="86aeac9f-971e-413b-9f78-ace434bd0a60" providerId="ADAL" clId="{BB1FBCEE-720A-4BC8-B896-5F1AD7000908}" dt="2026-05-02T03:13:32.432" v="9742" actId="20577"/>
          <ac:spMkLst>
            <pc:docMk/>
            <pc:sldMk cId="1023582849" sldId="2147482416"/>
            <ac:spMk id="5" creationId="{A096F105-BC0B-3470-A296-CEA3012023BA}"/>
          </ac:spMkLst>
        </pc:spChg>
      </pc:sldChg>
      <pc:sldChg chg="addSp modSp add mod ord setBg modNotesTx">
        <pc:chgData name="Kristyna Ferris" userId="86aeac9f-971e-413b-9f78-ace434bd0a60" providerId="ADAL" clId="{BB1FBCEE-720A-4BC8-B896-5F1AD7000908}" dt="2026-05-02T03:16:56.824" v="9951"/>
        <pc:sldMkLst>
          <pc:docMk/>
          <pc:sldMk cId="2381701025" sldId="2147482417"/>
        </pc:sldMkLst>
        <pc:spChg chg="mod">
          <ac:chgData name="Kristyna Ferris" userId="86aeac9f-971e-413b-9f78-ace434bd0a60" providerId="ADAL" clId="{BB1FBCEE-720A-4BC8-B896-5F1AD7000908}" dt="2026-05-02T03:15:27.199" v="9940" actId="20577"/>
          <ac:spMkLst>
            <pc:docMk/>
            <pc:sldMk cId="2381701025" sldId="2147482417"/>
            <ac:spMk id="4" creationId="{4C9530AD-099C-C74A-467F-312089BF6DCE}"/>
          </ac:spMkLst>
        </pc:spChg>
      </pc:sldChg>
      <pc:sldChg chg="addSp modSp add mod">
        <pc:chgData name="Kristyna Ferris" userId="86aeac9f-971e-413b-9f78-ace434bd0a60" providerId="ADAL" clId="{BB1FBCEE-720A-4BC8-B896-5F1AD7000908}" dt="2026-05-02T04:11:19.992" v="11642" actId="1076"/>
        <pc:sldMkLst>
          <pc:docMk/>
          <pc:sldMk cId="3503997260" sldId="2147482418"/>
        </pc:sldMkLst>
        <pc:spChg chg="add mod">
          <ac:chgData name="Kristyna Ferris" userId="86aeac9f-971e-413b-9f78-ace434bd0a60" providerId="ADAL" clId="{BB1FBCEE-720A-4BC8-B896-5F1AD7000908}" dt="2026-05-02T04:10:59.556" v="11637" actId="14100"/>
          <ac:spMkLst>
            <pc:docMk/>
            <pc:sldMk cId="3503997260" sldId="2147482418"/>
            <ac:spMk id="3" creationId="{17D7D3C2-EC95-17D5-411D-6BB51F20D8F2}"/>
          </ac:spMkLst>
        </pc:spChg>
        <pc:picChg chg="mod">
          <ac:chgData name="Kristyna Ferris" userId="86aeac9f-971e-413b-9f78-ace434bd0a60" providerId="ADAL" clId="{BB1FBCEE-720A-4BC8-B896-5F1AD7000908}" dt="2026-05-02T04:11:19.992" v="11642" actId="1076"/>
          <ac:picMkLst>
            <pc:docMk/>
            <pc:sldMk cId="3503997260" sldId="2147482418"/>
            <ac:picMk id="2" creationId="{3A3D5450-C833-58F9-64A9-DE9EF1B88489}"/>
          </ac:picMkLst>
        </pc:picChg>
      </pc:sldChg>
      <pc:sldChg chg="addSp delSp modSp add mod modNotesTx">
        <pc:chgData name="Kristyna Ferris" userId="86aeac9f-971e-413b-9f78-ace434bd0a60" providerId="ADAL" clId="{BB1FBCEE-720A-4BC8-B896-5F1AD7000908}" dt="2026-05-02T04:18:03.483" v="11678" actId="20577"/>
        <pc:sldMkLst>
          <pc:docMk/>
          <pc:sldMk cId="3617705831" sldId="2147482419"/>
        </pc:sldMkLst>
        <pc:spChg chg="mod">
          <ac:chgData name="Kristyna Ferris" userId="86aeac9f-971e-413b-9f78-ace434bd0a60" providerId="ADAL" clId="{BB1FBCEE-720A-4BC8-B896-5F1AD7000908}" dt="2026-05-02T04:18:03.483" v="11678" actId="20577"/>
          <ac:spMkLst>
            <pc:docMk/>
            <pc:sldMk cId="3617705831" sldId="2147482419"/>
            <ac:spMk id="3" creationId="{942A71B7-F7D3-0536-107B-6F490FEDBD82}"/>
          </ac:spMkLst>
        </pc:spChg>
        <pc:spChg chg="mod">
          <ac:chgData name="Kristyna Ferris" userId="86aeac9f-971e-413b-9f78-ace434bd0a60" providerId="ADAL" clId="{BB1FBCEE-720A-4BC8-B896-5F1AD7000908}" dt="2026-05-02T03:23:24.338" v="10568" actId="20577"/>
          <ac:spMkLst>
            <pc:docMk/>
            <pc:sldMk cId="3617705831" sldId="2147482419"/>
            <ac:spMk id="4" creationId="{8E87410E-CA51-92B4-44B9-5D66CE395F14}"/>
          </ac:spMkLst>
        </pc:spChg>
        <pc:spChg chg="add">
          <ac:chgData name="Kristyna Ferris" userId="86aeac9f-971e-413b-9f78-ace434bd0a60" providerId="ADAL" clId="{BB1FBCEE-720A-4BC8-B896-5F1AD7000908}" dt="2026-05-02T04:04:33.272" v="11599"/>
          <ac:spMkLst>
            <pc:docMk/>
            <pc:sldMk cId="3617705831" sldId="2147482419"/>
            <ac:spMk id="7" creationId="{6EC93127-D702-E2D2-CE2E-C4366DB3432D}"/>
          </ac:spMkLst>
        </pc:spChg>
        <pc:picChg chg="add mod">
          <ac:chgData name="Kristyna Ferris" userId="86aeac9f-971e-413b-9f78-ace434bd0a60" providerId="ADAL" clId="{BB1FBCEE-720A-4BC8-B896-5F1AD7000908}" dt="2026-05-02T04:07:25.688" v="11615" actId="1076"/>
          <ac:picMkLst>
            <pc:docMk/>
            <pc:sldMk cId="3617705831" sldId="2147482419"/>
            <ac:picMk id="9" creationId="{F98565E1-86A5-C301-CEAB-46F4BF1CE20D}"/>
          </ac:picMkLst>
        </pc:picChg>
      </pc:sldChg>
      <pc:sldChg chg="delSp modSp add mod modNotesTx">
        <pc:chgData name="Kristyna Ferris" userId="86aeac9f-971e-413b-9f78-ace434bd0a60" providerId="ADAL" clId="{BB1FBCEE-720A-4BC8-B896-5F1AD7000908}" dt="2026-05-02T04:14:24.763" v="11652" actId="14100"/>
        <pc:sldMkLst>
          <pc:docMk/>
          <pc:sldMk cId="3442187710" sldId="2147482420"/>
        </pc:sldMkLst>
        <pc:spChg chg="mod">
          <ac:chgData name="Kristyna Ferris" userId="86aeac9f-971e-413b-9f78-ace434bd0a60" providerId="ADAL" clId="{BB1FBCEE-720A-4BC8-B896-5F1AD7000908}" dt="2026-05-02T04:14:24.763" v="11652" actId="14100"/>
          <ac:spMkLst>
            <pc:docMk/>
            <pc:sldMk cId="3442187710" sldId="2147482420"/>
            <ac:spMk id="3" creationId="{33F56F7E-A145-878B-CF9A-83872B7CE5C0}"/>
          </ac:spMkLst>
        </pc:spChg>
      </pc:sldChg>
      <pc:sldChg chg="delSp modSp add mod">
        <pc:chgData name="Kristyna Ferris" userId="86aeac9f-971e-413b-9f78-ace434bd0a60" providerId="ADAL" clId="{BB1FBCEE-720A-4BC8-B896-5F1AD7000908}" dt="2026-05-02T04:14:50.251" v="11655" actId="403"/>
        <pc:sldMkLst>
          <pc:docMk/>
          <pc:sldMk cId="1822609025" sldId="2147482421"/>
        </pc:sldMkLst>
        <pc:spChg chg="mod">
          <ac:chgData name="Kristyna Ferris" userId="86aeac9f-971e-413b-9f78-ace434bd0a60" providerId="ADAL" clId="{BB1FBCEE-720A-4BC8-B896-5F1AD7000908}" dt="2026-05-02T04:14:50.251" v="11655" actId="403"/>
          <ac:spMkLst>
            <pc:docMk/>
            <pc:sldMk cId="1822609025" sldId="2147482421"/>
            <ac:spMk id="3" creationId="{139F3E6F-15BA-7D7C-4E12-7C6B88F2AF94}"/>
          </ac:spMkLst>
        </pc:spChg>
        <pc:spChg chg="mod">
          <ac:chgData name="Kristyna Ferris" userId="86aeac9f-971e-413b-9f78-ace434bd0a60" providerId="ADAL" clId="{BB1FBCEE-720A-4BC8-B896-5F1AD7000908}" dt="2026-05-02T03:34:53.066" v="11063" actId="20577"/>
          <ac:spMkLst>
            <pc:docMk/>
            <pc:sldMk cId="1822609025" sldId="2147482421"/>
            <ac:spMk id="4" creationId="{0A8A1452-E7F6-5370-BA8D-D803F37431F2}"/>
          </ac:spMkLst>
        </pc:spChg>
      </pc:sldChg>
      <pc:sldChg chg="delSp modSp add mod">
        <pc:chgData name="Kristyna Ferris" userId="86aeac9f-971e-413b-9f78-ace434bd0a60" providerId="ADAL" clId="{BB1FBCEE-720A-4BC8-B896-5F1AD7000908}" dt="2026-05-02T04:15:04.540" v="11657" actId="1076"/>
        <pc:sldMkLst>
          <pc:docMk/>
          <pc:sldMk cId="385747500" sldId="2147482422"/>
        </pc:sldMkLst>
        <pc:spChg chg="mod">
          <ac:chgData name="Kristyna Ferris" userId="86aeac9f-971e-413b-9f78-ace434bd0a60" providerId="ADAL" clId="{BB1FBCEE-720A-4BC8-B896-5F1AD7000908}" dt="2026-05-02T04:15:04.540" v="11657" actId="1076"/>
          <ac:spMkLst>
            <pc:docMk/>
            <pc:sldMk cId="385747500" sldId="2147482422"/>
            <ac:spMk id="3" creationId="{1E1EE43C-3435-D74C-9474-CB37E8B7097E}"/>
          </ac:spMkLst>
        </pc:spChg>
        <pc:spChg chg="mod">
          <ac:chgData name="Kristyna Ferris" userId="86aeac9f-971e-413b-9f78-ace434bd0a60" providerId="ADAL" clId="{BB1FBCEE-720A-4BC8-B896-5F1AD7000908}" dt="2026-05-02T03:34:59.699" v="11064" actId="20577"/>
          <ac:spMkLst>
            <pc:docMk/>
            <pc:sldMk cId="385747500" sldId="2147482422"/>
            <ac:spMk id="4" creationId="{DE7D8124-DB87-E16D-E196-1C40845A3977}"/>
          </ac:spMkLst>
        </pc:spChg>
      </pc:sldChg>
      <pc:sldChg chg="delSp modSp add mod">
        <pc:chgData name="Kristyna Ferris" userId="86aeac9f-971e-413b-9f78-ace434bd0a60" providerId="ADAL" clId="{BB1FBCEE-720A-4BC8-B896-5F1AD7000908}" dt="2026-05-02T04:15:10.137" v="11658" actId="403"/>
        <pc:sldMkLst>
          <pc:docMk/>
          <pc:sldMk cId="1579102065" sldId="2147482423"/>
        </pc:sldMkLst>
        <pc:spChg chg="mod">
          <ac:chgData name="Kristyna Ferris" userId="86aeac9f-971e-413b-9f78-ace434bd0a60" providerId="ADAL" clId="{BB1FBCEE-720A-4BC8-B896-5F1AD7000908}" dt="2026-05-02T04:15:10.137" v="11658" actId="403"/>
          <ac:spMkLst>
            <pc:docMk/>
            <pc:sldMk cId="1579102065" sldId="2147482423"/>
            <ac:spMk id="3" creationId="{CA7D6AE2-C123-16F8-43C9-103C7DC0B96C}"/>
          </ac:spMkLst>
        </pc:spChg>
      </pc:sldChg>
      <pc:sldChg chg="delSp modSp add mod">
        <pc:chgData name="Kristyna Ferris" userId="86aeac9f-971e-413b-9f78-ace434bd0a60" providerId="ADAL" clId="{BB1FBCEE-720A-4BC8-B896-5F1AD7000908}" dt="2026-05-02T13:38:43.494" v="11729" actId="113"/>
        <pc:sldMkLst>
          <pc:docMk/>
          <pc:sldMk cId="3214161520" sldId="2147482424"/>
        </pc:sldMkLst>
        <pc:spChg chg="mod">
          <ac:chgData name="Kristyna Ferris" userId="86aeac9f-971e-413b-9f78-ace434bd0a60" providerId="ADAL" clId="{BB1FBCEE-720A-4BC8-B896-5F1AD7000908}" dt="2026-05-02T13:38:43.494" v="11729" actId="113"/>
          <ac:spMkLst>
            <pc:docMk/>
            <pc:sldMk cId="3214161520" sldId="2147482424"/>
            <ac:spMk id="3" creationId="{D909B808-A09D-74FE-9457-FEAB68B54BF7}"/>
          </ac:spMkLst>
        </pc:spChg>
      </pc:sldChg>
      <pc:sldChg chg="modSp add mod modNotesTx">
        <pc:chgData name="Kristyna Ferris" userId="86aeac9f-971e-413b-9f78-ace434bd0a60" providerId="ADAL" clId="{BB1FBCEE-720A-4BC8-B896-5F1AD7000908}" dt="2026-05-02T13:39:13.359" v="11741" actId="20577"/>
        <pc:sldMkLst>
          <pc:docMk/>
          <pc:sldMk cId="1065255670" sldId="2147482425"/>
        </pc:sldMkLst>
        <pc:spChg chg="mod">
          <ac:chgData name="Kristyna Ferris" userId="86aeac9f-971e-413b-9f78-ace434bd0a60" providerId="ADAL" clId="{BB1FBCEE-720A-4BC8-B896-5F1AD7000908}" dt="2026-05-02T13:39:13.359" v="11741" actId="20577"/>
          <ac:spMkLst>
            <pc:docMk/>
            <pc:sldMk cId="1065255670" sldId="2147482425"/>
            <ac:spMk id="3" creationId="{DDC5B97F-5FC9-97D7-A4A1-466297363ABA}"/>
          </ac:spMkLst>
        </pc:spChg>
        <pc:spChg chg="mod">
          <ac:chgData name="Kristyna Ferris" userId="86aeac9f-971e-413b-9f78-ace434bd0a60" providerId="ADAL" clId="{BB1FBCEE-720A-4BC8-B896-5F1AD7000908}" dt="2026-05-02T03:42:10.878" v="11198" actId="20578"/>
          <ac:spMkLst>
            <pc:docMk/>
            <pc:sldMk cId="1065255670" sldId="2147482425"/>
            <ac:spMk id="4" creationId="{B041E800-DDA7-2A83-46C9-31D9B13B2389}"/>
          </ac:spMkLst>
        </pc:spChg>
        <pc:picChg chg="mod">
          <ac:chgData name="Kristyna Ferris" userId="86aeac9f-971e-413b-9f78-ace434bd0a60" providerId="ADAL" clId="{BB1FBCEE-720A-4BC8-B896-5F1AD7000908}" dt="2026-05-02T03:43:55.380" v="11356" actId="14100"/>
          <ac:picMkLst>
            <pc:docMk/>
            <pc:sldMk cId="1065255670" sldId="2147482425"/>
            <ac:picMk id="2" creationId="{29BE8648-5AD6-3368-58BD-721006F5665D}"/>
          </ac:picMkLst>
        </pc:picChg>
      </pc:sldChg>
      <pc:sldMasterChg chg="modTransition delSldLayout modSldLayout">
        <pc:chgData name="Kristyna Ferris" userId="86aeac9f-971e-413b-9f78-ace434bd0a60" providerId="ADAL" clId="{BB1FBCEE-720A-4BC8-B896-5F1AD7000908}" dt="2026-05-28T14:26:22.468" v="11743" actId="2696"/>
        <pc:sldMasterMkLst>
          <pc:docMk/>
          <pc:sldMasterMk cId="3793594815" sldId="2147483702"/>
        </pc:sldMasterMkLst>
        <pc:sldLayoutChg chg="modTransition">
          <pc:chgData name="Kristyna Ferris" userId="86aeac9f-971e-413b-9f78-ace434bd0a60" providerId="ADAL" clId="{BB1FBCEE-720A-4BC8-B896-5F1AD7000908}" dt="2026-04-30T16:10:02.601" v="1724"/>
          <pc:sldLayoutMkLst>
            <pc:docMk/>
            <pc:sldMasterMk cId="3793594815" sldId="2147483702"/>
            <pc:sldLayoutMk cId="3311067151" sldId="2147483651"/>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2023204882" sldId="2147483653"/>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2480235199" sldId="2147483654"/>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1433278937" sldId="2147483661"/>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3702858552" sldId="2147483662"/>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1946323338" sldId="2147483663"/>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4044057886" sldId="2147483664"/>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4099709992" sldId="2147483670"/>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1036728212" sldId="2147483672"/>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4103805213" sldId="2147483673"/>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2519919362" sldId="2147483674"/>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2873408055" sldId="2147483675"/>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1897378137" sldId="2147483676"/>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3301413724" sldId="2147483677"/>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2036837730" sldId="2147483678"/>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1954259836" sldId="2147483681"/>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856035693" sldId="2147483682"/>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1501120579" sldId="2147483683"/>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1066868563" sldId="2147483684"/>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2767588184" sldId="2147483685"/>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2071904451" sldId="2147483686"/>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22041889" sldId="2147483687"/>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1246058555" sldId="2147483701"/>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2561251683" sldId="2147483703"/>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3013343467" sldId="2147483704"/>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3581561249" sldId="2147483705"/>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183977187" sldId="2147483706"/>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1186356722" sldId="2147483707"/>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2437184054" sldId="2147483708"/>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3760728708" sldId="2147483709"/>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2609705019" sldId="2147483710"/>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3803244150" sldId="2147483711"/>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806483897" sldId="2147483712"/>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3550052412" sldId="2147483713"/>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3726371895" sldId="2147483714"/>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3537589168" sldId="2147483715"/>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2775820863" sldId="2147483716"/>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2729927436" sldId="2147483717"/>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753733212" sldId="2147483718"/>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1177334445" sldId="2147483719"/>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2560979893" sldId="2147483720"/>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848745338" sldId="2147483721"/>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814430624" sldId="2147483722"/>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1733762279" sldId="2147483723"/>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1979150360" sldId="2147483724"/>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624698164" sldId="2147483725"/>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1496112063" sldId="2147483726"/>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828274423" sldId="2147483727"/>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2365377659" sldId="2147483728"/>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1134202642" sldId="2147483729"/>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1763220224" sldId="2147483730"/>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4229092293" sldId="2147483731"/>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3847460488" sldId="2147483732"/>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6894309" sldId="2147483733"/>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1224612159" sldId="2147483734"/>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3309356177" sldId="2147483735"/>
          </pc:sldLayoutMkLst>
        </pc:sldLayoutChg>
        <pc:sldLayoutChg chg="modTransition">
          <pc:chgData name="Kristyna Ferris" userId="86aeac9f-971e-413b-9f78-ace434bd0a60" providerId="ADAL" clId="{BB1FBCEE-720A-4BC8-B896-5F1AD7000908}" dt="2026-04-30T16:10:02.601" v="1724"/>
          <pc:sldLayoutMkLst>
            <pc:docMk/>
            <pc:sldMasterMk cId="3793594815" sldId="2147483702"/>
            <pc:sldLayoutMk cId="3327240874" sldId="2147483736"/>
          </pc:sldLayoutMkLst>
        </pc:sldLayoutChg>
        <pc:sldLayoutChg chg="del modTransition">
          <pc:chgData name="Kristyna Ferris" userId="86aeac9f-971e-413b-9f78-ace434bd0a60" providerId="ADAL" clId="{BB1FBCEE-720A-4BC8-B896-5F1AD7000908}" dt="2026-05-28T14:26:22.468" v="11743" actId="2696"/>
          <pc:sldLayoutMkLst>
            <pc:docMk/>
            <pc:sldMasterMk cId="3793594815" sldId="2147483702"/>
            <pc:sldLayoutMk cId="1462995635" sldId="2147483738"/>
          </pc:sldLayoutMkLst>
        </pc:sldLayoutChg>
        <pc:sldLayoutChg chg="del modTransition">
          <pc:chgData name="Kristyna Ferris" userId="86aeac9f-971e-413b-9f78-ace434bd0a60" providerId="ADAL" clId="{BB1FBCEE-720A-4BC8-B896-5F1AD7000908}" dt="2026-05-28T14:26:22.468" v="11743" actId="2696"/>
          <pc:sldLayoutMkLst>
            <pc:docMk/>
            <pc:sldMasterMk cId="3793594815" sldId="2147483702"/>
            <pc:sldLayoutMk cId="45467734" sldId="2147483739"/>
          </pc:sldLayoutMkLst>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hyperlink" Target="https://dataonwheels.wordpress.com/" TargetMode="External"/><Relationship Id="rId5" Type="http://schemas.openxmlformats.org/officeDocument/2006/relationships/image" Target="../media/image20.svg"/><Relationship Id="rId4" Type="http://schemas.microsoft.com/office/2007/relationships/hdphoto" Target="../media/hdphoto1.wdp"/></Relationships>
</file>

<file path=ppt/diagrams/_rels/drawing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dataonwheels.wordpress.com/" TargetMode="External"/><Relationship Id="rId1" Type="http://schemas.openxmlformats.org/officeDocument/2006/relationships/image" Target="../media/image18.svg"/><Relationship Id="rId5" Type="http://schemas.openxmlformats.org/officeDocument/2006/relationships/image" Target="../media/image20.svg"/><Relationship Id="rId4" Type="http://schemas.microsoft.com/office/2007/relationships/hdphoto" Target="../media/hdphoto1.wdp"/></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31C9186-53B8-48DE-BF73-99C92B55F469}" type="doc">
      <dgm:prSet loTypeId="urn:microsoft.com/office/officeart/2005/8/layout/vList3" loCatId="list" qsTypeId="urn:microsoft.com/office/officeart/2005/8/quickstyle/simple4" qsCatId="simple" csTypeId="urn:microsoft.com/office/officeart/2005/8/colors/accent2_2" csCatId="accent2" phldr="1"/>
      <dgm:spPr/>
      <dgm:t>
        <a:bodyPr/>
        <a:lstStyle/>
        <a:p>
          <a:endParaRPr lang="en-US"/>
        </a:p>
      </dgm:t>
    </dgm:pt>
    <dgm:pt modelId="{1A741F06-3CEC-4081-A5C1-4646B2999E0E}">
      <dgm:prSet custT="1"/>
      <dgm:spPr/>
      <dgm:t>
        <a:bodyPr anchor="ctr"/>
        <a:lstStyle/>
        <a:p>
          <a:pPr algn="r"/>
          <a:r>
            <a:rPr lang="en-US" sz="2400" dirty="0"/>
            <a:t>     </a:t>
          </a:r>
          <a:r>
            <a:rPr lang="en-US" sz="2000" dirty="0">
              <a:hlinkClick xmlns:r="http://schemas.openxmlformats.org/officeDocument/2006/relationships" r:id="rId1">
                <a:extLst>
                  <a:ext uri="{A12FA001-AC4F-418D-AE19-62706E023703}">
                    <ahyp:hlinkClr xmlns:ahyp="http://schemas.microsoft.com/office/drawing/2018/hyperlinkcolor" val="tx"/>
                  </a:ext>
                </a:extLst>
              </a:hlinkClick>
            </a:rPr>
            <a:t>https://dataonwheels.wordpress.com/</a:t>
          </a:r>
          <a:endParaRPr lang="en-US" sz="2400" dirty="0"/>
        </a:p>
      </dgm:t>
    </dgm:pt>
    <dgm:pt modelId="{CA9E987D-4CED-408C-8214-EB14792CAD7A}" type="parTrans" cxnId="{F1615DFE-2AC1-40E3-95A7-719EEB961071}">
      <dgm:prSet/>
      <dgm:spPr/>
      <dgm:t>
        <a:bodyPr/>
        <a:lstStyle/>
        <a:p>
          <a:endParaRPr lang="en-US"/>
        </a:p>
      </dgm:t>
    </dgm:pt>
    <dgm:pt modelId="{3F65FFCB-2E14-484E-8FC4-3EF9E02677A5}" type="sibTrans" cxnId="{F1615DFE-2AC1-40E3-95A7-719EEB961071}">
      <dgm:prSet/>
      <dgm:spPr/>
      <dgm:t>
        <a:bodyPr/>
        <a:lstStyle/>
        <a:p>
          <a:endParaRPr lang="en-US"/>
        </a:p>
      </dgm:t>
    </dgm:pt>
    <dgm:pt modelId="{11D0A9B0-4F99-450C-A393-AAD54CC7D57B}">
      <dgm:prSet custT="1"/>
      <dgm:spPr/>
      <dgm:t>
        <a:bodyPr anchor="ctr"/>
        <a:lstStyle/>
        <a:p>
          <a:pPr algn="r"/>
          <a:r>
            <a:rPr lang="en-US" sz="2800" dirty="0"/>
            <a:t>   kristyna@dataonwheels.com</a:t>
          </a:r>
        </a:p>
      </dgm:t>
    </dgm:pt>
    <dgm:pt modelId="{D41CEB21-EBD6-47BB-93D7-B72EFBAB65B5}" type="parTrans" cxnId="{3F5EFE0B-4E51-45B0-B616-45D1E0AAD1A6}">
      <dgm:prSet/>
      <dgm:spPr/>
      <dgm:t>
        <a:bodyPr/>
        <a:lstStyle/>
        <a:p>
          <a:endParaRPr lang="en-US"/>
        </a:p>
      </dgm:t>
    </dgm:pt>
    <dgm:pt modelId="{E26448A3-5BA9-4D94-ACDC-6F845B6978B8}" type="sibTrans" cxnId="{3F5EFE0B-4E51-45B0-B616-45D1E0AAD1A6}">
      <dgm:prSet/>
      <dgm:spPr/>
      <dgm:t>
        <a:bodyPr/>
        <a:lstStyle/>
        <a:p>
          <a:endParaRPr lang="en-US"/>
        </a:p>
      </dgm:t>
    </dgm:pt>
    <dgm:pt modelId="{361231F2-7620-401E-B7B2-504A39FE9428}">
      <dgm:prSet custT="1"/>
      <dgm:spPr/>
      <dgm:t>
        <a:bodyPr/>
        <a:lstStyle/>
        <a:p>
          <a:r>
            <a:rPr lang="en-US" sz="2800" dirty="0"/>
            <a:t>@data_dragoness</a:t>
          </a:r>
        </a:p>
      </dgm:t>
    </dgm:pt>
    <dgm:pt modelId="{B6BE5CFA-0405-4CA0-A317-68124E78F770}" type="parTrans" cxnId="{FA4AFA78-33A1-4D5C-A316-CC74E84CAF36}">
      <dgm:prSet/>
      <dgm:spPr/>
      <dgm:t>
        <a:bodyPr/>
        <a:lstStyle/>
        <a:p>
          <a:endParaRPr lang="en-US"/>
        </a:p>
      </dgm:t>
    </dgm:pt>
    <dgm:pt modelId="{A2F560F2-8FB5-4EF1-93CC-39928A0172E4}" type="sibTrans" cxnId="{FA4AFA78-33A1-4D5C-A316-CC74E84CAF36}">
      <dgm:prSet/>
      <dgm:spPr/>
      <dgm:t>
        <a:bodyPr/>
        <a:lstStyle/>
        <a:p>
          <a:endParaRPr lang="en-US"/>
        </a:p>
      </dgm:t>
    </dgm:pt>
    <dgm:pt modelId="{C08BFA66-9B75-4031-B345-700AC29B8191}" type="pres">
      <dgm:prSet presAssocID="{831C9186-53B8-48DE-BF73-99C92B55F469}" presName="linearFlow" presStyleCnt="0">
        <dgm:presLayoutVars>
          <dgm:dir/>
          <dgm:resizeHandles val="exact"/>
        </dgm:presLayoutVars>
      </dgm:prSet>
      <dgm:spPr/>
    </dgm:pt>
    <dgm:pt modelId="{BC29B2E5-8B22-4FD5-95F5-9B2717FBFF02}" type="pres">
      <dgm:prSet presAssocID="{361231F2-7620-401E-B7B2-504A39FE9428}" presName="composite" presStyleCnt="0"/>
      <dgm:spPr/>
    </dgm:pt>
    <dgm:pt modelId="{90975B01-8C93-40D1-9B05-BEEC17814EE0}" type="pres">
      <dgm:prSet presAssocID="{361231F2-7620-401E-B7B2-504A39FE9428}" presName="imgShp" presStyleLbl="fgImgPlace1" presStyleIdx="0" presStyleCnt="3" custLinFactX="-13850" custLinFactNeighborX="-100000" custLinFactNeighborY="298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Sparrow outline"/>
        </a:ext>
      </dgm:extLst>
    </dgm:pt>
    <dgm:pt modelId="{98D19BCF-6FD4-4E0D-A5EB-2EFCE077C912}" type="pres">
      <dgm:prSet presAssocID="{361231F2-7620-401E-B7B2-504A39FE9428}" presName="txShp" presStyleLbl="node1" presStyleIdx="0" presStyleCnt="3" custScaleX="150376" custLinFactNeighborX="899" custLinFactNeighborY="10665">
        <dgm:presLayoutVars>
          <dgm:bulletEnabled val="1"/>
        </dgm:presLayoutVars>
      </dgm:prSet>
      <dgm:spPr/>
    </dgm:pt>
    <dgm:pt modelId="{7F645754-F307-424E-975B-0EE5BEB2BB9A}" type="pres">
      <dgm:prSet presAssocID="{A2F560F2-8FB5-4EF1-93CC-39928A0172E4}" presName="spacing" presStyleCnt="0"/>
      <dgm:spPr/>
    </dgm:pt>
    <dgm:pt modelId="{8C18EA9B-8166-4E2E-96A8-0F5658B698BD}" type="pres">
      <dgm:prSet presAssocID="{1A741F06-3CEC-4081-A5C1-4646B2999E0E}" presName="composite" presStyleCnt="0"/>
      <dgm:spPr/>
    </dgm:pt>
    <dgm:pt modelId="{9C365CB5-B72D-40DB-8732-528E8FDA5750}" type="pres">
      <dgm:prSet presAssocID="{1A741F06-3CEC-4081-A5C1-4646B2999E0E}" presName="imgShp" presStyleLbl="fgImgPlace1" presStyleIdx="1" presStyleCnt="3" custScaleX="80563" custScaleY="71874" custLinFactNeighborX="-19334" custLinFactNeighborY="-524"/>
      <dgm:spPr>
        <a:blipFill>
          <a:blip xmlns:r="http://schemas.openxmlformats.org/officeDocument/2006/relationships" r:embed="rId3">
            <a:extLst>
              <a:ext uri="{BEBA8EAE-BF5A-486C-A8C5-ECC9F3942E4B}">
                <a14:imgProps xmlns:a14="http://schemas.microsoft.com/office/drawing/2010/main">
                  <a14:imgLayer r:embed="rId4">
                    <a14:imgEffect>
                      <a14:brightnessContrast bright="40000"/>
                    </a14:imgEffect>
                  </a14:imgLayer>
                </a14:imgProps>
              </a:ext>
            </a:extLst>
          </a:blip>
          <a:srcRect/>
          <a:stretch>
            <a:fillRect t="-6000" b="-6000"/>
          </a:stretch>
        </a:blipFill>
      </dgm:spPr>
    </dgm:pt>
    <dgm:pt modelId="{51BD5739-4267-4BED-BB3F-56D801D622EA}" type="pres">
      <dgm:prSet presAssocID="{1A741F06-3CEC-4081-A5C1-4646B2999E0E}" presName="txShp" presStyleLbl="node1" presStyleIdx="1" presStyleCnt="3" custScaleX="150376" custLinFactNeighborX="11144" custLinFactNeighborY="-524">
        <dgm:presLayoutVars>
          <dgm:bulletEnabled val="1"/>
        </dgm:presLayoutVars>
      </dgm:prSet>
      <dgm:spPr/>
    </dgm:pt>
    <dgm:pt modelId="{8F5CB601-C35E-4D1F-9CD2-CB07F342EFA5}" type="pres">
      <dgm:prSet presAssocID="{3F65FFCB-2E14-484E-8FC4-3EF9E02677A5}" presName="spacing" presStyleCnt="0"/>
      <dgm:spPr/>
    </dgm:pt>
    <dgm:pt modelId="{2A621669-F974-486F-B0CC-D5279C1A8993}" type="pres">
      <dgm:prSet presAssocID="{11D0A9B0-4F99-450C-A393-AAD54CC7D57B}" presName="composite" presStyleCnt="0"/>
      <dgm:spPr/>
    </dgm:pt>
    <dgm:pt modelId="{7495D3D5-9185-4FC6-99EF-F6D4AFA7B3DC}" type="pres">
      <dgm:prSet presAssocID="{11D0A9B0-4F99-450C-A393-AAD54CC7D57B}" presName="imgShp" presStyleLbl="fgImgPlace1" presStyleIdx="2" presStyleCnt="3" custLinFactX="-9219" custLinFactNeighborX="-100000" custLinFactNeighborY="3010"/>
      <dgm:spPr>
        <a:xfrm>
          <a:off x="0" y="3731483"/>
          <a:ext cx="1434053" cy="1434053"/>
        </a:xfrm>
        <a:prstGeom prst="ellipse">
          <a:avLst/>
        </a:prstGeom>
        <a:blipFill>
          <a:blip xmlns:r="http://schemas.openxmlformats.org/officeDocument/2006/relationships">
            <a:extLst>
              <a:ext uri="{96DAC541-7B7A-43D3-8B79-37D633B846F1}">
                <asvg:svgBlip xmlns:asvg="http://schemas.microsoft.com/office/drawing/2016/SVG/main" r:embed="rId5"/>
              </a:ext>
            </a:extLst>
          </a:blip>
          <a:srcRect/>
          <a:stretch>
            <a:fillRect/>
          </a:stretch>
        </a:blipFill>
      </dgm:spPr>
      <dgm:extLst>
        <a:ext uri="{E40237B7-FDA0-4F09-8148-C483321AD2D9}">
          <dgm14:cNvPr xmlns:dgm14="http://schemas.microsoft.com/office/drawing/2010/diagram" id="0" name="" descr="Send outline"/>
        </a:ext>
      </dgm:extLst>
    </dgm:pt>
    <dgm:pt modelId="{36DCB59B-7B0E-4CC8-B732-4523363D854A}" type="pres">
      <dgm:prSet presAssocID="{11D0A9B0-4F99-450C-A393-AAD54CC7D57B}" presName="txShp" presStyleLbl="node1" presStyleIdx="2" presStyleCnt="3" custScaleX="148443">
        <dgm:presLayoutVars>
          <dgm:bulletEnabled val="1"/>
        </dgm:presLayoutVars>
      </dgm:prSet>
      <dgm:spPr/>
    </dgm:pt>
  </dgm:ptLst>
  <dgm:cxnLst>
    <dgm:cxn modelId="{3F5EFE0B-4E51-45B0-B616-45D1E0AAD1A6}" srcId="{831C9186-53B8-48DE-BF73-99C92B55F469}" destId="{11D0A9B0-4F99-450C-A393-AAD54CC7D57B}" srcOrd="2" destOrd="0" parTransId="{D41CEB21-EBD6-47BB-93D7-B72EFBAB65B5}" sibTransId="{E26448A3-5BA9-4D94-ACDC-6F845B6978B8}"/>
    <dgm:cxn modelId="{FF10A413-67B3-40E9-A658-956F4DAFBCDF}" type="presOf" srcId="{11D0A9B0-4F99-450C-A393-AAD54CC7D57B}" destId="{36DCB59B-7B0E-4CC8-B732-4523363D854A}" srcOrd="0" destOrd="0" presId="urn:microsoft.com/office/officeart/2005/8/layout/vList3"/>
    <dgm:cxn modelId="{634AA32A-33B7-46B2-B40E-BEB039B75FE0}" type="presOf" srcId="{1A741F06-3CEC-4081-A5C1-4646B2999E0E}" destId="{51BD5739-4267-4BED-BB3F-56D801D622EA}" srcOrd="0" destOrd="0" presId="urn:microsoft.com/office/officeart/2005/8/layout/vList3"/>
    <dgm:cxn modelId="{FA4AFA78-33A1-4D5C-A316-CC74E84CAF36}" srcId="{831C9186-53B8-48DE-BF73-99C92B55F469}" destId="{361231F2-7620-401E-B7B2-504A39FE9428}" srcOrd="0" destOrd="0" parTransId="{B6BE5CFA-0405-4CA0-A317-68124E78F770}" sibTransId="{A2F560F2-8FB5-4EF1-93CC-39928A0172E4}"/>
    <dgm:cxn modelId="{57BD8F7C-EA18-4EB9-BF59-3A9D43780502}" type="presOf" srcId="{361231F2-7620-401E-B7B2-504A39FE9428}" destId="{98D19BCF-6FD4-4E0D-A5EB-2EFCE077C912}" srcOrd="0" destOrd="0" presId="urn:microsoft.com/office/officeart/2005/8/layout/vList3"/>
    <dgm:cxn modelId="{1373BEF1-7F24-4A09-B6DF-9256A58FA283}" type="presOf" srcId="{831C9186-53B8-48DE-BF73-99C92B55F469}" destId="{C08BFA66-9B75-4031-B345-700AC29B8191}" srcOrd="0" destOrd="0" presId="urn:microsoft.com/office/officeart/2005/8/layout/vList3"/>
    <dgm:cxn modelId="{F1615DFE-2AC1-40E3-95A7-719EEB961071}" srcId="{831C9186-53B8-48DE-BF73-99C92B55F469}" destId="{1A741F06-3CEC-4081-A5C1-4646B2999E0E}" srcOrd="1" destOrd="0" parTransId="{CA9E987D-4CED-408C-8214-EB14792CAD7A}" sibTransId="{3F65FFCB-2E14-484E-8FC4-3EF9E02677A5}"/>
    <dgm:cxn modelId="{C1C5AD4A-1AC0-4C0D-9B20-58E02EFD4A00}" type="presParOf" srcId="{C08BFA66-9B75-4031-B345-700AC29B8191}" destId="{BC29B2E5-8B22-4FD5-95F5-9B2717FBFF02}" srcOrd="0" destOrd="0" presId="urn:microsoft.com/office/officeart/2005/8/layout/vList3"/>
    <dgm:cxn modelId="{E859314D-23E5-4580-853C-1676F1D7398D}" type="presParOf" srcId="{BC29B2E5-8B22-4FD5-95F5-9B2717FBFF02}" destId="{90975B01-8C93-40D1-9B05-BEEC17814EE0}" srcOrd="0" destOrd="0" presId="urn:microsoft.com/office/officeart/2005/8/layout/vList3"/>
    <dgm:cxn modelId="{884B07B0-7303-4493-A181-6BC8F2D207F7}" type="presParOf" srcId="{BC29B2E5-8B22-4FD5-95F5-9B2717FBFF02}" destId="{98D19BCF-6FD4-4E0D-A5EB-2EFCE077C912}" srcOrd="1" destOrd="0" presId="urn:microsoft.com/office/officeart/2005/8/layout/vList3"/>
    <dgm:cxn modelId="{D4DF6AF7-1AB0-4C55-9046-2A6D1790F9C7}" type="presParOf" srcId="{C08BFA66-9B75-4031-B345-700AC29B8191}" destId="{7F645754-F307-424E-975B-0EE5BEB2BB9A}" srcOrd="1" destOrd="0" presId="urn:microsoft.com/office/officeart/2005/8/layout/vList3"/>
    <dgm:cxn modelId="{4E203AE4-7FF1-4D9C-BD94-D32CD9E355C3}" type="presParOf" srcId="{C08BFA66-9B75-4031-B345-700AC29B8191}" destId="{8C18EA9B-8166-4E2E-96A8-0F5658B698BD}" srcOrd="2" destOrd="0" presId="urn:microsoft.com/office/officeart/2005/8/layout/vList3"/>
    <dgm:cxn modelId="{5AB81220-F5F6-4140-A3A3-C8713A41951D}" type="presParOf" srcId="{8C18EA9B-8166-4E2E-96A8-0F5658B698BD}" destId="{9C365CB5-B72D-40DB-8732-528E8FDA5750}" srcOrd="0" destOrd="0" presId="urn:microsoft.com/office/officeart/2005/8/layout/vList3"/>
    <dgm:cxn modelId="{79C43560-9ACA-4A2A-96ED-75A871BFA21B}" type="presParOf" srcId="{8C18EA9B-8166-4E2E-96A8-0F5658B698BD}" destId="{51BD5739-4267-4BED-BB3F-56D801D622EA}" srcOrd="1" destOrd="0" presId="urn:microsoft.com/office/officeart/2005/8/layout/vList3"/>
    <dgm:cxn modelId="{7CE7B8C4-3237-4058-B9D3-DA45CC7BEB7A}" type="presParOf" srcId="{C08BFA66-9B75-4031-B345-700AC29B8191}" destId="{8F5CB601-C35E-4D1F-9CD2-CB07F342EFA5}" srcOrd="3" destOrd="0" presId="urn:microsoft.com/office/officeart/2005/8/layout/vList3"/>
    <dgm:cxn modelId="{D7896E66-067E-4D69-B63D-C76089134A54}" type="presParOf" srcId="{C08BFA66-9B75-4031-B345-700AC29B8191}" destId="{2A621669-F974-486F-B0CC-D5279C1A8993}" srcOrd="4" destOrd="0" presId="urn:microsoft.com/office/officeart/2005/8/layout/vList3"/>
    <dgm:cxn modelId="{5A6CCE06-C29A-4244-9178-F1107D263CFB}" type="presParOf" srcId="{2A621669-F974-486F-B0CC-D5279C1A8993}" destId="{7495D3D5-9185-4FC6-99EF-F6D4AFA7B3DC}" srcOrd="0" destOrd="0" presId="urn:microsoft.com/office/officeart/2005/8/layout/vList3"/>
    <dgm:cxn modelId="{103D00E4-EE2D-41E7-A78E-1E4EABB71AC6}" type="presParOf" srcId="{2A621669-F974-486F-B0CC-D5279C1A8993}" destId="{36DCB59B-7B0E-4CC8-B732-4523363D854A}"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D19BCF-6FD4-4E0D-A5EB-2EFCE077C912}">
      <dsp:nvSpPr>
        <dsp:cNvPr id="0" name=""/>
        <dsp:cNvSpPr/>
      </dsp:nvSpPr>
      <dsp:spPr>
        <a:xfrm rot="10800000">
          <a:off x="-1" y="155392"/>
          <a:ext cx="7601599" cy="1447346"/>
        </a:xfrm>
        <a:prstGeom prst="homePlat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8240" tIns="106680" rIns="199136"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@data_dragoness</a:t>
          </a:r>
        </a:p>
      </dsp:txBody>
      <dsp:txXfrm rot="10800000">
        <a:off x="361835" y="155392"/>
        <a:ext cx="7239763" cy="1447346"/>
      </dsp:txXfrm>
    </dsp:sp>
    <dsp:sp modelId="{90975B01-8C93-40D1-9B05-BEEC17814EE0}">
      <dsp:nvSpPr>
        <dsp:cNvPr id="0" name=""/>
        <dsp:cNvSpPr/>
      </dsp:nvSpPr>
      <dsp:spPr>
        <a:xfrm>
          <a:off x="0" y="44265"/>
          <a:ext cx="1447346" cy="1447346"/>
        </a:xfrm>
        <a:prstGeom prst="ellipse">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a:noFill/>
        </a:ln>
        <a:effectLst/>
      </dsp:spPr>
      <dsp:style>
        <a:lnRef idx="0">
          <a:scrgbClr r="0" g="0" b="0"/>
        </a:lnRef>
        <a:fillRef idx="1">
          <a:scrgbClr r="0" g="0" b="0"/>
        </a:fillRef>
        <a:effectRef idx="2">
          <a:scrgbClr r="0" g="0" b="0"/>
        </a:effectRef>
        <a:fontRef idx="minor"/>
      </dsp:style>
    </dsp:sp>
    <dsp:sp modelId="{51BD5739-4267-4BED-BB3F-56D801D622EA}">
      <dsp:nvSpPr>
        <dsp:cNvPr id="0" name=""/>
        <dsp:cNvSpPr/>
      </dsp:nvSpPr>
      <dsp:spPr>
        <a:xfrm rot="10800000">
          <a:off x="-1" y="1872839"/>
          <a:ext cx="7601599" cy="1447346"/>
        </a:xfrm>
        <a:prstGeom prst="homePlat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8240" tIns="91440" rIns="170688" bIns="91440" numCol="1" spcCol="1270" anchor="ctr" anchorCtr="0">
          <a:noAutofit/>
        </a:bodyPr>
        <a:lstStyle/>
        <a:p>
          <a:pPr marL="0" lvl="0" indent="0" algn="r" defTabSz="1066800">
            <a:lnSpc>
              <a:spcPct val="90000"/>
            </a:lnSpc>
            <a:spcBef>
              <a:spcPct val="0"/>
            </a:spcBef>
            <a:spcAft>
              <a:spcPct val="35000"/>
            </a:spcAft>
            <a:buNone/>
          </a:pPr>
          <a:r>
            <a:rPr lang="en-US" sz="2400" kern="1200" dirty="0"/>
            <a:t>     </a:t>
          </a:r>
          <a:r>
            <a:rPr lang="en-US" sz="2000" kern="1200" dirty="0">
              <a:hlinkClick xmlns:r="http://schemas.openxmlformats.org/officeDocument/2006/relationships" r:id="rId2">
                <a:extLst>
                  <a:ext uri="{A12FA001-AC4F-418D-AE19-62706E023703}">
                    <ahyp:hlinkClr xmlns:ahyp="http://schemas.microsoft.com/office/drawing/2018/hyperlinkcolor" val="tx"/>
                  </a:ext>
                </a:extLst>
              </a:hlinkClick>
            </a:rPr>
            <a:t>https://dataonwheels.wordpress.com/</a:t>
          </a:r>
          <a:endParaRPr lang="en-US" sz="2400" kern="1200" dirty="0"/>
        </a:p>
      </dsp:txBody>
      <dsp:txXfrm rot="10800000">
        <a:off x="361835" y="1872839"/>
        <a:ext cx="7239763" cy="1447346"/>
      </dsp:txXfrm>
    </dsp:sp>
    <dsp:sp modelId="{9C365CB5-B72D-40DB-8732-528E8FDA5750}">
      <dsp:nvSpPr>
        <dsp:cNvPr id="0" name=""/>
        <dsp:cNvSpPr/>
      </dsp:nvSpPr>
      <dsp:spPr>
        <a:xfrm>
          <a:off x="410424" y="2076380"/>
          <a:ext cx="1166026" cy="1040266"/>
        </a:xfrm>
        <a:prstGeom prst="ellipse">
          <a:avLst/>
        </a:prstGeom>
        <a:blipFill>
          <a:blip xmlns:r="http://schemas.openxmlformats.org/officeDocument/2006/relationships" r:embed="rId3">
            <a:extLst>
              <a:ext uri="{BEBA8EAE-BF5A-486C-A8C5-ECC9F3942E4B}">
                <a14:imgProps xmlns:a14="http://schemas.microsoft.com/office/drawing/2010/main">
                  <a14:imgLayer r:embed="rId4">
                    <a14:imgEffect>
                      <a14:brightnessContrast bright="40000"/>
                    </a14:imgEffect>
                  </a14:imgLayer>
                </a14:imgProps>
              </a:ext>
            </a:extLst>
          </a:blip>
          <a:srcRect/>
          <a:stretch>
            <a:fillRect t="-6000" b="-6000"/>
          </a:stretch>
        </a:blipFill>
        <a:ln>
          <a:noFill/>
        </a:ln>
        <a:effectLst/>
      </dsp:spPr>
      <dsp:style>
        <a:lnRef idx="0">
          <a:scrgbClr r="0" g="0" b="0"/>
        </a:lnRef>
        <a:fillRef idx="1">
          <a:scrgbClr r="0" g="0" b="0"/>
        </a:fillRef>
        <a:effectRef idx="2">
          <a:scrgbClr r="0" g="0" b="0"/>
        </a:effectRef>
        <a:fontRef idx="minor"/>
      </dsp:style>
    </dsp:sp>
    <dsp:sp modelId="{36DCB59B-7B0E-4CC8-B732-4523363D854A}">
      <dsp:nvSpPr>
        <dsp:cNvPr id="0" name=""/>
        <dsp:cNvSpPr/>
      </dsp:nvSpPr>
      <dsp:spPr>
        <a:xfrm rot="10800000">
          <a:off x="48855" y="3759814"/>
          <a:ext cx="7503884" cy="1447346"/>
        </a:xfrm>
        <a:prstGeom prst="homePlat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8240" tIns="106680" rIns="199136" bIns="106680" numCol="1" spcCol="1270" anchor="ctr" anchorCtr="0">
          <a:noAutofit/>
        </a:bodyPr>
        <a:lstStyle/>
        <a:p>
          <a:pPr marL="0" lvl="0" indent="0" algn="r" defTabSz="1244600">
            <a:lnSpc>
              <a:spcPct val="90000"/>
            </a:lnSpc>
            <a:spcBef>
              <a:spcPct val="0"/>
            </a:spcBef>
            <a:spcAft>
              <a:spcPct val="35000"/>
            </a:spcAft>
            <a:buNone/>
          </a:pPr>
          <a:r>
            <a:rPr lang="en-US" sz="2800" kern="1200" dirty="0"/>
            <a:t>   kristyna@dataonwheels.com</a:t>
          </a:r>
        </a:p>
      </dsp:txBody>
      <dsp:txXfrm rot="10800000">
        <a:off x="410691" y="3759814"/>
        <a:ext cx="7142048" cy="1447346"/>
      </dsp:txXfrm>
    </dsp:sp>
    <dsp:sp modelId="{7495D3D5-9185-4FC6-99EF-F6D4AFA7B3DC}">
      <dsp:nvSpPr>
        <dsp:cNvPr id="0" name=""/>
        <dsp:cNvSpPr/>
      </dsp:nvSpPr>
      <dsp:spPr>
        <a:xfrm>
          <a:off x="0" y="3760848"/>
          <a:ext cx="1447346" cy="1447346"/>
        </a:xfrm>
        <a:prstGeom prst="ellipse">
          <a:avLst/>
        </a:prstGeom>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a:noFill/>
        </a:ln>
        <a:effectLst/>
      </dsp:spPr>
      <dsp:style>
        <a:lnRef idx="0">
          <a:scrgbClr r="0" g="0" b="0"/>
        </a:lnRef>
        <a:fillRef idx="1">
          <a:scrgbClr r="0" g="0" b="0"/>
        </a:fillRef>
        <a:effectRef idx="2">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BA4F6D-F7EB-0F4A-A981-95137ADA69AB}" type="datetimeFigureOut">
              <a:rPr lang="en-US" smtClean="0"/>
              <a:t>5/28/2026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BA35C1-8278-9748-8225-80C021D66BB2}" type="slidenum">
              <a:rPr lang="en-US" smtClean="0"/>
              <a:t>‹#›</a:t>
            </a:fld>
            <a:endParaRPr lang="en-US"/>
          </a:p>
        </p:txBody>
      </p:sp>
    </p:spTree>
    <p:extLst>
      <p:ext uri="{BB962C8B-B14F-4D97-AF65-F5344CB8AC3E}">
        <p14:creationId xmlns:p14="http://schemas.microsoft.com/office/powerpoint/2010/main" val="40777955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dafont.com/open-dyslexic.font?psize=xs"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thealternativeboard.com/blog/what-are-the-4-most-common-leadership-styles-"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s://www.disruptiveleadership.institute/goleman_leadership_styles/"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thealternativeboard.com/blog/what-are-the-4-most-common-leadership-styles-"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s://www.disruptiveleadership.institute/goleman_leadership_styles/"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thealternativeboard.com/blog/what-are-the-4-most-common-leadership-styles-" TargetMode="External"/><Relationship Id="rId2" Type="http://schemas.openxmlformats.org/officeDocument/2006/relationships/slide" Target="../slides/slide5.xml"/><Relationship Id="rId1" Type="http://schemas.openxmlformats.org/officeDocument/2006/relationships/notesMaster" Target="../notesMasters/notesMaster1.xml"/><Relationship Id="rId4" Type="http://schemas.openxmlformats.org/officeDocument/2006/relationships/hyperlink" Target="https://www.disruptiveleadership.institute/goleman_leadership_styles/"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E017B-1703-FAE0-963B-A872FF36AF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A8C013-C586-6F75-4484-4B999B7AD3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A5F174-BA68-F0FC-EED2-0A1069E67CEE}"/>
              </a:ext>
            </a:extLst>
          </p:cNvPr>
          <p:cNvSpPr>
            <a:spLocks noGrp="1"/>
          </p:cNvSpPr>
          <p:nvPr>
            <p:ph type="body" idx="1"/>
          </p:nvPr>
        </p:nvSpPr>
        <p:spPr/>
        <p:txBody>
          <a:bodyPr/>
          <a:lstStyle/>
          <a:p>
            <a:r>
              <a:rPr lang="en-US" dirty="0">
                <a:hlinkClick r:id="rId3"/>
              </a:rPr>
              <a:t>Open-Dyslexic Font | dafont.com</a:t>
            </a:r>
            <a:endParaRPr lang="en-US" dirty="0"/>
          </a:p>
          <a:p>
            <a:r>
              <a:rPr lang="en-US" dirty="0"/>
              <a:t>Download the font from </a:t>
            </a:r>
            <a:r>
              <a:rPr lang="en-US" dirty="0">
                <a:hlinkClick r:id="rId3"/>
              </a:rPr>
              <a:t>Open-Dyslexic Font | dafont.com</a:t>
            </a:r>
            <a:endParaRPr lang="en-US" dirty="0"/>
          </a:p>
          <a:p>
            <a:r>
              <a:rPr lang="en-US" dirty="0"/>
              <a:t>Extract the files</a:t>
            </a:r>
          </a:p>
          <a:p>
            <a:r>
              <a:rPr lang="en-US" dirty="0"/>
              <a:t>Go to computer settings &gt; personalization &gt; fonts and drop in the files</a:t>
            </a:r>
          </a:p>
          <a:p>
            <a:r>
              <a:rPr lang="en-US" dirty="0"/>
              <a:t>Navigate to Power Point Master Slide</a:t>
            </a:r>
          </a:p>
          <a:p>
            <a:r>
              <a:rPr lang="en-US" dirty="0"/>
              <a:t>Change the font to use Open Dyslexic for the headers and body</a:t>
            </a:r>
          </a:p>
          <a:p>
            <a:r>
              <a:rPr lang="en-US" dirty="0"/>
              <a:t>Done!</a:t>
            </a:r>
          </a:p>
          <a:p>
            <a:endParaRPr lang="en-US" dirty="0"/>
          </a:p>
        </p:txBody>
      </p:sp>
      <p:sp>
        <p:nvSpPr>
          <p:cNvPr id="4" name="Slide Number Placeholder 3">
            <a:extLst>
              <a:ext uri="{FF2B5EF4-FFF2-40B4-BE49-F238E27FC236}">
                <a16:creationId xmlns:a16="http://schemas.microsoft.com/office/drawing/2014/main" id="{0C52C316-4A8D-9F4A-46AD-B3172B689484}"/>
              </a:ext>
            </a:extLst>
          </p:cNvPr>
          <p:cNvSpPr>
            <a:spLocks noGrp="1"/>
          </p:cNvSpPr>
          <p:nvPr>
            <p:ph type="sldNum" sz="quarter" idx="5"/>
          </p:nvPr>
        </p:nvSpPr>
        <p:spPr/>
        <p:txBody>
          <a:bodyPr/>
          <a:lstStyle/>
          <a:p>
            <a:fld id="{0C2C13D3-B291-44D2-95AA-8F8B205FDB45}" type="slidenum">
              <a:rPr lang="en-US" smtClean="0"/>
              <a:t>1</a:t>
            </a:fld>
            <a:endParaRPr lang="en-US"/>
          </a:p>
        </p:txBody>
      </p:sp>
    </p:spTree>
    <p:extLst>
      <p:ext uri="{BB962C8B-B14F-4D97-AF65-F5344CB8AC3E}">
        <p14:creationId xmlns:p14="http://schemas.microsoft.com/office/powerpoint/2010/main" val="1508963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18C3B-BFBB-9139-3D58-7DD15AF7A5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01ADF9-BB7A-F6C0-2CB0-CD1B436AFC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808E8A-3043-1056-3447-DD32565C56DC}"/>
              </a:ext>
            </a:extLst>
          </p:cNvPr>
          <p:cNvSpPr>
            <a:spLocks noGrp="1"/>
          </p:cNvSpPr>
          <p:nvPr>
            <p:ph type="body" idx="1"/>
          </p:nvPr>
        </p:nvSpPr>
        <p:spPr/>
        <p:txBody>
          <a:bodyPr/>
          <a:lstStyle/>
          <a:p>
            <a:r>
              <a:rPr lang="en-US" dirty="0">
                <a:hlinkClick r:id="rId3"/>
              </a:rPr>
              <a:t>What are the 4 Most Common Leadership Styles?</a:t>
            </a:r>
            <a:endParaRPr lang="en-US" dirty="0"/>
          </a:p>
          <a:p>
            <a:r>
              <a:rPr lang="en-US" dirty="0">
                <a:hlinkClick r:id="rId4"/>
              </a:rPr>
              <a:t>Goleman’s Situational Leadership Styles Framework – Disruptive Leadership Institute</a:t>
            </a:r>
            <a:endParaRPr lang="en-US" dirty="0"/>
          </a:p>
          <a:p>
            <a:endParaRPr lang="en-US" dirty="0"/>
          </a:p>
        </p:txBody>
      </p:sp>
      <p:sp>
        <p:nvSpPr>
          <p:cNvPr id="4" name="Slide Number Placeholder 3">
            <a:extLst>
              <a:ext uri="{FF2B5EF4-FFF2-40B4-BE49-F238E27FC236}">
                <a16:creationId xmlns:a16="http://schemas.microsoft.com/office/drawing/2014/main" id="{C266B822-92A2-3C3B-23C4-3BE78598D4AF}"/>
              </a:ext>
            </a:extLst>
          </p:cNvPr>
          <p:cNvSpPr>
            <a:spLocks noGrp="1"/>
          </p:cNvSpPr>
          <p:nvPr>
            <p:ph type="sldNum" sz="quarter" idx="5"/>
          </p:nvPr>
        </p:nvSpPr>
        <p:spPr/>
        <p:txBody>
          <a:bodyPr/>
          <a:lstStyle/>
          <a:p>
            <a:fld id="{58BA35C1-8278-9748-8225-80C021D66BB2}" type="slidenum">
              <a:rPr lang="en-US" smtClean="0"/>
              <a:t>3</a:t>
            </a:fld>
            <a:endParaRPr lang="en-US"/>
          </a:p>
        </p:txBody>
      </p:sp>
    </p:spTree>
    <p:extLst>
      <p:ext uri="{BB962C8B-B14F-4D97-AF65-F5344CB8AC3E}">
        <p14:creationId xmlns:p14="http://schemas.microsoft.com/office/powerpoint/2010/main" val="39296960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745D3-AB02-B9BD-66D1-A39AC5FDD5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9B6920-D24E-9374-E176-0D74B5C2E0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59FA9E-CFF9-A022-0FC3-906C4906F29A}"/>
              </a:ext>
            </a:extLst>
          </p:cNvPr>
          <p:cNvSpPr>
            <a:spLocks noGrp="1"/>
          </p:cNvSpPr>
          <p:nvPr>
            <p:ph type="body" idx="1"/>
          </p:nvPr>
        </p:nvSpPr>
        <p:spPr/>
        <p:txBody>
          <a:bodyPr/>
          <a:lstStyle/>
          <a:p>
            <a:r>
              <a:rPr lang="en-US" dirty="0">
                <a:hlinkClick r:id="rId3"/>
              </a:rPr>
              <a:t>What are the 4 Most Common Leadership Styles?</a:t>
            </a:r>
            <a:endParaRPr lang="en-US" dirty="0"/>
          </a:p>
          <a:p>
            <a:r>
              <a:rPr lang="en-US" dirty="0">
                <a:hlinkClick r:id="rId4"/>
              </a:rPr>
              <a:t>Goleman’s Situational Leadership Styles Framework – Disruptive Leadership Institute</a:t>
            </a:r>
            <a:endParaRPr lang="en-US" dirty="0"/>
          </a:p>
          <a:p>
            <a:endParaRPr lang="en-US" dirty="0"/>
          </a:p>
        </p:txBody>
      </p:sp>
      <p:sp>
        <p:nvSpPr>
          <p:cNvPr id="4" name="Slide Number Placeholder 3">
            <a:extLst>
              <a:ext uri="{FF2B5EF4-FFF2-40B4-BE49-F238E27FC236}">
                <a16:creationId xmlns:a16="http://schemas.microsoft.com/office/drawing/2014/main" id="{4F933C20-57AA-A75C-6303-4446E68F2555}"/>
              </a:ext>
            </a:extLst>
          </p:cNvPr>
          <p:cNvSpPr>
            <a:spLocks noGrp="1"/>
          </p:cNvSpPr>
          <p:nvPr>
            <p:ph type="sldNum" sz="quarter" idx="5"/>
          </p:nvPr>
        </p:nvSpPr>
        <p:spPr/>
        <p:txBody>
          <a:bodyPr/>
          <a:lstStyle/>
          <a:p>
            <a:fld id="{58BA35C1-8278-9748-8225-80C021D66BB2}" type="slidenum">
              <a:rPr lang="en-US" smtClean="0"/>
              <a:t>4</a:t>
            </a:fld>
            <a:endParaRPr lang="en-US"/>
          </a:p>
        </p:txBody>
      </p:sp>
    </p:spTree>
    <p:extLst>
      <p:ext uri="{BB962C8B-B14F-4D97-AF65-F5344CB8AC3E}">
        <p14:creationId xmlns:p14="http://schemas.microsoft.com/office/powerpoint/2010/main" val="34702900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9D75A-CA46-578B-394C-B5D855B568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4399AD-A855-9B76-22BC-EA9DC07D23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4F433B-9007-9A6F-511F-17C8E2DB29F0}"/>
              </a:ext>
            </a:extLst>
          </p:cNvPr>
          <p:cNvSpPr>
            <a:spLocks noGrp="1"/>
          </p:cNvSpPr>
          <p:nvPr>
            <p:ph type="body" idx="1"/>
          </p:nvPr>
        </p:nvSpPr>
        <p:spPr/>
        <p:txBody>
          <a:bodyPr/>
          <a:lstStyle/>
          <a:p>
            <a:r>
              <a:rPr lang="en-US" dirty="0">
                <a:hlinkClick r:id="rId3"/>
              </a:rPr>
              <a:t>What are the 4 Most Common Leadership Styles?</a:t>
            </a:r>
            <a:endParaRPr lang="en-US" dirty="0"/>
          </a:p>
          <a:p>
            <a:r>
              <a:rPr lang="en-US" dirty="0">
                <a:hlinkClick r:id="rId4"/>
              </a:rPr>
              <a:t>Goleman’s Situational Leadership Styles Framework – Disruptive Leadership Institute</a:t>
            </a:r>
            <a:endParaRPr lang="en-US" dirty="0"/>
          </a:p>
          <a:p>
            <a:endParaRPr lang="en-US" dirty="0"/>
          </a:p>
        </p:txBody>
      </p:sp>
      <p:sp>
        <p:nvSpPr>
          <p:cNvPr id="4" name="Slide Number Placeholder 3">
            <a:extLst>
              <a:ext uri="{FF2B5EF4-FFF2-40B4-BE49-F238E27FC236}">
                <a16:creationId xmlns:a16="http://schemas.microsoft.com/office/drawing/2014/main" id="{7B637F26-99AC-4FFB-E535-6EB5534404B9}"/>
              </a:ext>
            </a:extLst>
          </p:cNvPr>
          <p:cNvSpPr>
            <a:spLocks noGrp="1"/>
          </p:cNvSpPr>
          <p:nvPr>
            <p:ph type="sldNum" sz="quarter" idx="5"/>
          </p:nvPr>
        </p:nvSpPr>
        <p:spPr/>
        <p:txBody>
          <a:bodyPr/>
          <a:lstStyle/>
          <a:p>
            <a:fld id="{58BA35C1-8278-9748-8225-80C021D66BB2}" type="slidenum">
              <a:rPr lang="en-US" smtClean="0"/>
              <a:t>5</a:t>
            </a:fld>
            <a:endParaRPr lang="en-US"/>
          </a:p>
        </p:txBody>
      </p:sp>
    </p:spTree>
    <p:extLst>
      <p:ext uri="{BB962C8B-B14F-4D97-AF65-F5344CB8AC3E}">
        <p14:creationId xmlns:p14="http://schemas.microsoft.com/office/powerpoint/2010/main" val="37393084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852C9-EA6D-473A-F312-FA4498AAD8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DC546E-5BA1-330D-2C19-6D017A00BA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0028D1-FC16-7013-47D0-D54DB84B7AB2}"/>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So here is the thing. Most of the time when that conversation goes sideways, it is not because you did not deserve the raise. It is because you walked in with the right case and delivered it to the wrong audience. You gave a Yoda boss a Vader pitch. You brought feelings to a Palpatine. You tried to have a collaborative dialogue with someone who just wanted a number and a reason.</a:t>
            </a:r>
            <a:endParaRPr lang="en-US" dirty="0"/>
          </a:p>
        </p:txBody>
      </p:sp>
      <p:sp>
        <p:nvSpPr>
          <p:cNvPr id="4" name="Slide Number Placeholder 3">
            <a:extLst>
              <a:ext uri="{FF2B5EF4-FFF2-40B4-BE49-F238E27FC236}">
                <a16:creationId xmlns:a16="http://schemas.microsoft.com/office/drawing/2014/main" id="{ED1E2DC5-60ED-9518-1D68-C4D58E2F4221}"/>
              </a:ext>
            </a:extLst>
          </p:cNvPr>
          <p:cNvSpPr>
            <a:spLocks noGrp="1"/>
          </p:cNvSpPr>
          <p:nvPr>
            <p:ph type="sldNum" sz="quarter" idx="5"/>
          </p:nvPr>
        </p:nvSpPr>
        <p:spPr/>
        <p:txBody>
          <a:bodyPr/>
          <a:lstStyle/>
          <a:p>
            <a:fld id="{58BA35C1-8278-9748-8225-80C021D66BB2}" type="slidenum">
              <a:rPr lang="en-US" smtClean="0"/>
              <a:t>6</a:t>
            </a:fld>
            <a:endParaRPr lang="en-US"/>
          </a:p>
        </p:txBody>
      </p:sp>
    </p:spTree>
    <p:extLst>
      <p:ext uri="{BB962C8B-B14F-4D97-AF65-F5344CB8AC3E}">
        <p14:creationId xmlns:p14="http://schemas.microsoft.com/office/powerpoint/2010/main" val="3033653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4DA84-0F7A-F625-CEB8-48C263B4BC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D848B4-1907-153B-046A-DD91BF1A38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88D1D5-B53B-C356-8796-0A17C0C77A4C}"/>
              </a:ext>
            </a:extLst>
          </p:cNvPr>
          <p:cNvSpPr>
            <a:spLocks noGrp="1"/>
          </p:cNvSpPr>
          <p:nvPr>
            <p:ph type="body" idx="1"/>
          </p:nvPr>
        </p:nvSpPr>
        <p:spPr/>
        <p:txBody>
          <a:bodyPr/>
          <a:lstStyle/>
          <a:p>
            <a:r>
              <a:rPr lang="en-US" dirty="0"/>
              <a:t>The pivot:</a:t>
            </a:r>
          </a:p>
          <a:p>
            <a:r>
              <a:rPr lang="en-US" dirty="0"/>
              <a:t>So before we talk about how to build your case, we need to talk about who you are building it for. Because the same case delivered six different ways gets six different results.</a:t>
            </a:r>
          </a:p>
          <a:p>
            <a:endParaRPr lang="en-US" dirty="0"/>
          </a:p>
          <a:p>
            <a:r>
              <a:rPr lang="en-US" dirty="0"/>
              <a:t>I am going to walk you through six boss types. Each one is mapped to a character you already know. As I describe them, I want you to start thinking about your boss. Not who you wish they were. Who they actually are. How do they run meetings? How do they deliver bad news? Do they want details or just the answer? Do they ask for your opinion or have they already decided before you sit down?</a:t>
            </a:r>
          </a:p>
          <a:p>
            <a:endParaRPr lang="en-US" dirty="0"/>
          </a:p>
          <a:p>
            <a:r>
              <a:rPr lang="en-US" dirty="0"/>
              <a:t>By the time I am done, I want you to commit to one. Pick the character that makes you say 'oh no, that is absolutely my boss.' We are going to come back to that choice later, so do not overthink it. Go with your gut.</a:t>
            </a:r>
          </a:p>
        </p:txBody>
      </p:sp>
      <p:sp>
        <p:nvSpPr>
          <p:cNvPr id="4" name="Slide Number Placeholder 3">
            <a:extLst>
              <a:ext uri="{FF2B5EF4-FFF2-40B4-BE49-F238E27FC236}">
                <a16:creationId xmlns:a16="http://schemas.microsoft.com/office/drawing/2014/main" id="{CE05361A-B7FE-2BC4-6192-8D5429645C6E}"/>
              </a:ext>
            </a:extLst>
          </p:cNvPr>
          <p:cNvSpPr>
            <a:spLocks noGrp="1"/>
          </p:cNvSpPr>
          <p:nvPr>
            <p:ph type="sldNum" sz="quarter" idx="5"/>
          </p:nvPr>
        </p:nvSpPr>
        <p:spPr/>
        <p:txBody>
          <a:bodyPr/>
          <a:lstStyle/>
          <a:p>
            <a:fld id="{58BA35C1-8278-9748-8225-80C021D66BB2}" type="slidenum">
              <a:rPr lang="en-US" smtClean="0"/>
              <a:t>7</a:t>
            </a:fld>
            <a:endParaRPr lang="en-US"/>
          </a:p>
        </p:txBody>
      </p:sp>
    </p:spTree>
    <p:extLst>
      <p:ext uri="{BB962C8B-B14F-4D97-AF65-F5344CB8AC3E}">
        <p14:creationId xmlns:p14="http://schemas.microsoft.com/office/powerpoint/2010/main" val="35319267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AD20C-147E-281B-2813-CC8A010F95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A466DF-E598-7FF0-2242-333BF63347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142BEF-1E4C-DC34-1152-FE9CA09267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D3AA8A-396C-8719-9C21-BB49AC2A4B2F}"/>
              </a:ext>
            </a:extLst>
          </p:cNvPr>
          <p:cNvSpPr>
            <a:spLocks noGrp="1"/>
          </p:cNvSpPr>
          <p:nvPr>
            <p:ph type="sldNum" sz="quarter" idx="5"/>
          </p:nvPr>
        </p:nvSpPr>
        <p:spPr/>
        <p:txBody>
          <a:bodyPr/>
          <a:lstStyle/>
          <a:p>
            <a:fld id="{58BA35C1-8278-9748-8225-80C021D66BB2}" type="slidenum">
              <a:rPr lang="en-US" smtClean="0"/>
              <a:t>8</a:t>
            </a:fld>
            <a:endParaRPr lang="en-US"/>
          </a:p>
        </p:txBody>
      </p:sp>
    </p:spTree>
    <p:extLst>
      <p:ext uri="{BB962C8B-B14F-4D97-AF65-F5344CB8AC3E}">
        <p14:creationId xmlns:p14="http://schemas.microsoft.com/office/powerpoint/2010/main" val="289681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30E04-3AF6-FACC-0AD5-1094EAE39D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57E78E-C482-1388-8E1C-929B528EA3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233F2D-323F-A339-7974-1876EB7278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545BC0-7728-5E80-5277-618DCB79D92A}"/>
              </a:ext>
            </a:extLst>
          </p:cNvPr>
          <p:cNvSpPr>
            <a:spLocks noGrp="1"/>
          </p:cNvSpPr>
          <p:nvPr>
            <p:ph type="sldNum" sz="quarter" idx="5"/>
          </p:nvPr>
        </p:nvSpPr>
        <p:spPr/>
        <p:txBody>
          <a:bodyPr/>
          <a:lstStyle/>
          <a:p>
            <a:fld id="{58BA35C1-8278-9748-8225-80C021D66BB2}" type="slidenum">
              <a:rPr lang="en-US" smtClean="0"/>
              <a:t>9</a:t>
            </a:fld>
            <a:endParaRPr lang="en-US"/>
          </a:p>
        </p:txBody>
      </p:sp>
    </p:spTree>
    <p:extLst>
      <p:ext uri="{BB962C8B-B14F-4D97-AF65-F5344CB8AC3E}">
        <p14:creationId xmlns:p14="http://schemas.microsoft.com/office/powerpoint/2010/main" val="2547218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02843-3F42-47FE-6A08-E589F7CBC1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831FC7-28E2-54D9-6008-556CCE7D7D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46BD60-5DBE-B529-4CD3-14DCC4210A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806DB3-ACD7-C277-B3B2-372FC625F0F4}"/>
              </a:ext>
            </a:extLst>
          </p:cNvPr>
          <p:cNvSpPr>
            <a:spLocks noGrp="1"/>
          </p:cNvSpPr>
          <p:nvPr>
            <p:ph type="sldNum" sz="quarter" idx="5"/>
          </p:nvPr>
        </p:nvSpPr>
        <p:spPr/>
        <p:txBody>
          <a:bodyPr/>
          <a:lstStyle/>
          <a:p>
            <a:fld id="{58BA35C1-8278-9748-8225-80C021D66BB2}" type="slidenum">
              <a:rPr lang="en-US" smtClean="0"/>
              <a:t>10</a:t>
            </a:fld>
            <a:endParaRPr lang="en-US"/>
          </a:p>
        </p:txBody>
      </p:sp>
    </p:spTree>
    <p:extLst>
      <p:ext uri="{BB962C8B-B14F-4D97-AF65-F5344CB8AC3E}">
        <p14:creationId xmlns:p14="http://schemas.microsoft.com/office/powerpoint/2010/main" val="34950004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541C9-F896-6140-7B2F-3758F4E5B5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2C4D27-E4C9-429C-38B6-C5E671E5A9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15EA59-0416-5A70-6F80-7F2C06C8B2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42FDDA-EA3D-4BDF-8939-0A132344CAC3}"/>
              </a:ext>
            </a:extLst>
          </p:cNvPr>
          <p:cNvSpPr>
            <a:spLocks noGrp="1"/>
          </p:cNvSpPr>
          <p:nvPr>
            <p:ph type="sldNum" sz="quarter" idx="5"/>
          </p:nvPr>
        </p:nvSpPr>
        <p:spPr/>
        <p:txBody>
          <a:bodyPr/>
          <a:lstStyle/>
          <a:p>
            <a:fld id="{58BA35C1-8278-9748-8225-80C021D66BB2}" type="slidenum">
              <a:rPr lang="en-US" smtClean="0"/>
              <a:t>11</a:t>
            </a:fld>
            <a:endParaRPr lang="en-US"/>
          </a:p>
        </p:txBody>
      </p:sp>
    </p:spTree>
    <p:extLst>
      <p:ext uri="{BB962C8B-B14F-4D97-AF65-F5344CB8AC3E}">
        <p14:creationId xmlns:p14="http://schemas.microsoft.com/office/powerpoint/2010/main" val="5228684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A7CC2-DDD5-F559-EF56-02E0EF8884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01718-87A7-4ED3-0830-D937FC277F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9ACE4D-1463-74F7-BE2B-B974D80E39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40A8FC-F2A1-8B52-3E99-D6DA6F0FFDFF}"/>
              </a:ext>
            </a:extLst>
          </p:cNvPr>
          <p:cNvSpPr>
            <a:spLocks noGrp="1"/>
          </p:cNvSpPr>
          <p:nvPr>
            <p:ph type="sldNum" sz="quarter" idx="5"/>
          </p:nvPr>
        </p:nvSpPr>
        <p:spPr/>
        <p:txBody>
          <a:bodyPr/>
          <a:lstStyle/>
          <a:p>
            <a:fld id="{58BA35C1-8278-9748-8225-80C021D66BB2}" type="slidenum">
              <a:rPr lang="en-US" smtClean="0"/>
              <a:t>12</a:t>
            </a:fld>
            <a:endParaRPr lang="en-US"/>
          </a:p>
        </p:txBody>
      </p:sp>
    </p:spTree>
    <p:extLst>
      <p:ext uri="{BB962C8B-B14F-4D97-AF65-F5344CB8AC3E}">
        <p14:creationId xmlns:p14="http://schemas.microsoft.com/office/powerpoint/2010/main" val="9469508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7CC57-62F2-DDEC-83D5-F3F8C1B249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22EBF7-2EC4-47D2-7E51-ED9229FB0A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D547C9-C162-B1B3-B68C-49E516B346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1363B8-7EE9-F55F-51EC-7EDDCDC60913}"/>
              </a:ext>
            </a:extLst>
          </p:cNvPr>
          <p:cNvSpPr>
            <a:spLocks noGrp="1"/>
          </p:cNvSpPr>
          <p:nvPr>
            <p:ph type="sldNum" sz="quarter" idx="5"/>
          </p:nvPr>
        </p:nvSpPr>
        <p:spPr/>
        <p:txBody>
          <a:bodyPr/>
          <a:lstStyle/>
          <a:p>
            <a:fld id="{58BA35C1-8278-9748-8225-80C021D66BB2}" type="slidenum">
              <a:rPr lang="en-US" smtClean="0"/>
              <a:t>13</a:t>
            </a:fld>
            <a:endParaRPr lang="en-US"/>
          </a:p>
        </p:txBody>
      </p:sp>
    </p:spTree>
    <p:extLst>
      <p:ext uri="{BB962C8B-B14F-4D97-AF65-F5344CB8AC3E}">
        <p14:creationId xmlns:p14="http://schemas.microsoft.com/office/powerpoint/2010/main" val="23902454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3E21C-2FA0-1CD0-F98D-D914F37F7C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C16410-4D28-32C1-61BE-FB621A28E2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61E6CE-F271-29A9-E7C4-4BFF8E2DA5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0522C4-FC0C-2626-E9FF-E9A81160A9E3}"/>
              </a:ext>
            </a:extLst>
          </p:cNvPr>
          <p:cNvSpPr>
            <a:spLocks noGrp="1"/>
          </p:cNvSpPr>
          <p:nvPr>
            <p:ph type="sldNum" sz="quarter" idx="5"/>
          </p:nvPr>
        </p:nvSpPr>
        <p:spPr/>
        <p:txBody>
          <a:bodyPr/>
          <a:lstStyle/>
          <a:p>
            <a:fld id="{58BA35C1-8278-9748-8225-80C021D66BB2}" type="slidenum">
              <a:rPr lang="en-US" smtClean="0"/>
              <a:t>14</a:t>
            </a:fld>
            <a:endParaRPr lang="en-US"/>
          </a:p>
        </p:txBody>
      </p:sp>
    </p:spTree>
    <p:extLst>
      <p:ext uri="{BB962C8B-B14F-4D97-AF65-F5344CB8AC3E}">
        <p14:creationId xmlns:p14="http://schemas.microsoft.com/office/powerpoint/2010/main" val="12339151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AD275-35AE-567A-B950-E6ABCF2F1B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6123F8-A7A2-444C-C2CD-E688554ABF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45FB58-04BC-5958-6088-8D060FBA29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8C8350-4043-BB31-EEAE-E2C81E50A99F}"/>
              </a:ext>
            </a:extLst>
          </p:cNvPr>
          <p:cNvSpPr>
            <a:spLocks noGrp="1"/>
          </p:cNvSpPr>
          <p:nvPr>
            <p:ph type="sldNum" sz="quarter" idx="5"/>
          </p:nvPr>
        </p:nvSpPr>
        <p:spPr/>
        <p:txBody>
          <a:bodyPr/>
          <a:lstStyle/>
          <a:p>
            <a:fld id="{58BA35C1-8278-9748-8225-80C021D66BB2}" type="slidenum">
              <a:rPr lang="en-US" smtClean="0"/>
              <a:t>15</a:t>
            </a:fld>
            <a:endParaRPr lang="en-US"/>
          </a:p>
        </p:txBody>
      </p:sp>
    </p:spTree>
    <p:extLst>
      <p:ext uri="{BB962C8B-B14F-4D97-AF65-F5344CB8AC3E}">
        <p14:creationId xmlns:p14="http://schemas.microsoft.com/office/powerpoint/2010/main" val="27628367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AF524-EEEF-4144-1D77-FAB663800B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BF869E-F78B-2D39-6B95-C3A7B6F141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A52C2-2A8E-08C0-0780-90DA5D14B7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AC8C3D-1248-AF8D-8193-12EBB248CF50}"/>
              </a:ext>
            </a:extLst>
          </p:cNvPr>
          <p:cNvSpPr>
            <a:spLocks noGrp="1"/>
          </p:cNvSpPr>
          <p:nvPr>
            <p:ph type="sldNum" sz="quarter" idx="5"/>
          </p:nvPr>
        </p:nvSpPr>
        <p:spPr/>
        <p:txBody>
          <a:bodyPr/>
          <a:lstStyle/>
          <a:p>
            <a:fld id="{58BA35C1-8278-9748-8225-80C021D66BB2}" type="slidenum">
              <a:rPr lang="en-US" smtClean="0"/>
              <a:t>16</a:t>
            </a:fld>
            <a:endParaRPr lang="en-US"/>
          </a:p>
        </p:txBody>
      </p:sp>
    </p:spTree>
    <p:extLst>
      <p:ext uri="{BB962C8B-B14F-4D97-AF65-F5344CB8AC3E}">
        <p14:creationId xmlns:p14="http://schemas.microsoft.com/office/powerpoint/2010/main" val="34777849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F8FBE-0AF1-5770-E6D9-C947DF4BDA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F0A8BB-CE22-CDE9-2A99-FCD018E1B5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B2E3DD-11A4-D58C-B26E-12D6F7463E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8442C6-A042-851B-A028-88098DACE0DF}"/>
              </a:ext>
            </a:extLst>
          </p:cNvPr>
          <p:cNvSpPr>
            <a:spLocks noGrp="1"/>
          </p:cNvSpPr>
          <p:nvPr>
            <p:ph type="sldNum" sz="quarter" idx="5"/>
          </p:nvPr>
        </p:nvSpPr>
        <p:spPr/>
        <p:txBody>
          <a:bodyPr/>
          <a:lstStyle/>
          <a:p>
            <a:fld id="{58BA35C1-8278-9748-8225-80C021D66BB2}" type="slidenum">
              <a:rPr lang="en-US" smtClean="0"/>
              <a:t>17</a:t>
            </a:fld>
            <a:endParaRPr lang="en-US"/>
          </a:p>
        </p:txBody>
      </p:sp>
    </p:spTree>
    <p:extLst>
      <p:ext uri="{BB962C8B-B14F-4D97-AF65-F5344CB8AC3E}">
        <p14:creationId xmlns:p14="http://schemas.microsoft.com/office/powerpoint/2010/main" val="16648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CC4A2-CE63-9F9C-2A99-E10004366D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A34093-8393-608B-944A-82315A534F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FE1B3E-5157-FD81-0C76-A4810B0ABB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519C51-C7E4-D157-7343-32489B736B2F}"/>
              </a:ext>
            </a:extLst>
          </p:cNvPr>
          <p:cNvSpPr>
            <a:spLocks noGrp="1"/>
          </p:cNvSpPr>
          <p:nvPr>
            <p:ph type="sldNum" sz="quarter" idx="5"/>
          </p:nvPr>
        </p:nvSpPr>
        <p:spPr/>
        <p:txBody>
          <a:bodyPr/>
          <a:lstStyle/>
          <a:p>
            <a:fld id="{58BA35C1-8278-9748-8225-80C021D66BB2}" type="slidenum">
              <a:rPr lang="en-US" smtClean="0"/>
              <a:t>18</a:t>
            </a:fld>
            <a:endParaRPr lang="en-US"/>
          </a:p>
        </p:txBody>
      </p:sp>
    </p:spTree>
    <p:extLst>
      <p:ext uri="{BB962C8B-B14F-4D97-AF65-F5344CB8AC3E}">
        <p14:creationId xmlns:p14="http://schemas.microsoft.com/office/powerpoint/2010/main" val="39144669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16871-9D89-615A-AE41-4B77957558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1610BA-3C5E-0179-552F-2E41A1C931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8A8DEA-E73B-C8BB-D651-9DE6B2F9C4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8E231E-2376-04C1-371B-88AE5C9AA4E8}"/>
              </a:ext>
            </a:extLst>
          </p:cNvPr>
          <p:cNvSpPr>
            <a:spLocks noGrp="1"/>
          </p:cNvSpPr>
          <p:nvPr>
            <p:ph type="sldNum" sz="quarter" idx="5"/>
          </p:nvPr>
        </p:nvSpPr>
        <p:spPr/>
        <p:txBody>
          <a:bodyPr/>
          <a:lstStyle/>
          <a:p>
            <a:fld id="{58BA35C1-8278-9748-8225-80C021D66BB2}" type="slidenum">
              <a:rPr lang="en-US" smtClean="0"/>
              <a:t>19</a:t>
            </a:fld>
            <a:endParaRPr lang="en-US"/>
          </a:p>
        </p:txBody>
      </p:sp>
    </p:spTree>
    <p:extLst>
      <p:ext uri="{BB962C8B-B14F-4D97-AF65-F5344CB8AC3E}">
        <p14:creationId xmlns:p14="http://schemas.microsoft.com/office/powerpoint/2010/main" val="29023547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02E8A-BC38-3A4D-16E3-E8B6A6596C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FEADFC-9414-9065-0957-0CFD01CDAB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C101F9-EF51-897D-9B3A-9A521D82D5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6A9294-0F17-9CEF-612A-26C5C8C27CAF}"/>
              </a:ext>
            </a:extLst>
          </p:cNvPr>
          <p:cNvSpPr>
            <a:spLocks noGrp="1"/>
          </p:cNvSpPr>
          <p:nvPr>
            <p:ph type="sldNum" sz="quarter" idx="5"/>
          </p:nvPr>
        </p:nvSpPr>
        <p:spPr/>
        <p:txBody>
          <a:bodyPr/>
          <a:lstStyle/>
          <a:p>
            <a:fld id="{58BA35C1-8278-9748-8225-80C021D66BB2}" type="slidenum">
              <a:rPr lang="en-US" smtClean="0"/>
              <a:t>20</a:t>
            </a:fld>
            <a:endParaRPr lang="en-US"/>
          </a:p>
        </p:txBody>
      </p:sp>
    </p:spTree>
    <p:extLst>
      <p:ext uri="{BB962C8B-B14F-4D97-AF65-F5344CB8AC3E}">
        <p14:creationId xmlns:p14="http://schemas.microsoft.com/office/powerpoint/2010/main" val="6627084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9186C-CEFC-C94A-6EA9-67FF480151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9C5806-A0A5-CAEF-40C7-32B2ED87BA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DB2386-C5AE-8DCA-2501-B763BFC8FE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4C7A49-0646-386A-8065-7BB4192AFAF8}"/>
              </a:ext>
            </a:extLst>
          </p:cNvPr>
          <p:cNvSpPr>
            <a:spLocks noGrp="1"/>
          </p:cNvSpPr>
          <p:nvPr>
            <p:ph type="sldNum" sz="quarter" idx="5"/>
          </p:nvPr>
        </p:nvSpPr>
        <p:spPr/>
        <p:txBody>
          <a:bodyPr/>
          <a:lstStyle/>
          <a:p>
            <a:fld id="{58BA35C1-8278-9748-8225-80C021D66BB2}" type="slidenum">
              <a:rPr lang="en-US" smtClean="0"/>
              <a:t>21</a:t>
            </a:fld>
            <a:endParaRPr lang="en-US"/>
          </a:p>
        </p:txBody>
      </p:sp>
    </p:spTree>
    <p:extLst>
      <p:ext uri="{BB962C8B-B14F-4D97-AF65-F5344CB8AC3E}">
        <p14:creationId xmlns:p14="http://schemas.microsoft.com/office/powerpoint/2010/main" val="6856565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04F9D-5188-58D5-865A-10CF58512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8032B2-BD15-8DF7-F68F-39FFA8614A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553F22-0D29-4637-9C9F-89E701DBB7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40EA79-BEBC-77D9-B75C-17DEC253921B}"/>
              </a:ext>
            </a:extLst>
          </p:cNvPr>
          <p:cNvSpPr>
            <a:spLocks noGrp="1"/>
          </p:cNvSpPr>
          <p:nvPr>
            <p:ph type="sldNum" sz="quarter" idx="5"/>
          </p:nvPr>
        </p:nvSpPr>
        <p:spPr/>
        <p:txBody>
          <a:bodyPr/>
          <a:lstStyle/>
          <a:p>
            <a:fld id="{58BA35C1-8278-9748-8225-80C021D66BB2}" type="slidenum">
              <a:rPr lang="en-US" smtClean="0"/>
              <a:t>22</a:t>
            </a:fld>
            <a:endParaRPr lang="en-US"/>
          </a:p>
        </p:txBody>
      </p:sp>
    </p:spTree>
    <p:extLst>
      <p:ext uri="{BB962C8B-B14F-4D97-AF65-F5344CB8AC3E}">
        <p14:creationId xmlns:p14="http://schemas.microsoft.com/office/powerpoint/2010/main" val="11031550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51B2D-D6EF-3415-97CE-CD515CD4A1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A0E369-8254-5E48-E194-B91A5FE352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9D0E8C-C732-310E-1CB2-B9948B65B5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5E9E04-1B16-15FD-0452-ACE392CC5018}"/>
              </a:ext>
            </a:extLst>
          </p:cNvPr>
          <p:cNvSpPr>
            <a:spLocks noGrp="1"/>
          </p:cNvSpPr>
          <p:nvPr>
            <p:ph type="sldNum" sz="quarter" idx="5"/>
          </p:nvPr>
        </p:nvSpPr>
        <p:spPr/>
        <p:txBody>
          <a:bodyPr/>
          <a:lstStyle/>
          <a:p>
            <a:fld id="{58BA35C1-8278-9748-8225-80C021D66BB2}" type="slidenum">
              <a:rPr lang="en-US" smtClean="0"/>
              <a:t>23</a:t>
            </a:fld>
            <a:endParaRPr lang="en-US"/>
          </a:p>
        </p:txBody>
      </p:sp>
    </p:spTree>
    <p:extLst>
      <p:ext uri="{BB962C8B-B14F-4D97-AF65-F5344CB8AC3E}">
        <p14:creationId xmlns:p14="http://schemas.microsoft.com/office/powerpoint/2010/main" val="14485115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5FAC3-7E85-5B19-E479-20A798E233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D16BCC-98ED-4DF3-7326-943DB760CC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012581-84FE-901D-556A-076EA99D8E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2C7040-7ABF-B1AB-80C6-E592F6C00DF8}"/>
              </a:ext>
            </a:extLst>
          </p:cNvPr>
          <p:cNvSpPr>
            <a:spLocks noGrp="1"/>
          </p:cNvSpPr>
          <p:nvPr>
            <p:ph type="sldNum" sz="quarter" idx="5"/>
          </p:nvPr>
        </p:nvSpPr>
        <p:spPr/>
        <p:txBody>
          <a:bodyPr/>
          <a:lstStyle/>
          <a:p>
            <a:fld id="{58BA35C1-8278-9748-8225-80C021D66BB2}" type="slidenum">
              <a:rPr lang="en-US" smtClean="0"/>
              <a:t>24</a:t>
            </a:fld>
            <a:endParaRPr lang="en-US"/>
          </a:p>
        </p:txBody>
      </p:sp>
    </p:spTree>
    <p:extLst>
      <p:ext uri="{BB962C8B-B14F-4D97-AF65-F5344CB8AC3E}">
        <p14:creationId xmlns:p14="http://schemas.microsoft.com/office/powerpoint/2010/main" val="11806879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03362-92B8-664D-DD3E-E3B219D5EA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D6FDA9-1D40-7AF7-0D16-A25262EA9D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13AE8F-0555-50DD-1FEB-2FD4697AF4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2E2A4E-1CE8-7B93-94C5-EB43376690BE}"/>
              </a:ext>
            </a:extLst>
          </p:cNvPr>
          <p:cNvSpPr>
            <a:spLocks noGrp="1"/>
          </p:cNvSpPr>
          <p:nvPr>
            <p:ph type="sldNum" sz="quarter" idx="5"/>
          </p:nvPr>
        </p:nvSpPr>
        <p:spPr/>
        <p:txBody>
          <a:bodyPr/>
          <a:lstStyle/>
          <a:p>
            <a:fld id="{58BA35C1-8278-9748-8225-80C021D66BB2}" type="slidenum">
              <a:rPr lang="en-US" smtClean="0"/>
              <a:t>25</a:t>
            </a:fld>
            <a:endParaRPr lang="en-US"/>
          </a:p>
        </p:txBody>
      </p:sp>
    </p:spTree>
    <p:extLst>
      <p:ext uri="{BB962C8B-B14F-4D97-AF65-F5344CB8AC3E}">
        <p14:creationId xmlns:p14="http://schemas.microsoft.com/office/powerpoint/2010/main" val="32707235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533C4-12BF-58F7-9BC0-E4D038A5C2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BC5EFC-75A2-674E-E97B-1A3C1575F1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098012-0C52-6623-7AF6-54BD9E85D5D8}"/>
              </a:ext>
            </a:extLst>
          </p:cNvPr>
          <p:cNvSpPr>
            <a:spLocks noGrp="1"/>
          </p:cNvSpPr>
          <p:nvPr>
            <p:ph type="body" idx="1"/>
          </p:nvPr>
        </p:nvSpPr>
        <p:spPr/>
        <p:txBody>
          <a:bodyPr/>
          <a:lstStyle/>
          <a:p>
            <a:r>
              <a:rPr lang="en-US" dirty="0"/>
              <a:t>At the beginning I asked you to pick a character for your boss. Go with your gut, I said. So now that you have seen all six up close, how many of you are rethinking that choice?</a:t>
            </a:r>
          </a:p>
          <a:p>
            <a:endParaRPr lang="en-US" dirty="0"/>
          </a:p>
          <a:p>
            <a:r>
              <a:rPr lang="en-US" dirty="0"/>
              <a:t>Good. That means the framework is working. Because most people walk into a raise conversation with an assumption about who their boss is based on how they feel about them, not how their boss actually operates. You might like your boss and assume they are a Padme. But then you realize they actually run everything by committee and you have been dealing with a Leia the whole time. Or you think you have a Vader because they are intense, but they are actually a Kirk. They are not controlling. They just expect you to keep up.</a:t>
            </a:r>
          </a:p>
          <a:p>
            <a:endParaRPr lang="en-US" dirty="0"/>
          </a:p>
          <a:p>
            <a:r>
              <a:rPr lang="en-US" dirty="0"/>
              <a:t>Getting this wrong is exactly how the right case gets delivered the wrong way. So if your character changed, your entire playbook just changed too. And now you know that before you walk into the room instead of figuring it out the hard way.</a:t>
            </a:r>
          </a:p>
        </p:txBody>
      </p:sp>
      <p:sp>
        <p:nvSpPr>
          <p:cNvPr id="4" name="Slide Number Placeholder 3">
            <a:extLst>
              <a:ext uri="{FF2B5EF4-FFF2-40B4-BE49-F238E27FC236}">
                <a16:creationId xmlns:a16="http://schemas.microsoft.com/office/drawing/2014/main" id="{E43043A1-EFBB-7068-2895-8225E9F0928E}"/>
              </a:ext>
            </a:extLst>
          </p:cNvPr>
          <p:cNvSpPr>
            <a:spLocks noGrp="1"/>
          </p:cNvSpPr>
          <p:nvPr>
            <p:ph type="sldNum" sz="quarter" idx="5"/>
          </p:nvPr>
        </p:nvSpPr>
        <p:spPr/>
        <p:txBody>
          <a:bodyPr/>
          <a:lstStyle/>
          <a:p>
            <a:fld id="{58BA35C1-8278-9748-8225-80C021D66BB2}" type="slidenum">
              <a:rPr lang="en-US" smtClean="0"/>
              <a:t>26</a:t>
            </a:fld>
            <a:endParaRPr lang="en-US"/>
          </a:p>
        </p:txBody>
      </p:sp>
    </p:spTree>
    <p:extLst>
      <p:ext uri="{BB962C8B-B14F-4D97-AF65-F5344CB8AC3E}">
        <p14:creationId xmlns:p14="http://schemas.microsoft.com/office/powerpoint/2010/main" val="38275158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22210-A220-3D37-83A1-CE77846C81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898B7B-BB32-8ABB-0FA0-03C640CC3E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74E4B7-1F0F-DB65-6E0C-155626DA6821}"/>
              </a:ext>
            </a:extLst>
          </p:cNvPr>
          <p:cNvSpPr>
            <a:spLocks noGrp="1"/>
          </p:cNvSpPr>
          <p:nvPr>
            <p:ph type="body" idx="1"/>
          </p:nvPr>
        </p:nvSpPr>
        <p:spPr/>
        <p:txBody>
          <a:bodyPr/>
          <a:lstStyle/>
          <a:p>
            <a:r>
              <a:rPr lang="en-US" dirty="0"/>
              <a:t>At the beginning I asked you to pick a character for your boss. Go with your gut, I said. So now that you have seen all six up close, how many of you are rethinking that choice?</a:t>
            </a:r>
          </a:p>
          <a:p>
            <a:endParaRPr lang="en-US" dirty="0"/>
          </a:p>
          <a:p>
            <a:r>
              <a:rPr lang="en-US" dirty="0"/>
              <a:t>Good. That means the framework is working. Because most people walk into a raise conversation with an assumption about who their boss is based on how they feel about them, not how their boss actually operates. You might like your boss and assume they are a Padme. But then you realize they actually run everything by committee and you have been dealing with a Leia the whole time. Or you think you have a Vader because they are intense, but they are actually a Kirk. They are not controlling. They just expect you to keep up.</a:t>
            </a:r>
          </a:p>
          <a:p>
            <a:endParaRPr lang="en-US" dirty="0"/>
          </a:p>
          <a:p>
            <a:r>
              <a:rPr lang="en-US" dirty="0"/>
              <a:t>Getting this wrong is exactly how the right case gets delivered the wrong way. So if your character changed, your entire playbook just changed too. And now you know that before you walk into the room instead of figuring it out the hard way.</a:t>
            </a:r>
          </a:p>
        </p:txBody>
      </p:sp>
      <p:sp>
        <p:nvSpPr>
          <p:cNvPr id="4" name="Slide Number Placeholder 3">
            <a:extLst>
              <a:ext uri="{FF2B5EF4-FFF2-40B4-BE49-F238E27FC236}">
                <a16:creationId xmlns:a16="http://schemas.microsoft.com/office/drawing/2014/main" id="{8A622CA4-6E4B-73D5-C146-AAC5CB4448CA}"/>
              </a:ext>
            </a:extLst>
          </p:cNvPr>
          <p:cNvSpPr>
            <a:spLocks noGrp="1"/>
          </p:cNvSpPr>
          <p:nvPr>
            <p:ph type="sldNum" sz="quarter" idx="5"/>
          </p:nvPr>
        </p:nvSpPr>
        <p:spPr/>
        <p:txBody>
          <a:bodyPr/>
          <a:lstStyle/>
          <a:p>
            <a:fld id="{58BA35C1-8278-9748-8225-80C021D66BB2}" type="slidenum">
              <a:rPr lang="en-US" smtClean="0"/>
              <a:t>27</a:t>
            </a:fld>
            <a:endParaRPr lang="en-US"/>
          </a:p>
        </p:txBody>
      </p:sp>
    </p:spTree>
    <p:extLst>
      <p:ext uri="{BB962C8B-B14F-4D97-AF65-F5344CB8AC3E}">
        <p14:creationId xmlns:p14="http://schemas.microsoft.com/office/powerpoint/2010/main" val="34157485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81B9F-A555-B34E-6457-846087F645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4EF4BB-822F-49BB-3642-95EE7E2D71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731406-E8C7-72FF-E358-725EE4C11CC0}"/>
              </a:ext>
            </a:extLst>
          </p:cNvPr>
          <p:cNvSpPr>
            <a:spLocks noGrp="1"/>
          </p:cNvSpPr>
          <p:nvPr>
            <p:ph type="body" idx="1"/>
          </p:nvPr>
        </p:nvSpPr>
        <p:spPr/>
        <p:txBody>
          <a:bodyPr/>
          <a:lstStyle/>
          <a:p>
            <a:r>
              <a:rPr lang="en-US" b="1" dirty="0"/>
              <a:t>Know your "make money button"</a:t>
            </a:r>
            <a:endParaRPr lang="en-US" dirty="0"/>
          </a:p>
          <a:p>
            <a:r>
              <a:rPr lang="en-US" dirty="0"/>
              <a:t>Every company hired you because you help them make or save money somehow. Figure out what that is.</a:t>
            </a:r>
          </a:p>
          <a:p>
            <a:r>
              <a:rPr lang="en-US" dirty="0"/>
              <a:t>If you cannot explain how your work connects to revenue, cost savings, or keeping a critical function running, you do not have a case yet.</a:t>
            </a:r>
          </a:p>
          <a:p>
            <a:r>
              <a:rPr lang="en-US" dirty="0"/>
              <a:t>Ask yourself: if I disappeared tomorrow, what would break? That is your leverage.</a:t>
            </a:r>
          </a:p>
          <a:p>
            <a:r>
              <a:rPr lang="en-US" b="1" dirty="0"/>
              <a:t>Build your case before you need it</a:t>
            </a:r>
            <a:endParaRPr lang="en-US" dirty="0"/>
          </a:p>
          <a:p>
            <a:r>
              <a:rPr lang="en-US" dirty="0"/>
              <a:t>Track your wins in real time. Do not try to remember six months of impact the night before your meeting.</a:t>
            </a:r>
          </a:p>
          <a:p>
            <a:r>
              <a:rPr lang="en-US" dirty="0"/>
              <a:t>Save the emails where someone thanked you for solving a problem. Screenshot the metrics that moved.</a:t>
            </a:r>
          </a:p>
          <a:p>
            <a:r>
              <a:rPr lang="en-US" dirty="0"/>
              <a:t>Keep a running document. Even just bullet points in a notes app. Future you will be grateful.</a:t>
            </a:r>
          </a:p>
          <a:p>
            <a:r>
              <a:rPr lang="en-US" b="1" dirty="0"/>
              <a:t>Seed your value so the ask is not a surprise</a:t>
            </a:r>
            <a:endParaRPr lang="en-US" dirty="0"/>
          </a:p>
          <a:p>
            <a:r>
              <a:rPr lang="en-US" dirty="0"/>
              <a:t>Your boss should already know what you have contributed before you sit down.</a:t>
            </a:r>
          </a:p>
          <a:p>
            <a:r>
              <a:rPr lang="en-US" dirty="0"/>
              <a:t>Mention wins naturally in 1:1s and stand-ups. Not bragging. Just reporting.</a:t>
            </a:r>
          </a:p>
          <a:p>
            <a:r>
              <a:rPr lang="en-US" dirty="0"/>
              <a:t>If you helped another team, make sure your boss heard about it. Not from you begging for credit. From the work being visible.</a:t>
            </a:r>
          </a:p>
          <a:p>
            <a:r>
              <a:rPr lang="en-US" b="1" dirty="0"/>
              <a:t>Know your number before you walk in</a:t>
            </a:r>
            <a:endParaRPr lang="en-US" dirty="0"/>
          </a:p>
          <a:p>
            <a:r>
              <a:rPr lang="en-US" dirty="0"/>
              <a:t>Research the market. Glassdoor, </a:t>
            </a:r>
            <a:r>
              <a:rPr lang="en-US" dirty="0" err="1"/>
              <a:t>Levels.fyi</a:t>
            </a:r>
            <a:r>
              <a:rPr lang="en-US" dirty="0"/>
              <a:t>, </a:t>
            </a:r>
            <a:r>
              <a:rPr lang="en-US" dirty="0" err="1"/>
              <a:t>Payscale</a:t>
            </a:r>
            <a:r>
              <a:rPr lang="en-US" dirty="0"/>
              <a:t>, recruiter conversations, peers in your network.</a:t>
            </a:r>
          </a:p>
          <a:p>
            <a:r>
              <a:rPr lang="en-US" dirty="0"/>
              <a:t>Have a specific number or range ready. "I would like more money" is not a pitch. It is a wish.</a:t>
            </a:r>
          </a:p>
          <a:p>
            <a:r>
              <a:rPr lang="en-US" dirty="0"/>
              <a:t>Know the difference between what the market pays and what you can justify based on your impact. Ideally those overlap.</a:t>
            </a:r>
          </a:p>
          <a:p>
            <a:endParaRPr lang="en-US" dirty="0"/>
          </a:p>
        </p:txBody>
      </p:sp>
      <p:sp>
        <p:nvSpPr>
          <p:cNvPr id="4" name="Slide Number Placeholder 3">
            <a:extLst>
              <a:ext uri="{FF2B5EF4-FFF2-40B4-BE49-F238E27FC236}">
                <a16:creationId xmlns:a16="http://schemas.microsoft.com/office/drawing/2014/main" id="{F6558BD1-29F1-9EF4-C9BB-62278BAE3B04}"/>
              </a:ext>
            </a:extLst>
          </p:cNvPr>
          <p:cNvSpPr>
            <a:spLocks noGrp="1"/>
          </p:cNvSpPr>
          <p:nvPr>
            <p:ph type="sldNum" sz="quarter" idx="5"/>
          </p:nvPr>
        </p:nvSpPr>
        <p:spPr/>
        <p:txBody>
          <a:bodyPr/>
          <a:lstStyle/>
          <a:p>
            <a:fld id="{58BA35C1-8278-9748-8225-80C021D66BB2}" type="slidenum">
              <a:rPr lang="en-US" smtClean="0"/>
              <a:t>28</a:t>
            </a:fld>
            <a:endParaRPr lang="en-US"/>
          </a:p>
        </p:txBody>
      </p:sp>
    </p:spTree>
    <p:extLst>
      <p:ext uri="{BB962C8B-B14F-4D97-AF65-F5344CB8AC3E}">
        <p14:creationId xmlns:p14="http://schemas.microsoft.com/office/powerpoint/2010/main" val="31998261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CC3D7-36C7-9FEA-DF84-A90DD59C76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49F88-D34A-1AEA-16A2-5E4E70A544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A5CCC8-D368-5C29-E994-13BEB83EFA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24A930-C3C2-A319-4349-C8F1A234B5A9}"/>
              </a:ext>
            </a:extLst>
          </p:cNvPr>
          <p:cNvSpPr>
            <a:spLocks noGrp="1"/>
          </p:cNvSpPr>
          <p:nvPr>
            <p:ph type="sldNum" sz="quarter" idx="5"/>
          </p:nvPr>
        </p:nvSpPr>
        <p:spPr/>
        <p:txBody>
          <a:bodyPr/>
          <a:lstStyle/>
          <a:p>
            <a:fld id="{58BA35C1-8278-9748-8225-80C021D66BB2}" type="slidenum">
              <a:rPr lang="en-US" smtClean="0"/>
              <a:t>29</a:t>
            </a:fld>
            <a:endParaRPr lang="en-US"/>
          </a:p>
        </p:txBody>
      </p:sp>
    </p:spTree>
    <p:extLst>
      <p:ext uri="{BB962C8B-B14F-4D97-AF65-F5344CB8AC3E}">
        <p14:creationId xmlns:p14="http://schemas.microsoft.com/office/powerpoint/2010/main" val="939022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C14F8-1F5E-5373-3731-158B37807F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C8B09B-C7E4-DC77-1932-10BD7D972B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A99374-19FD-7E5C-CB9C-22027062A9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59AF19-FEAF-4F5F-EEBA-30C81E910B9D}"/>
              </a:ext>
            </a:extLst>
          </p:cNvPr>
          <p:cNvSpPr>
            <a:spLocks noGrp="1"/>
          </p:cNvSpPr>
          <p:nvPr>
            <p:ph type="sldNum" sz="quarter" idx="5"/>
          </p:nvPr>
        </p:nvSpPr>
        <p:spPr/>
        <p:txBody>
          <a:bodyPr/>
          <a:lstStyle/>
          <a:p>
            <a:fld id="{58BA35C1-8278-9748-8225-80C021D66BB2}" type="slidenum">
              <a:rPr lang="en-US" smtClean="0"/>
              <a:t>30</a:t>
            </a:fld>
            <a:endParaRPr lang="en-US"/>
          </a:p>
        </p:txBody>
      </p:sp>
    </p:spTree>
    <p:extLst>
      <p:ext uri="{BB962C8B-B14F-4D97-AF65-F5344CB8AC3E}">
        <p14:creationId xmlns:p14="http://schemas.microsoft.com/office/powerpoint/2010/main" val="33973253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4BC9C-3978-6EC1-E846-C54B2DD52B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18C90D-8FAA-2750-7EEC-673E3A657D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0304C3-95D0-0AB4-A1B5-E923C710FD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12736D-916F-EA23-4314-90CA7721C5EC}"/>
              </a:ext>
            </a:extLst>
          </p:cNvPr>
          <p:cNvSpPr>
            <a:spLocks noGrp="1"/>
          </p:cNvSpPr>
          <p:nvPr>
            <p:ph type="sldNum" sz="quarter" idx="5"/>
          </p:nvPr>
        </p:nvSpPr>
        <p:spPr/>
        <p:txBody>
          <a:bodyPr/>
          <a:lstStyle/>
          <a:p>
            <a:fld id="{58BA35C1-8278-9748-8225-80C021D66BB2}" type="slidenum">
              <a:rPr lang="en-US" smtClean="0"/>
              <a:t>31</a:t>
            </a:fld>
            <a:endParaRPr lang="en-US"/>
          </a:p>
        </p:txBody>
      </p:sp>
    </p:spTree>
    <p:extLst>
      <p:ext uri="{BB962C8B-B14F-4D97-AF65-F5344CB8AC3E}">
        <p14:creationId xmlns:p14="http://schemas.microsoft.com/office/powerpoint/2010/main" val="25073881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27C05-357E-9C98-4CB6-8B75D44869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F2D345-B537-4C96-2470-EFE6DAAA2B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945311-AEA1-71A7-A823-C00AF84002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633FDC-82E7-887F-F3FA-E7E29A5DA241}"/>
              </a:ext>
            </a:extLst>
          </p:cNvPr>
          <p:cNvSpPr>
            <a:spLocks noGrp="1"/>
          </p:cNvSpPr>
          <p:nvPr>
            <p:ph type="sldNum" sz="quarter" idx="5"/>
          </p:nvPr>
        </p:nvSpPr>
        <p:spPr/>
        <p:txBody>
          <a:bodyPr/>
          <a:lstStyle/>
          <a:p>
            <a:fld id="{58BA35C1-8278-9748-8225-80C021D66BB2}" type="slidenum">
              <a:rPr lang="en-US" smtClean="0"/>
              <a:t>32</a:t>
            </a:fld>
            <a:endParaRPr lang="en-US"/>
          </a:p>
        </p:txBody>
      </p:sp>
    </p:spTree>
    <p:extLst>
      <p:ext uri="{BB962C8B-B14F-4D97-AF65-F5344CB8AC3E}">
        <p14:creationId xmlns:p14="http://schemas.microsoft.com/office/powerpoint/2010/main" val="39834245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DA272-E41E-96FA-6419-4EA8F2ED0B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C69801-43C0-FA1E-0ECA-F11279DA91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0DC054-A84D-EE05-9EA6-0126FC5A6D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C3D66D-9888-07A1-A64E-8296FF175D71}"/>
              </a:ext>
            </a:extLst>
          </p:cNvPr>
          <p:cNvSpPr>
            <a:spLocks noGrp="1"/>
          </p:cNvSpPr>
          <p:nvPr>
            <p:ph type="sldNum" sz="quarter" idx="5"/>
          </p:nvPr>
        </p:nvSpPr>
        <p:spPr/>
        <p:txBody>
          <a:bodyPr/>
          <a:lstStyle/>
          <a:p>
            <a:fld id="{58BA35C1-8278-9748-8225-80C021D66BB2}" type="slidenum">
              <a:rPr lang="en-US" smtClean="0"/>
              <a:t>33</a:t>
            </a:fld>
            <a:endParaRPr lang="en-US"/>
          </a:p>
        </p:txBody>
      </p:sp>
    </p:spTree>
    <p:extLst>
      <p:ext uri="{BB962C8B-B14F-4D97-AF65-F5344CB8AC3E}">
        <p14:creationId xmlns:p14="http://schemas.microsoft.com/office/powerpoint/2010/main" val="11860018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E8549-8F8B-0DED-393F-F21AA9BE61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4654AB-271E-B0B4-64E7-E7D5F3F4C8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843395-DCB3-BA26-8589-E1C4EF958FBB}"/>
              </a:ext>
            </a:extLst>
          </p:cNvPr>
          <p:cNvSpPr>
            <a:spLocks noGrp="1"/>
          </p:cNvSpPr>
          <p:nvPr>
            <p:ph type="body" idx="1"/>
          </p:nvPr>
        </p:nvSpPr>
        <p:spPr/>
        <p:txBody>
          <a:bodyPr/>
          <a:lstStyle/>
          <a:p>
            <a:r>
              <a:rPr lang="en-US" dirty="0"/>
              <a:t>You do not need to hope for a raise. You do not need to wish on a star. You need a plan, the right playbook for the right boss, and the confidence to know that whether the answer is yes or no, you are in control of what happens next. Now go engineer your raise.</a:t>
            </a:r>
          </a:p>
        </p:txBody>
      </p:sp>
      <p:sp>
        <p:nvSpPr>
          <p:cNvPr id="4" name="Slide Number Placeholder 3">
            <a:extLst>
              <a:ext uri="{FF2B5EF4-FFF2-40B4-BE49-F238E27FC236}">
                <a16:creationId xmlns:a16="http://schemas.microsoft.com/office/drawing/2014/main" id="{675DD83D-F602-038D-D223-A1BA64A75DB2}"/>
              </a:ext>
            </a:extLst>
          </p:cNvPr>
          <p:cNvSpPr>
            <a:spLocks noGrp="1"/>
          </p:cNvSpPr>
          <p:nvPr>
            <p:ph type="sldNum" sz="quarter" idx="5"/>
          </p:nvPr>
        </p:nvSpPr>
        <p:spPr/>
        <p:txBody>
          <a:bodyPr/>
          <a:lstStyle/>
          <a:p>
            <a:fld id="{58BA35C1-8278-9748-8225-80C021D66BB2}" type="slidenum">
              <a:rPr lang="en-US" smtClean="0"/>
              <a:t>34</a:t>
            </a:fld>
            <a:endParaRPr lang="en-US"/>
          </a:p>
        </p:txBody>
      </p:sp>
    </p:spTree>
    <p:extLst>
      <p:ext uri="{BB962C8B-B14F-4D97-AF65-F5344CB8AC3E}">
        <p14:creationId xmlns:p14="http://schemas.microsoft.com/office/powerpoint/2010/main" val="233476918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C2C13D3-B291-44D2-95AA-8F8B205FDB45}" type="slidenum">
              <a:rPr lang="en-US" smtClean="0"/>
              <a:t>35</a:t>
            </a:fld>
            <a:endParaRPr lang="en-US"/>
          </a:p>
        </p:txBody>
      </p:sp>
    </p:spTree>
    <p:extLst>
      <p:ext uri="{BB962C8B-B14F-4D97-AF65-F5344CB8AC3E}">
        <p14:creationId xmlns:p14="http://schemas.microsoft.com/office/powerpoint/2010/main" val="2260321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A936B-A28C-1A96-2381-A23072DF1DB4}"/>
              </a:ext>
            </a:extLst>
          </p:cNvPr>
          <p:cNvSpPr>
            <a:spLocks noGrp="1"/>
          </p:cNvSpPr>
          <p:nvPr>
            <p:ph type="ctrTitle" hasCustomPrompt="1"/>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65978032-CBC2-17AF-8475-0D33CAB70B88}"/>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137EBB5-F1E4-119A-DD99-CE9E784D1981}"/>
              </a:ext>
            </a:extLst>
          </p:cNvPr>
          <p:cNvSpPr>
            <a:spLocks noGrp="1"/>
          </p:cNvSpPr>
          <p:nvPr>
            <p:ph type="dt" sz="half" idx="10"/>
          </p:nvPr>
        </p:nvSpPr>
        <p:spPr/>
        <p:txBody>
          <a:bodyPr/>
          <a:lstStyle/>
          <a:p>
            <a:fld id="{19424AB6-689F-4D94-89E3-667E6F78A9F8}" type="datetimeFigureOut">
              <a:rPr lang="en-US" smtClean="0"/>
              <a:t>5/28/2026</a:t>
            </a:fld>
            <a:endParaRPr lang="en-US"/>
          </a:p>
        </p:txBody>
      </p:sp>
      <p:sp>
        <p:nvSpPr>
          <p:cNvPr id="5" name="Footer Placeholder 4">
            <a:extLst>
              <a:ext uri="{FF2B5EF4-FFF2-40B4-BE49-F238E27FC236}">
                <a16:creationId xmlns:a16="http://schemas.microsoft.com/office/drawing/2014/main" id="{C559F3E4-6AED-C2C1-22CD-6DDF37FF0A90}"/>
              </a:ext>
            </a:extLst>
          </p:cNvPr>
          <p:cNvSpPr>
            <a:spLocks noGrp="1"/>
          </p:cNvSpPr>
          <p:nvPr>
            <p:ph type="ftr" sz="quarter" idx="11"/>
          </p:nvPr>
        </p:nvSpPr>
        <p:spPr/>
        <p:txBody>
          <a:bodyPr/>
          <a:lstStyle/>
          <a:p>
            <a:r>
              <a:rPr lang="en-US"/>
              <a:t>| Presentation Title Goes Here</a:t>
            </a:r>
            <a:endParaRPr lang="en-US" dirty="0"/>
          </a:p>
        </p:txBody>
      </p:sp>
      <p:sp>
        <p:nvSpPr>
          <p:cNvPr id="6" name="Slide Number Placeholder 5">
            <a:extLst>
              <a:ext uri="{FF2B5EF4-FFF2-40B4-BE49-F238E27FC236}">
                <a16:creationId xmlns:a16="http://schemas.microsoft.com/office/drawing/2014/main" id="{E3A67511-ADC3-08D3-1C96-595B954DC39D}"/>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2561251683"/>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E8FE2-1D11-C9BB-4769-50F159D33F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F10C1D-8C1D-E41D-896E-AFEDECCA6F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B4D424-5FE7-A9C9-0449-0A770C348AB0}"/>
              </a:ext>
            </a:extLst>
          </p:cNvPr>
          <p:cNvSpPr>
            <a:spLocks noGrp="1"/>
          </p:cNvSpPr>
          <p:nvPr>
            <p:ph type="dt" sz="half" idx="10"/>
          </p:nvPr>
        </p:nvSpPr>
        <p:spPr/>
        <p:txBody>
          <a:bodyPr/>
          <a:lstStyle/>
          <a:p>
            <a:fld id="{19424AB6-689F-4D94-89E3-667E6F78A9F8}" type="datetimeFigureOut">
              <a:rPr lang="en-US" smtClean="0"/>
              <a:t>5/28/2026</a:t>
            </a:fld>
            <a:endParaRPr lang="en-US"/>
          </a:p>
        </p:txBody>
      </p:sp>
      <p:sp>
        <p:nvSpPr>
          <p:cNvPr id="5" name="Footer Placeholder 4">
            <a:extLst>
              <a:ext uri="{FF2B5EF4-FFF2-40B4-BE49-F238E27FC236}">
                <a16:creationId xmlns:a16="http://schemas.microsoft.com/office/drawing/2014/main" id="{750B0E69-3B14-7DDA-99FF-908BA5F68DD1}"/>
              </a:ext>
            </a:extLst>
          </p:cNvPr>
          <p:cNvSpPr>
            <a:spLocks noGrp="1"/>
          </p:cNvSpPr>
          <p:nvPr>
            <p:ph type="ftr" sz="quarter" idx="11"/>
          </p:nvPr>
        </p:nvSpPr>
        <p:spPr/>
        <p:txBody>
          <a:bodyPr/>
          <a:lstStyle/>
          <a:p>
            <a:r>
              <a:rPr lang="en-US"/>
              <a:t>| Presentation Title Goes Here</a:t>
            </a:r>
            <a:endParaRPr lang="en-US" dirty="0"/>
          </a:p>
        </p:txBody>
      </p:sp>
      <p:sp>
        <p:nvSpPr>
          <p:cNvPr id="6" name="Slide Number Placeholder 5">
            <a:extLst>
              <a:ext uri="{FF2B5EF4-FFF2-40B4-BE49-F238E27FC236}">
                <a16:creationId xmlns:a16="http://schemas.microsoft.com/office/drawing/2014/main" id="{7FCAA6B6-7DB8-CBA4-FA58-5B136CED3554}"/>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3013343467"/>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FA54C-E0BB-9B2A-671F-D82E225B42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8F187F9-6B3C-D7A8-E1DC-115DE531A5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F0942B-25D8-59D9-AB2A-662BD452BFB3}"/>
              </a:ext>
            </a:extLst>
          </p:cNvPr>
          <p:cNvSpPr>
            <a:spLocks noGrp="1"/>
          </p:cNvSpPr>
          <p:nvPr>
            <p:ph type="dt" sz="half" idx="10"/>
          </p:nvPr>
        </p:nvSpPr>
        <p:spPr/>
        <p:txBody>
          <a:bodyPr/>
          <a:lstStyle/>
          <a:p>
            <a:fld id="{19424AB6-689F-4D94-89E3-667E6F78A9F8}" type="datetimeFigureOut">
              <a:rPr lang="en-US" smtClean="0"/>
              <a:t>5/28/2026</a:t>
            </a:fld>
            <a:endParaRPr lang="en-US"/>
          </a:p>
        </p:txBody>
      </p:sp>
      <p:sp>
        <p:nvSpPr>
          <p:cNvPr id="5" name="Footer Placeholder 4">
            <a:extLst>
              <a:ext uri="{FF2B5EF4-FFF2-40B4-BE49-F238E27FC236}">
                <a16:creationId xmlns:a16="http://schemas.microsoft.com/office/drawing/2014/main" id="{1B226278-764A-0F92-7100-CBDA0E72D4A5}"/>
              </a:ext>
            </a:extLst>
          </p:cNvPr>
          <p:cNvSpPr>
            <a:spLocks noGrp="1"/>
          </p:cNvSpPr>
          <p:nvPr>
            <p:ph type="ftr" sz="quarter" idx="11"/>
          </p:nvPr>
        </p:nvSpPr>
        <p:spPr/>
        <p:txBody>
          <a:bodyPr/>
          <a:lstStyle/>
          <a:p>
            <a:r>
              <a:rPr lang="en-US"/>
              <a:t>| Presentation Title Goes Here</a:t>
            </a:r>
            <a:endParaRPr lang="en-US" dirty="0"/>
          </a:p>
        </p:txBody>
      </p:sp>
      <p:sp>
        <p:nvSpPr>
          <p:cNvPr id="6" name="Slide Number Placeholder 5">
            <a:extLst>
              <a:ext uri="{FF2B5EF4-FFF2-40B4-BE49-F238E27FC236}">
                <a16:creationId xmlns:a16="http://schemas.microsoft.com/office/drawing/2014/main" id="{BAC43A11-2135-7C94-3D70-D4463174B30E}"/>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3581561249"/>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D60A3-3D76-B6EB-ED61-B6A187F5F4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3F76AA-8BFE-18BF-422A-C954F62FFC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01BA4C6-D0DE-F4E8-9F3F-710B6FDFBC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E927C0-DD26-DFA5-E0C9-559B12F06132}"/>
              </a:ext>
            </a:extLst>
          </p:cNvPr>
          <p:cNvSpPr>
            <a:spLocks noGrp="1"/>
          </p:cNvSpPr>
          <p:nvPr>
            <p:ph type="dt" sz="half" idx="10"/>
          </p:nvPr>
        </p:nvSpPr>
        <p:spPr/>
        <p:txBody>
          <a:bodyPr/>
          <a:lstStyle/>
          <a:p>
            <a:fld id="{19424AB6-689F-4D94-89E3-667E6F78A9F8}" type="datetimeFigureOut">
              <a:rPr lang="en-US" smtClean="0"/>
              <a:t>5/28/2026</a:t>
            </a:fld>
            <a:endParaRPr lang="en-US"/>
          </a:p>
        </p:txBody>
      </p:sp>
      <p:sp>
        <p:nvSpPr>
          <p:cNvPr id="6" name="Footer Placeholder 5">
            <a:extLst>
              <a:ext uri="{FF2B5EF4-FFF2-40B4-BE49-F238E27FC236}">
                <a16:creationId xmlns:a16="http://schemas.microsoft.com/office/drawing/2014/main" id="{4F9E5FC7-F4B0-AED8-BE74-4688FD705013}"/>
              </a:ext>
            </a:extLst>
          </p:cNvPr>
          <p:cNvSpPr>
            <a:spLocks noGrp="1"/>
          </p:cNvSpPr>
          <p:nvPr>
            <p:ph type="ftr" sz="quarter" idx="11"/>
          </p:nvPr>
        </p:nvSpPr>
        <p:spPr/>
        <p:txBody>
          <a:bodyPr/>
          <a:lstStyle/>
          <a:p>
            <a:r>
              <a:rPr lang="en-US"/>
              <a:t>| Presentation Title Goes Here</a:t>
            </a:r>
            <a:endParaRPr lang="en-US" dirty="0"/>
          </a:p>
        </p:txBody>
      </p:sp>
      <p:sp>
        <p:nvSpPr>
          <p:cNvPr id="7" name="Slide Number Placeholder 6">
            <a:extLst>
              <a:ext uri="{FF2B5EF4-FFF2-40B4-BE49-F238E27FC236}">
                <a16:creationId xmlns:a16="http://schemas.microsoft.com/office/drawing/2014/main" id="{FD400CAD-E7B9-6EEA-F476-FAF9D19D577B}"/>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183977187"/>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A497B-CD00-1E21-D503-C48003C586B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53A4DA8-C321-24CF-2130-972E5AF5A7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485477-42D0-8931-1243-28CEDE8CB4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EA838D-5752-53BB-C302-81B5A57B44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3D6A8A-FD6A-FAF8-3349-7211853807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FF40C4D-1EEC-4B8B-60D2-CE53F4895D2F}"/>
              </a:ext>
            </a:extLst>
          </p:cNvPr>
          <p:cNvSpPr>
            <a:spLocks noGrp="1"/>
          </p:cNvSpPr>
          <p:nvPr>
            <p:ph type="dt" sz="half" idx="10"/>
          </p:nvPr>
        </p:nvSpPr>
        <p:spPr/>
        <p:txBody>
          <a:bodyPr/>
          <a:lstStyle/>
          <a:p>
            <a:fld id="{19424AB6-689F-4D94-89E3-667E6F78A9F8}" type="datetimeFigureOut">
              <a:rPr lang="en-US" smtClean="0"/>
              <a:t>5/28/2026</a:t>
            </a:fld>
            <a:endParaRPr lang="en-US"/>
          </a:p>
        </p:txBody>
      </p:sp>
      <p:sp>
        <p:nvSpPr>
          <p:cNvPr id="8" name="Footer Placeholder 7">
            <a:extLst>
              <a:ext uri="{FF2B5EF4-FFF2-40B4-BE49-F238E27FC236}">
                <a16:creationId xmlns:a16="http://schemas.microsoft.com/office/drawing/2014/main" id="{EFF76F80-8361-624D-BE87-0E4C70369F00}"/>
              </a:ext>
            </a:extLst>
          </p:cNvPr>
          <p:cNvSpPr>
            <a:spLocks noGrp="1"/>
          </p:cNvSpPr>
          <p:nvPr>
            <p:ph type="ftr" sz="quarter" idx="11"/>
          </p:nvPr>
        </p:nvSpPr>
        <p:spPr/>
        <p:txBody>
          <a:bodyPr/>
          <a:lstStyle/>
          <a:p>
            <a:r>
              <a:rPr lang="en-US"/>
              <a:t>| Presentation Title Goes Here</a:t>
            </a:r>
            <a:endParaRPr lang="en-US" dirty="0"/>
          </a:p>
        </p:txBody>
      </p:sp>
      <p:sp>
        <p:nvSpPr>
          <p:cNvPr id="9" name="Slide Number Placeholder 8">
            <a:extLst>
              <a:ext uri="{FF2B5EF4-FFF2-40B4-BE49-F238E27FC236}">
                <a16:creationId xmlns:a16="http://schemas.microsoft.com/office/drawing/2014/main" id="{14095192-C85F-66B8-F7F5-946B11817C18}"/>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1186356722"/>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C73F1-0C8A-BB78-70BE-BEF5C51A9C3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565667-B36F-ABE7-D0C2-FED12A44AB6B}"/>
              </a:ext>
            </a:extLst>
          </p:cNvPr>
          <p:cNvSpPr>
            <a:spLocks noGrp="1"/>
          </p:cNvSpPr>
          <p:nvPr>
            <p:ph type="dt" sz="half" idx="10"/>
          </p:nvPr>
        </p:nvSpPr>
        <p:spPr/>
        <p:txBody>
          <a:bodyPr/>
          <a:lstStyle/>
          <a:p>
            <a:fld id="{19424AB6-689F-4D94-89E3-667E6F78A9F8}" type="datetimeFigureOut">
              <a:rPr lang="en-US" smtClean="0"/>
              <a:t>5/28/2026</a:t>
            </a:fld>
            <a:endParaRPr lang="en-US"/>
          </a:p>
        </p:txBody>
      </p:sp>
      <p:sp>
        <p:nvSpPr>
          <p:cNvPr id="4" name="Footer Placeholder 3">
            <a:extLst>
              <a:ext uri="{FF2B5EF4-FFF2-40B4-BE49-F238E27FC236}">
                <a16:creationId xmlns:a16="http://schemas.microsoft.com/office/drawing/2014/main" id="{2461C30D-B797-0348-2377-952FA3C8437C}"/>
              </a:ext>
            </a:extLst>
          </p:cNvPr>
          <p:cNvSpPr>
            <a:spLocks noGrp="1"/>
          </p:cNvSpPr>
          <p:nvPr>
            <p:ph type="ftr" sz="quarter" idx="11"/>
          </p:nvPr>
        </p:nvSpPr>
        <p:spPr/>
        <p:txBody>
          <a:bodyPr/>
          <a:lstStyle/>
          <a:p>
            <a:r>
              <a:rPr lang="en-US"/>
              <a:t>| Presentation Title Goes Here</a:t>
            </a:r>
            <a:endParaRPr lang="en-US" dirty="0"/>
          </a:p>
        </p:txBody>
      </p:sp>
      <p:sp>
        <p:nvSpPr>
          <p:cNvPr id="5" name="Slide Number Placeholder 4">
            <a:extLst>
              <a:ext uri="{FF2B5EF4-FFF2-40B4-BE49-F238E27FC236}">
                <a16:creationId xmlns:a16="http://schemas.microsoft.com/office/drawing/2014/main" id="{0BEC6FAB-F92A-9A45-3823-03213ED969AF}"/>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2437184054"/>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76E47C-A774-A701-1858-FDDDFEED5A0C}"/>
              </a:ext>
            </a:extLst>
          </p:cNvPr>
          <p:cNvSpPr>
            <a:spLocks noGrp="1"/>
          </p:cNvSpPr>
          <p:nvPr>
            <p:ph type="dt" sz="half" idx="10"/>
          </p:nvPr>
        </p:nvSpPr>
        <p:spPr/>
        <p:txBody>
          <a:bodyPr/>
          <a:lstStyle/>
          <a:p>
            <a:fld id="{19424AB6-689F-4D94-89E3-667E6F78A9F8}" type="datetimeFigureOut">
              <a:rPr lang="en-US" smtClean="0"/>
              <a:t>5/28/2026</a:t>
            </a:fld>
            <a:endParaRPr lang="en-US"/>
          </a:p>
        </p:txBody>
      </p:sp>
      <p:sp>
        <p:nvSpPr>
          <p:cNvPr id="3" name="Footer Placeholder 2">
            <a:extLst>
              <a:ext uri="{FF2B5EF4-FFF2-40B4-BE49-F238E27FC236}">
                <a16:creationId xmlns:a16="http://schemas.microsoft.com/office/drawing/2014/main" id="{E1F9C858-D4F6-0CF3-682C-3AC192F2B4DC}"/>
              </a:ext>
            </a:extLst>
          </p:cNvPr>
          <p:cNvSpPr>
            <a:spLocks noGrp="1"/>
          </p:cNvSpPr>
          <p:nvPr>
            <p:ph type="ftr" sz="quarter" idx="11"/>
          </p:nvPr>
        </p:nvSpPr>
        <p:spPr/>
        <p:txBody>
          <a:bodyPr/>
          <a:lstStyle/>
          <a:p>
            <a:r>
              <a:rPr lang="en-US"/>
              <a:t>| Presentation Title Goes Here</a:t>
            </a:r>
            <a:endParaRPr lang="en-US" dirty="0"/>
          </a:p>
        </p:txBody>
      </p:sp>
      <p:sp>
        <p:nvSpPr>
          <p:cNvPr id="4" name="Slide Number Placeholder 3">
            <a:extLst>
              <a:ext uri="{FF2B5EF4-FFF2-40B4-BE49-F238E27FC236}">
                <a16:creationId xmlns:a16="http://schemas.microsoft.com/office/drawing/2014/main" id="{3C89881C-16D8-60B0-A68D-3908D2AEDF82}"/>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3760728708"/>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80326-0548-4D72-9AD7-829ED8108D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12FA056-63B4-541B-2EAA-3918E38B7C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4F113B2-8F9F-76CB-24A6-B8E68CF8FF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6FFE3D-B9AD-70A9-CAC2-4780DFF0549E}"/>
              </a:ext>
            </a:extLst>
          </p:cNvPr>
          <p:cNvSpPr>
            <a:spLocks noGrp="1"/>
          </p:cNvSpPr>
          <p:nvPr>
            <p:ph type="dt" sz="half" idx="10"/>
          </p:nvPr>
        </p:nvSpPr>
        <p:spPr/>
        <p:txBody>
          <a:bodyPr/>
          <a:lstStyle/>
          <a:p>
            <a:fld id="{19424AB6-689F-4D94-89E3-667E6F78A9F8}" type="datetimeFigureOut">
              <a:rPr lang="en-US" smtClean="0"/>
              <a:t>5/28/2026</a:t>
            </a:fld>
            <a:endParaRPr lang="en-US"/>
          </a:p>
        </p:txBody>
      </p:sp>
      <p:sp>
        <p:nvSpPr>
          <p:cNvPr id="6" name="Footer Placeholder 5">
            <a:extLst>
              <a:ext uri="{FF2B5EF4-FFF2-40B4-BE49-F238E27FC236}">
                <a16:creationId xmlns:a16="http://schemas.microsoft.com/office/drawing/2014/main" id="{29835816-0555-80E6-A6C3-DF4B7B2F047E}"/>
              </a:ext>
            </a:extLst>
          </p:cNvPr>
          <p:cNvSpPr>
            <a:spLocks noGrp="1"/>
          </p:cNvSpPr>
          <p:nvPr>
            <p:ph type="ftr" sz="quarter" idx="11"/>
          </p:nvPr>
        </p:nvSpPr>
        <p:spPr/>
        <p:txBody>
          <a:bodyPr/>
          <a:lstStyle/>
          <a:p>
            <a:r>
              <a:rPr lang="en-US"/>
              <a:t>| Presentation Title Goes Here</a:t>
            </a:r>
            <a:endParaRPr lang="en-US" dirty="0"/>
          </a:p>
        </p:txBody>
      </p:sp>
      <p:sp>
        <p:nvSpPr>
          <p:cNvPr id="7" name="Slide Number Placeholder 6">
            <a:extLst>
              <a:ext uri="{FF2B5EF4-FFF2-40B4-BE49-F238E27FC236}">
                <a16:creationId xmlns:a16="http://schemas.microsoft.com/office/drawing/2014/main" id="{A6819928-5761-43BB-1133-6AAC630F0FAB}"/>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2609705019"/>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9D3C7-1E53-0AA0-2FFF-D31088CF9C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0A0A5E-EFB3-B7A4-0C90-89522A1DD8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E0692035-1084-4AC5-BA26-CE4F8F86F9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7E00CD-18DD-749A-86D4-152CA9C4E4F4}"/>
              </a:ext>
            </a:extLst>
          </p:cNvPr>
          <p:cNvSpPr>
            <a:spLocks noGrp="1"/>
          </p:cNvSpPr>
          <p:nvPr>
            <p:ph type="dt" sz="half" idx="10"/>
          </p:nvPr>
        </p:nvSpPr>
        <p:spPr/>
        <p:txBody>
          <a:bodyPr/>
          <a:lstStyle/>
          <a:p>
            <a:fld id="{19424AB6-689F-4D94-89E3-667E6F78A9F8}" type="datetimeFigureOut">
              <a:rPr lang="en-US" smtClean="0"/>
              <a:t>5/28/2026</a:t>
            </a:fld>
            <a:endParaRPr lang="en-US"/>
          </a:p>
        </p:txBody>
      </p:sp>
      <p:sp>
        <p:nvSpPr>
          <p:cNvPr id="6" name="Footer Placeholder 5">
            <a:extLst>
              <a:ext uri="{FF2B5EF4-FFF2-40B4-BE49-F238E27FC236}">
                <a16:creationId xmlns:a16="http://schemas.microsoft.com/office/drawing/2014/main" id="{C217A577-5634-E4A1-F9BE-AB24F8318E38}"/>
              </a:ext>
            </a:extLst>
          </p:cNvPr>
          <p:cNvSpPr>
            <a:spLocks noGrp="1"/>
          </p:cNvSpPr>
          <p:nvPr>
            <p:ph type="ftr" sz="quarter" idx="11"/>
          </p:nvPr>
        </p:nvSpPr>
        <p:spPr/>
        <p:txBody>
          <a:bodyPr/>
          <a:lstStyle/>
          <a:p>
            <a:r>
              <a:rPr lang="en-US"/>
              <a:t>| Presentation Title Goes Here</a:t>
            </a:r>
            <a:endParaRPr lang="en-US" dirty="0"/>
          </a:p>
        </p:txBody>
      </p:sp>
      <p:sp>
        <p:nvSpPr>
          <p:cNvPr id="7" name="Slide Number Placeholder 6">
            <a:extLst>
              <a:ext uri="{FF2B5EF4-FFF2-40B4-BE49-F238E27FC236}">
                <a16:creationId xmlns:a16="http://schemas.microsoft.com/office/drawing/2014/main" id="{1E639290-53C2-44F4-7123-42262B3CC4C4}"/>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3803244150"/>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5B169-1BEB-4423-E532-5842DE8C47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21F9D34-67D8-4706-993C-2BC74A005A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3A5E2C-C6C4-F9E5-72CC-58544437999C}"/>
              </a:ext>
            </a:extLst>
          </p:cNvPr>
          <p:cNvSpPr>
            <a:spLocks noGrp="1"/>
          </p:cNvSpPr>
          <p:nvPr>
            <p:ph type="dt" sz="half" idx="10"/>
          </p:nvPr>
        </p:nvSpPr>
        <p:spPr/>
        <p:txBody>
          <a:bodyPr/>
          <a:lstStyle/>
          <a:p>
            <a:fld id="{19424AB6-689F-4D94-89E3-667E6F78A9F8}" type="datetimeFigureOut">
              <a:rPr lang="en-US" smtClean="0"/>
              <a:t>5/28/2026</a:t>
            </a:fld>
            <a:endParaRPr lang="en-US"/>
          </a:p>
        </p:txBody>
      </p:sp>
      <p:sp>
        <p:nvSpPr>
          <p:cNvPr id="5" name="Footer Placeholder 4">
            <a:extLst>
              <a:ext uri="{FF2B5EF4-FFF2-40B4-BE49-F238E27FC236}">
                <a16:creationId xmlns:a16="http://schemas.microsoft.com/office/drawing/2014/main" id="{E21ABECA-9F8E-C9F3-088C-BF7C26A5377C}"/>
              </a:ext>
            </a:extLst>
          </p:cNvPr>
          <p:cNvSpPr>
            <a:spLocks noGrp="1"/>
          </p:cNvSpPr>
          <p:nvPr>
            <p:ph type="ftr" sz="quarter" idx="11"/>
          </p:nvPr>
        </p:nvSpPr>
        <p:spPr/>
        <p:txBody>
          <a:bodyPr/>
          <a:lstStyle/>
          <a:p>
            <a:r>
              <a:rPr lang="en-US"/>
              <a:t>| Presentation Title Goes Here</a:t>
            </a:r>
            <a:endParaRPr lang="en-US" dirty="0"/>
          </a:p>
        </p:txBody>
      </p:sp>
      <p:sp>
        <p:nvSpPr>
          <p:cNvPr id="6" name="Slide Number Placeholder 5">
            <a:extLst>
              <a:ext uri="{FF2B5EF4-FFF2-40B4-BE49-F238E27FC236}">
                <a16:creationId xmlns:a16="http://schemas.microsoft.com/office/drawing/2014/main" id="{05443473-F376-ABA2-DF25-4732CA36C164}"/>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806483897"/>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A6FF99-3A97-0EDC-F194-43D6D0A8752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AE26A4F-DA34-5362-3A56-A7BBAB7694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4544A2-C13B-43C4-D44B-340EB55FA9B5}"/>
              </a:ext>
            </a:extLst>
          </p:cNvPr>
          <p:cNvSpPr>
            <a:spLocks noGrp="1"/>
          </p:cNvSpPr>
          <p:nvPr>
            <p:ph type="dt" sz="half" idx="10"/>
          </p:nvPr>
        </p:nvSpPr>
        <p:spPr/>
        <p:txBody>
          <a:bodyPr/>
          <a:lstStyle/>
          <a:p>
            <a:fld id="{19424AB6-689F-4D94-89E3-667E6F78A9F8}" type="datetimeFigureOut">
              <a:rPr lang="en-US" smtClean="0"/>
              <a:t>5/28/2026</a:t>
            </a:fld>
            <a:endParaRPr lang="en-US"/>
          </a:p>
        </p:txBody>
      </p:sp>
      <p:sp>
        <p:nvSpPr>
          <p:cNvPr id="5" name="Footer Placeholder 4">
            <a:extLst>
              <a:ext uri="{FF2B5EF4-FFF2-40B4-BE49-F238E27FC236}">
                <a16:creationId xmlns:a16="http://schemas.microsoft.com/office/drawing/2014/main" id="{F5473F04-3778-D19D-1A5A-314AB0387704}"/>
              </a:ext>
            </a:extLst>
          </p:cNvPr>
          <p:cNvSpPr>
            <a:spLocks noGrp="1"/>
          </p:cNvSpPr>
          <p:nvPr>
            <p:ph type="ftr" sz="quarter" idx="11"/>
          </p:nvPr>
        </p:nvSpPr>
        <p:spPr/>
        <p:txBody>
          <a:bodyPr/>
          <a:lstStyle/>
          <a:p>
            <a:r>
              <a:rPr lang="en-US"/>
              <a:t>| Presentation Title Goes Here</a:t>
            </a:r>
            <a:endParaRPr lang="en-US" dirty="0"/>
          </a:p>
        </p:txBody>
      </p:sp>
      <p:sp>
        <p:nvSpPr>
          <p:cNvPr id="6" name="Slide Number Placeholder 5">
            <a:extLst>
              <a:ext uri="{FF2B5EF4-FFF2-40B4-BE49-F238E27FC236}">
                <a16:creationId xmlns:a16="http://schemas.microsoft.com/office/drawing/2014/main" id="{FFF68A62-3E12-37BA-8280-A1E4C4DEE4AB}"/>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3550052412"/>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imple List - Bla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8200" y="228601"/>
            <a:ext cx="10517188" cy="1371600"/>
          </a:xfrm>
        </p:spPr>
        <p:txBody>
          <a:bodyPr lIns="0" anchor="b"/>
          <a:lstStyle>
            <a:lvl1pPr>
              <a:defRPr>
                <a:solidFill>
                  <a:schemeClr val="tx1"/>
                </a:solidFill>
              </a:defRPr>
            </a:lvl1pPr>
          </a:lstStyle>
          <a:p>
            <a:r>
              <a:rPr lang="en-US"/>
              <a:t>Click to edit Master title style</a:t>
            </a:r>
            <a:endParaRPr lang="en-US" dirty="0"/>
          </a:p>
        </p:txBody>
      </p:sp>
      <p:sp>
        <p:nvSpPr>
          <p:cNvPr id="12" name="Text Placeholder 2">
            <a:extLst>
              <a:ext uri="{FF2B5EF4-FFF2-40B4-BE49-F238E27FC236}">
                <a16:creationId xmlns:a16="http://schemas.microsoft.com/office/drawing/2014/main" id="{84F4E837-B477-25CB-E59D-D51511D028F9}"/>
              </a:ext>
            </a:extLst>
          </p:cNvPr>
          <p:cNvSpPr>
            <a:spLocks noGrp="1"/>
          </p:cNvSpPr>
          <p:nvPr>
            <p:ph idx="1"/>
          </p:nvPr>
        </p:nvSpPr>
        <p:spPr>
          <a:xfrm>
            <a:off x="838200" y="2057400"/>
            <a:ext cx="10547242" cy="4114800"/>
          </a:xfrm>
          <a:prstGeom prst="rect">
            <a:avLst/>
          </a:prstGeom>
        </p:spPr>
        <p:txBody>
          <a:bodyPr vert="horz" lIns="0" tIns="45720" rIns="91440" bIns="45720" rtlCol="0">
            <a:normAutofit/>
          </a:bodyPr>
          <a:lstStyle>
            <a:lvl1pPr>
              <a:defRPr sz="1800"/>
            </a:lvl1pPr>
            <a:lvl2pPr>
              <a:defRPr sz="18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28">
            <a:extLst>
              <a:ext uri="{FF2B5EF4-FFF2-40B4-BE49-F238E27FC236}">
                <a16:creationId xmlns:a16="http://schemas.microsoft.com/office/drawing/2014/main" id="{81120EEF-FE29-542E-B62F-FBA1DF0DA081}"/>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pic>
        <p:nvPicPr>
          <p:cNvPr id="13" name="Picture 12">
            <a:extLst>
              <a:ext uri="{FF2B5EF4-FFF2-40B4-BE49-F238E27FC236}">
                <a16:creationId xmlns:a16="http://schemas.microsoft.com/office/drawing/2014/main" id="{8F46D13B-7DBD-2DFF-345B-C42514F67D5C}"/>
              </a:ext>
            </a:extLst>
          </p:cNvPr>
          <p:cNvPicPr>
            <a:picLocks noChangeAspect="1"/>
          </p:cNvPicPr>
          <p:nvPr/>
        </p:nvPicPr>
        <p:blipFill>
          <a:blip r:embed="rId2"/>
          <a:srcRect/>
          <a:stretch/>
        </p:blipFill>
        <p:spPr>
          <a:xfrm>
            <a:off x="10236204" y="6365323"/>
            <a:ext cx="1117593" cy="184284"/>
          </a:xfrm>
          <a:prstGeom prst="rect">
            <a:avLst/>
          </a:prstGeom>
        </p:spPr>
      </p:pic>
      <p:pic>
        <p:nvPicPr>
          <p:cNvPr id="4" name="Picture 3">
            <a:extLst>
              <a:ext uri="{FF2B5EF4-FFF2-40B4-BE49-F238E27FC236}">
                <a16:creationId xmlns:a16="http://schemas.microsoft.com/office/drawing/2014/main" id="{180CB4B4-607F-7FA7-219F-61A5EACD211F}"/>
              </a:ext>
            </a:extLst>
          </p:cNvPr>
          <p:cNvPicPr>
            <a:picLocks noChangeAspect="1"/>
          </p:cNvPicPr>
          <p:nvPr userDrawn="1"/>
        </p:nvPicPr>
        <p:blipFill>
          <a:blip r:embed="rId2"/>
          <a:srcRect/>
          <a:stretch/>
        </p:blipFill>
        <p:spPr>
          <a:xfrm>
            <a:off x="10236204" y="6365323"/>
            <a:ext cx="1117593" cy="184284"/>
          </a:xfrm>
          <a:prstGeom prst="rect">
            <a:avLst/>
          </a:prstGeom>
        </p:spPr>
      </p:pic>
    </p:spTree>
    <p:extLst>
      <p:ext uri="{BB962C8B-B14F-4D97-AF65-F5344CB8AC3E}">
        <p14:creationId xmlns:p14="http://schemas.microsoft.com/office/powerpoint/2010/main" val="37263718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 Partnership/Logos">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25A5785-D0A1-3155-049E-3E6B065C8BE2}"/>
              </a:ext>
            </a:extLst>
          </p:cNvPr>
          <p:cNvSpPr>
            <a:spLocks noGrp="1" noRot="1" noMove="1" noResize="1" noEditPoints="1" noAdjustHandles="1" noChangeArrowheads="1" noChangeShapeType="1"/>
          </p:cNvSpPr>
          <p:nvPr/>
        </p:nvSpPr>
        <p:spPr>
          <a:xfrm>
            <a:off x="0" y="0"/>
            <a:ext cx="12192000" cy="6858000"/>
          </a:xfrm>
          <a:prstGeom prst="rect">
            <a:avLst/>
          </a:prstGeom>
          <a:gradFill>
            <a:gsLst>
              <a:gs pos="0">
                <a:schemeClr val="accent2">
                  <a:alpha val="10000"/>
                </a:schemeClr>
              </a:gs>
              <a:gs pos="100000">
                <a:schemeClr val="accent1">
                  <a:alpha val="3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5D4AF3-2440-4267-15A6-29BC874FF240}"/>
              </a:ext>
            </a:extLst>
          </p:cNvPr>
          <p:cNvSpPr>
            <a:spLocks noGrp="1"/>
          </p:cNvSpPr>
          <p:nvPr>
            <p:ph type="ctrTitle" hasCustomPrompt="1"/>
          </p:nvPr>
        </p:nvSpPr>
        <p:spPr>
          <a:xfrm>
            <a:off x="858433" y="2239343"/>
            <a:ext cx="9209905" cy="2387600"/>
          </a:xfrm>
        </p:spPr>
        <p:txBody>
          <a:bodyPr lIns="0" anchor="b">
            <a:noAutofit/>
          </a:bodyPr>
          <a:lstStyle>
            <a:lvl1pPr algn="l">
              <a:lnSpc>
                <a:spcPct val="80000"/>
              </a:lnSpc>
              <a:defRPr sz="8000"/>
            </a:lvl1pPr>
          </a:lstStyle>
          <a:p>
            <a:r>
              <a:rPr lang="en-US" dirty="0"/>
              <a:t>Click To Edit Master Title Style</a:t>
            </a:r>
          </a:p>
        </p:txBody>
      </p:sp>
      <p:pic>
        <p:nvPicPr>
          <p:cNvPr id="9" name="Picture 8" descr="A black background with white lines&#10;&#10;Description automatically generated">
            <a:extLst>
              <a:ext uri="{FF2B5EF4-FFF2-40B4-BE49-F238E27FC236}">
                <a16:creationId xmlns:a16="http://schemas.microsoft.com/office/drawing/2014/main" id="{9EA8E350-8FE0-C635-CEA4-E67702C206D7}"/>
              </a:ext>
            </a:extLst>
          </p:cNvPr>
          <p:cNvPicPr>
            <a:picLocks noChangeAspect="1"/>
          </p:cNvPicPr>
          <p:nvPr/>
        </p:nvPicPr>
        <p:blipFill rotWithShape="1">
          <a:blip r:embed="rId2"/>
          <a:srcRect l="8607" t="-4663" r="8607" b="86478"/>
          <a:stretch/>
        </p:blipFill>
        <p:spPr>
          <a:xfrm>
            <a:off x="0" y="5735637"/>
            <a:ext cx="12192000" cy="1122363"/>
          </a:xfrm>
          <a:prstGeom prst="rect">
            <a:avLst/>
          </a:prstGeom>
        </p:spPr>
      </p:pic>
      <p:sp>
        <p:nvSpPr>
          <p:cNvPr id="10" name="Date Placeholder 9">
            <a:extLst>
              <a:ext uri="{FF2B5EF4-FFF2-40B4-BE49-F238E27FC236}">
                <a16:creationId xmlns:a16="http://schemas.microsoft.com/office/drawing/2014/main" id="{B7064F56-7EE7-8C33-462D-DCEF0BE31B9F}"/>
              </a:ext>
            </a:extLst>
          </p:cNvPr>
          <p:cNvSpPr>
            <a:spLocks noGrp="1"/>
          </p:cNvSpPr>
          <p:nvPr>
            <p:ph type="dt" sz="half" idx="10"/>
          </p:nvPr>
        </p:nvSpPr>
        <p:spPr>
          <a:xfrm>
            <a:off x="858434" y="1839641"/>
            <a:ext cx="2813330" cy="365125"/>
          </a:xfrm>
          <a:prstGeom prst="rect">
            <a:avLst/>
          </a:prstGeom>
        </p:spPr>
        <p:txBody>
          <a:bodyPr lIns="0"/>
          <a:lstStyle>
            <a:lvl1pPr>
              <a:defRPr b="0" i="0">
                <a:solidFill>
                  <a:schemeClr val="accent1"/>
                </a:solidFill>
                <a:latin typeface="Space Grotesk" pitchFamily="2" charset="77"/>
              </a:defRPr>
            </a:lvl1pPr>
          </a:lstStyle>
          <a:p>
            <a:r>
              <a:rPr lang="en-US"/>
              <a:t>DATE</a:t>
            </a:r>
            <a:endParaRPr lang="en-US" dirty="0"/>
          </a:p>
        </p:txBody>
      </p:sp>
      <p:sp>
        <p:nvSpPr>
          <p:cNvPr id="4" name="Date Placeholder 9">
            <a:extLst>
              <a:ext uri="{FF2B5EF4-FFF2-40B4-BE49-F238E27FC236}">
                <a16:creationId xmlns:a16="http://schemas.microsoft.com/office/drawing/2014/main" id="{7893F2CA-7CEB-500D-6636-67665110625B}"/>
              </a:ext>
            </a:extLst>
          </p:cNvPr>
          <p:cNvSpPr txBox="1">
            <a:spLocks/>
          </p:cNvSpPr>
          <p:nvPr/>
        </p:nvSpPr>
        <p:spPr>
          <a:xfrm>
            <a:off x="2875125" y="5093068"/>
            <a:ext cx="218804" cy="365125"/>
          </a:xfrm>
          <a:prstGeom prst="rect">
            <a:avLst/>
          </a:prstGeom>
        </p:spPr>
        <p:txBody>
          <a:bodyPr lIns="0"/>
          <a:lstStyle>
            <a:defPPr>
              <a:defRPr lang="en-US"/>
            </a:defPPr>
            <a:lvl1pPr marL="0" algn="l" defTabSz="914400" rtl="0" eaLnBrk="1" latinLnBrk="0" hangingPunct="1">
              <a:defRPr sz="1800" b="0" i="0" kern="1200">
                <a:solidFill>
                  <a:schemeClr val="accent1"/>
                </a:solidFill>
                <a:latin typeface="Space Grotesk"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3" name="Rectangle 2">
            <a:extLst>
              <a:ext uri="{FF2B5EF4-FFF2-40B4-BE49-F238E27FC236}">
                <a16:creationId xmlns:a16="http://schemas.microsoft.com/office/drawing/2014/main" id="{F4860AD1-628C-5C14-AEBC-34313B64085E}"/>
              </a:ext>
            </a:extLst>
          </p:cNvPr>
          <p:cNvSpPr/>
          <p:nvPr userDrawn="1"/>
        </p:nvSpPr>
        <p:spPr>
          <a:xfrm>
            <a:off x="0" y="0"/>
            <a:ext cx="12192000" cy="6858000"/>
          </a:xfrm>
          <a:prstGeom prst="rect">
            <a:avLst/>
          </a:prstGeom>
          <a:gradFill>
            <a:gsLst>
              <a:gs pos="0">
                <a:schemeClr val="accent2">
                  <a:alpha val="10000"/>
                </a:schemeClr>
              </a:gs>
              <a:gs pos="100000">
                <a:schemeClr val="accent1">
                  <a:alpha val="3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ack background with white lines&#10;&#10;Description automatically generated">
            <a:extLst>
              <a:ext uri="{FF2B5EF4-FFF2-40B4-BE49-F238E27FC236}">
                <a16:creationId xmlns:a16="http://schemas.microsoft.com/office/drawing/2014/main" id="{D2997697-FA8E-6E74-E918-1AE48E69A806}"/>
              </a:ext>
            </a:extLst>
          </p:cNvPr>
          <p:cNvPicPr>
            <a:picLocks noChangeAspect="1"/>
          </p:cNvPicPr>
          <p:nvPr userDrawn="1"/>
        </p:nvPicPr>
        <p:blipFill rotWithShape="1">
          <a:blip r:embed="rId2"/>
          <a:srcRect l="8607" t="-4663" r="8607" b="86478"/>
          <a:stretch/>
        </p:blipFill>
        <p:spPr>
          <a:xfrm>
            <a:off x="0" y="5735637"/>
            <a:ext cx="12192000" cy="1122363"/>
          </a:xfrm>
          <a:prstGeom prst="rect">
            <a:avLst/>
          </a:prstGeom>
        </p:spPr>
      </p:pic>
      <p:sp>
        <p:nvSpPr>
          <p:cNvPr id="6" name="Date Placeholder 9">
            <a:extLst>
              <a:ext uri="{FF2B5EF4-FFF2-40B4-BE49-F238E27FC236}">
                <a16:creationId xmlns:a16="http://schemas.microsoft.com/office/drawing/2014/main" id="{45189008-83F1-431D-ABAA-DBB98190BF00}"/>
              </a:ext>
            </a:extLst>
          </p:cNvPr>
          <p:cNvSpPr txBox="1">
            <a:spLocks/>
          </p:cNvSpPr>
          <p:nvPr userDrawn="1"/>
        </p:nvSpPr>
        <p:spPr>
          <a:xfrm>
            <a:off x="2875125" y="5093068"/>
            <a:ext cx="218804" cy="365125"/>
          </a:xfrm>
          <a:prstGeom prst="rect">
            <a:avLst/>
          </a:prstGeom>
        </p:spPr>
        <p:txBody>
          <a:bodyPr lIns="0"/>
          <a:lstStyle>
            <a:defPPr>
              <a:defRPr lang="en-US"/>
            </a:defPPr>
            <a:lvl1pPr marL="0" algn="l" defTabSz="914400" rtl="0" eaLnBrk="1" latinLnBrk="0" hangingPunct="1">
              <a:defRPr sz="1800" b="0" i="0" kern="1200">
                <a:solidFill>
                  <a:schemeClr val="accent1"/>
                </a:solidFill>
                <a:latin typeface="Space Grotesk"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353758916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Icons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0"/>
            <a:ext cx="10515600" cy="1371600"/>
          </a:xfrm>
        </p:spPr>
        <p:txBody>
          <a:bodyPr lIns="0" anchor="b"/>
          <a:lstStyle>
            <a:lvl1pPr>
              <a:defRPr>
                <a:solidFill>
                  <a:schemeClr val="tx1"/>
                </a:solidFill>
              </a:defRPr>
            </a:lvl1pPr>
          </a:lstStyle>
          <a:p>
            <a:r>
              <a:rPr lang="en-US"/>
              <a:t>Click to edit Master title style</a:t>
            </a:r>
          </a:p>
        </p:txBody>
      </p:sp>
      <p:sp>
        <p:nvSpPr>
          <p:cNvPr id="3" name="Text Placeholder 2">
            <a:extLst>
              <a:ext uri="{FF2B5EF4-FFF2-40B4-BE49-F238E27FC236}">
                <a16:creationId xmlns:a16="http://schemas.microsoft.com/office/drawing/2014/main" id="{78D8919D-F591-6F57-9A52-45A82132CF17}"/>
              </a:ext>
            </a:extLst>
          </p:cNvPr>
          <p:cNvSpPr>
            <a:spLocks noGrp="1"/>
          </p:cNvSpPr>
          <p:nvPr>
            <p:ph type="body" idx="1" hasCustomPrompt="1"/>
          </p:nvPr>
        </p:nvSpPr>
        <p:spPr>
          <a:xfrm>
            <a:off x="839788"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4" name="Content Placeholder 3">
            <a:extLst>
              <a:ext uri="{FF2B5EF4-FFF2-40B4-BE49-F238E27FC236}">
                <a16:creationId xmlns:a16="http://schemas.microsoft.com/office/drawing/2014/main" id="{C76C3678-136B-4BE3-A41D-B160452A91AD}"/>
              </a:ext>
            </a:extLst>
          </p:cNvPr>
          <p:cNvSpPr>
            <a:spLocks noGrp="1"/>
          </p:cNvSpPr>
          <p:nvPr>
            <p:ph sz="half" idx="2" hasCustomPrompt="1"/>
          </p:nvPr>
        </p:nvSpPr>
        <p:spPr>
          <a:xfrm>
            <a:off x="839788" y="3632200"/>
            <a:ext cx="3198812" cy="2057400"/>
          </a:xfrm>
          <a:prstGeom prst="rect">
            <a:avLst/>
          </a:prstGeom>
        </p:spPr>
        <p:txBody>
          <a:bodyPr lIns="0">
            <a:normAutofit/>
          </a:bodyPr>
          <a:lstStyle>
            <a:lvl1pPr marL="0" indent="0">
              <a:lnSpc>
                <a:spcPts val="2400"/>
              </a:lnSpc>
              <a:buNone/>
              <a:defRPr sz="1600" b="0" i="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14" name="Straight Connector 13">
            <a:extLst>
              <a:ext uri="{FF2B5EF4-FFF2-40B4-BE49-F238E27FC236}">
                <a16:creationId xmlns:a16="http://schemas.microsoft.com/office/drawing/2014/main" id="{EE313EF0-0C68-7F83-268F-B4EE9602537D}"/>
              </a:ext>
            </a:extLst>
          </p:cNvPr>
          <p:cNvCxnSpPr>
            <a:cxnSpLocks/>
          </p:cNvCxnSpPr>
          <p:nvPr/>
        </p:nvCxnSpPr>
        <p:spPr>
          <a:xfrm flipH="1">
            <a:off x="838200" y="3521462"/>
            <a:ext cx="3200400" cy="0"/>
          </a:xfrm>
          <a:prstGeom prst="line">
            <a:avLst/>
          </a:prstGeom>
          <a:ln w="19050">
            <a:gradFill>
              <a:gsLst>
                <a:gs pos="0">
                  <a:schemeClr val="bg1"/>
                </a:gs>
                <a:gs pos="100000">
                  <a:schemeClr val="tx2"/>
                </a:gs>
              </a:gsLst>
              <a:lin ang="10800000" scaled="0"/>
            </a:gradFill>
          </a:ln>
        </p:spPr>
        <p:style>
          <a:lnRef idx="2">
            <a:schemeClr val="accent1"/>
          </a:lnRef>
          <a:fillRef idx="0">
            <a:schemeClr val="accent1"/>
          </a:fillRef>
          <a:effectRef idx="1">
            <a:schemeClr val="accent1"/>
          </a:effectRef>
          <a:fontRef idx="minor">
            <a:schemeClr val="tx1"/>
          </a:fontRef>
        </p:style>
      </p:cxnSp>
      <p:sp>
        <p:nvSpPr>
          <p:cNvPr id="16" name="Picture Placeholder 15">
            <a:extLst>
              <a:ext uri="{FF2B5EF4-FFF2-40B4-BE49-F238E27FC236}">
                <a16:creationId xmlns:a16="http://schemas.microsoft.com/office/drawing/2014/main" id="{45300034-1C70-8F94-8152-2D872C0B4DD0}"/>
              </a:ext>
            </a:extLst>
          </p:cNvPr>
          <p:cNvSpPr>
            <a:spLocks noGrp="1"/>
          </p:cNvSpPr>
          <p:nvPr>
            <p:ph type="pic" sz="quarter" idx="11"/>
          </p:nvPr>
        </p:nvSpPr>
        <p:spPr>
          <a:xfrm>
            <a:off x="838201" y="2366107"/>
            <a:ext cx="513618" cy="513617"/>
          </a:xfrm>
          <a:prstGeom prst="rect">
            <a:avLst/>
          </a:prstGeom>
          <a:noFill/>
        </p:spPr>
        <p:txBody>
          <a:bodyPr>
            <a:normAutofit/>
          </a:bodyPr>
          <a:lstStyle>
            <a:lvl1pPr marL="0" indent="0" algn="ctr">
              <a:buNone/>
              <a:defRPr sz="700">
                <a:solidFill>
                  <a:schemeClr val="tx2"/>
                </a:solidFill>
              </a:defRPr>
            </a:lvl1pPr>
          </a:lstStyle>
          <a:p>
            <a:r>
              <a:rPr lang="en-US"/>
              <a:t>Click icon to add picture</a:t>
            </a:r>
          </a:p>
        </p:txBody>
      </p:sp>
      <p:sp>
        <p:nvSpPr>
          <p:cNvPr id="20" name="Text Placeholder 2">
            <a:extLst>
              <a:ext uri="{FF2B5EF4-FFF2-40B4-BE49-F238E27FC236}">
                <a16:creationId xmlns:a16="http://schemas.microsoft.com/office/drawing/2014/main" id="{67E3876F-C624-2E08-9CC5-F736C0191B74}"/>
              </a:ext>
            </a:extLst>
          </p:cNvPr>
          <p:cNvSpPr>
            <a:spLocks noGrp="1"/>
          </p:cNvSpPr>
          <p:nvPr>
            <p:ph type="body" idx="12" hasCustomPrompt="1"/>
          </p:nvPr>
        </p:nvSpPr>
        <p:spPr>
          <a:xfrm>
            <a:off x="4497387"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1" name="Content Placeholder 3">
            <a:extLst>
              <a:ext uri="{FF2B5EF4-FFF2-40B4-BE49-F238E27FC236}">
                <a16:creationId xmlns:a16="http://schemas.microsoft.com/office/drawing/2014/main" id="{301404FB-5DA1-8F62-9D35-22037631E03E}"/>
              </a:ext>
            </a:extLst>
          </p:cNvPr>
          <p:cNvSpPr>
            <a:spLocks noGrp="1"/>
          </p:cNvSpPr>
          <p:nvPr>
            <p:ph sz="half" idx="13" hasCustomPrompt="1"/>
          </p:nvPr>
        </p:nvSpPr>
        <p:spPr>
          <a:xfrm>
            <a:off x="4497387" y="3632200"/>
            <a:ext cx="3198812" cy="2057400"/>
          </a:xfrm>
          <a:prstGeom prst="rect">
            <a:avLst/>
          </a:prstGeom>
        </p:spPr>
        <p:txBody>
          <a:bodyPr lIns="0">
            <a:normAutofit/>
          </a:bodyPr>
          <a:lstStyle>
            <a:lvl1pPr marL="0" indent="0">
              <a:lnSpc>
                <a:spcPts val="24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22" name="Straight Connector 21">
            <a:extLst>
              <a:ext uri="{FF2B5EF4-FFF2-40B4-BE49-F238E27FC236}">
                <a16:creationId xmlns:a16="http://schemas.microsoft.com/office/drawing/2014/main" id="{ABDE6AB5-6AE0-82CE-AD34-3A98094FEAE4}"/>
              </a:ext>
            </a:extLst>
          </p:cNvPr>
          <p:cNvCxnSpPr>
            <a:cxnSpLocks/>
          </p:cNvCxnSpPr>
          <p:nvPr/>
        </p:nvCxnSpPr>
        <p:spPr>
          <a:xfrm flipH="1">
            <a:off x="4495799" y="3521462"/>
            <a:ext cx="3200400" cy="0"/>
          </a:xfrm>
          <a:prstGeom prst="line">
            <a:avLst/>
          </a:prstGeom>
          <a:ln w="19050">
            <a:gradFill>
              <a:gsLst>
                <a:gs pos="0">
                  <a:schemeClr val="bg1"/>
                </a:gs>
                <a:gs pos="100000">
                  <a:schemeClr val="tx2"/>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3" name="Text Placeholder 2">
            <a:extLst>
              <a:ext uri="{FF2B5EF4-FFF2-40B4-BE49-F238E27FC236}">
                <a16:creationId xmlns:a16="http://schemas.microsoft.com/office/drawing/2014/main" id="{528C2E57-6B66-2EDE-A231-33EE4C6664E9}"/>
              </a:ext>
            </a:extLst>
          </p:cNvPr>
          <p:cNvSpPr>
            <a:spLocks noGrp="1"/>
          </p:cNvSpPr>
          <p:nvPr>
            <p:ph type="body" idx="14" hasCustomPrompt="1"/>
          </p:nvPr>
        </p:nvSpPr>
        <p:spPr>
          <a:xfrm>
            <a:off x="8138659"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4" name="Content Placeholder 3">
            <a:extLst>
              <a:ext uri="{FF2B5EF4-FFF2-40B4-BE49-F238E27FC236}">
                <a16:creationId xmlns:a16="http://schemas.microsoft.com/office/drawing/2014/main" id="{1CF29EB2-553C-147C-7F22-A92742616605}"/>
              </a:ext>
            </a:extLst>
          </p:cNvPr>
          <p:cNvSpPr>
            <a:spLocks noGrp="1"/>
          </p:cNvSpPr>
          <p:nvPr>
            <p:ph sz="half" idx="15" hasCustomPrompt="1"/>
          </p:nvPr>
        </p:nvSpPr>
        <p:spPr>
          <a:xfrm>
            <a:off x="8138659" y="3632200"/>
            <a:ext cx="3198812" cy="2057400"/>
          </a:xfrm>
          <a:prstGeom prst="rect">
            <a:avLst/>
          </a:prstGeom>
        </p:spPr>
        <p:txBody>
          <a:bodyPr lIns="0">
            <a:normAutofit/>
          </a:bodyPr>
          <a:lstStyle>
            <a:lvl1pPr marL="0" indent="0">
              <a:lnSpc>
                <a:spcPts val="24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25" name="Straight Connector 24">
            <a:extLst>
              <a:ext uri="{FF2B5EF4-FFF2-40B4-BE49-F238E27FC236}">
                <a16:creationId xmlns:a16="http://schemas.microsoft.com/office/drawing/2014/main" id="{064A9869-93B2-2F80-EC16-5348A9B0CE24}"/>
              </a:ext>
            </a:extLst>
          </p:cNvPr>
          <p:cNvCxnSpPr>
            <a:cxnSpLocks/>
          </p:cNvCxnSpPr>
          <p:nvPr/>
        </p:nvCxnSpPr>
        <p:spPr>
          <a:xfrm flipH="1">
            <a:off x="8137071" y="3521462"/>
            <a:ext cx="3200400" cy="0"/>
          </a:xfrm>
          <a:prstGeom prst="line">
            <a:avLst/>
          </a:prstGeom>
          <a:ln w="19050">
            <a:gradFill>
              <a:gsLst>
                <a:gs pos="0">
                  <a:schemeClr val="bg1"/>
                </a:gs>
                <a:gs pos="100000">
                  <a:schemeClr val="tx2"/>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6" name="Picture Placeholder 15">
            <a:extLst>
              <a:ext uri="{FF2B5EF4-FFF2-40B4-BE49-F238E27FC236}">
                <a16:creationId xmlns:a16="http://schemas.microsoft.com/office/drawing/2014/main" id="{984633D0-2796-3674-9847-05217F066DC6}"/>
              </a:ext>
            </a:extLst>
          </p:cNvPr>
          <p:cNvSpPr>
            <a:spLocks noGrp="1"/>
          </p:cNvSpPr>
          <p:nvPr>
            <p:ph type="pic" sz="quarter" idx="16"/>
          </p:nvPr>
        </p:nvSpPr>
        <p:spPr>
          <a:xfrm>
            <a:off x="4495799" y="2366107"/>
            <a:ext cx="513618" cy="513617"/>
          </a:xfrm>
          <a:prstGeom prst="rect">
            <a:avLst/>
          </a:prstGeom>
          <a:noFill/>
        </p:spPr>
        <p:txBody>
          <a:bodyPr>
            <a:normAutofit/>
          </a:bodyPr>
          <a:lstStyle>
            <a:lvl1pPr marL="0" indent="0" algn="ctr">
              <a:buNone/>
              <a:defRPr sz="700">
                <a:solidFill>
                  <a:schemeClr val="tx2"/>
                </a:solidFill>
              </a:defRPr>
            </a:lvl1pPr>
          </a:lstStyle>
          <a:p>
            <a:r>
              <a:rPr lang="en-US"/>
              <a:t>Click icon to add picture</a:t>
            </a:r>
          </a:p>
        </p:txBody>
      </p:sp>
      <p:sp>
        <p:nvSpPr>
          <p:cNvPr id="27" name="Picture Placeholder 15">
            <a:extLst>
              <a:ext uri="{FF2B5EF4-FFF2-40B4-BE49-F238E27FC236}">
                <a16:creationId xmlns:a16="http://schemas.microsoft.com/office/drawing/2014/main" id="{42C60FC7-5D5B-4280-5EA2-E07CBDDC52B8}"/>
              </a:ext>
            </a:extLst>
          </p:cNvPr>
          <p:cNvSpPr>
            <a:spLocks noGrp="1"/>
          </p:cNvSpPr>
          <p:nvPr>
            <p:ph type="pic" sz="quarter" idx="17"/>
          </p:nvPr>
        </p:nvSpPr>
        <p:spPr>
          <a:xfrm>
            <a:off x="8137071" y="2366107"/>
            <a:ext cx="513618" cy="513617"/>
          </a:xfrm>
          <a:prstGeom prst="rect">
            <a:avLst/>
          </a:prstGeom>
          <a:noFill/>
        </p:spPr>
        <p:txBody>
          <a:bodyPr>
            <a:normAutofit/>
          </a:bodyPr>
          <a:lstStyle>
            <a:lvl1pPr marL="0" indent="0" algn="ctr">
              <a:buNone/>
              <a:defRPr sz="700">
                <a:solidFill>
                  <a:schemeClr val="tx2"/>
                </a:solidFill>
              </a:defRPr>
            </a:lvl1pPr>
          </a:lstStyle>
          <a:p>
            <a:r>
              <a:rPr lang="en-US"/>
              <a:t>Click icon to add picture</a:t>
            </a:r>
            <a:endParaRPr lang="en-US" dirty="0"/>
          </a:p>
        </p:txBody>
      </p:sp>
      <p:cxnSp>
        <p:nvCxnSpPr>
          <p:cNvPr id="5" name="Straight Connector 4">
            <a:extLst>
              <a:ext uri="{FF2B5EF4-FFF2-40B4-BE49-F238E27FC236}">
                <a16:creationId xmlns:a16="http://schemas.microsoft.com/office/drawing/2014/main" id="{456158F5-66D2-DEB3-E0EA-C7DF86234B56}"/>
              </a:ext>
            </a:extLst>
          </p:cNvPr>
          <p:cNvCxnSpPr>
            <a:cxnSpLocks/>
          </p:cNvCxnSpPr>
          <p:nvPr userDrawn="1"/>
        </p:nvCxnSpPr>
        <p:spPr>
          <a:xfrm flipH="1">
            <a:off x="838200" y="3521462"/>
            <a:ext cx="3200400" cy="0"/>
          </a:xfrm>
          <a:prstGeom prst="line">
            <a:avLst/>
          </a:prstGeom>
          <a:ln w="19050">
            <a:gradFill>
              <a:gsLst>
                <a:gs pos="0">
                  <a:schemeClr val="bg1"/>
                </a:gs>
                <a:gs pos="100000">
                  <a:schemeClr val="tx2"/>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009F80B1-4101-AF52-20B8-321AC595ED0A}"/>
              </a:ext>
            </a:extLst>
          </p:cNvPr>
          <p:cNvCxnSpPr>
            <a:cxnSpLocks/>
          </p:cNvCxnSpPr>
          <p:nvPr userDrawn="1"/>
        </p:nvCxnSpPr>
        <p:spPr>
          <a:xfrm flipH="1">
            <a:off x="4495799" y="3521462"/>
            <a:ext cx="3200400" cy="0"/>
          </a:xfrm>
          <a:prstGeom prst="line">
            <a:avLst/>
          </a:prstGeom>
          <a:ln w="19050">
            <a:gradFill>
              <a:gsLst>
                <a:gs pos="0">
                  <a:schemeClr val="bg1"/>
                </a:gs>
                <a:gs pos="100000">
                  <a:schemeClr val="tx2"/>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AA877B07-CE2A-D05A-5E2A-936E29FBD7AB}"/>
              </a:ext>
            </a:extLst>
          </p:cNvPr>
          <p:cNvCxnSpPr>
            <a:cxnSpLocks/>
          </p:cNvCxnSpPr>
          <p:nvPr userDrawn="1"/>
        </p:nvCxnSpPr>
        <p:spPr>
          <a:xfrm flipH="1">
            <a:off x="8137071" y="3521462"/>
            <a:ext cx="3200400" cy="0"/>
          </a:xfrm>
          <a:prstGeom prst="line">
            <a:avLst/>
          </a:prstGeom>
          <a:ln w="19050">
            <a:gradFill>
              <a:gsLst>
                <a:gs pos="0">
                  <a:schemeClr val="bg1"/>
                </a:gs>
                <a:gs pos="100000">
                  <a:schemeClr val="tx2"/>
                </a:gs>
              </a:gsLst>
              <a:lin ang="1080000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75820863"/>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umn Icons - Light">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8D8919D-F591-6F57-9A52-45A82132CF17}"/>
              </a:ext>
            </a:extLst>
          </p:cNvPr>
          <p:cNvSpPr>
            <a:spLocks noGrp="1"/>
          </p:cNvSpPr>
          <p:nvPr>
            <p:ph type="body" idx="1" hasCustomPrompt="1"/>
          </p:nvPr>
        </p:nvSpPr>
        <p:spPr>
          <a:xfrm>
            <a:off x="839788"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4" name="Content Placeholder 3">
            <a:extLst>
              <a:ext uri="{FF2B5EF4-FFF2-40B4-BE49-F238E27FC236}">
                <a16:creationId xmlns:a16="http://schemas.microsoft.com/office/drawing/2014/main" id="{C76C3678-136B-4BE3-A41D-B160452A91AD}"/>
              </a:ext>
            </a:extLst>
          </p:cNvPr>
          <p:cNvSpPr>
            <a:spLocks noGrp="1"/>
          </p:cNvSpPr>
          <p:nvPr>
            <p:ph sz="half" idx="2" hasCustomPrompt="1"/>
          </p:nvPr>
        </p:nvSpPr>
        <p:spPr>
          <a:xfrm>
            <a:off x="839788" y="3632200"/>
            <a:ext cx="31988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14" name="Straight Connector 13">
            <a:extLst>
              <a:ext uri="{FF2B5EF4-FFF2-40B4-BE49-F238E27FC236}">
                <a16:creationId xmlns:a16="http://schemas.microsoft.com/office/drawing/2014/main" id="{EE313EF0-0C68-7F83-268F-B4EE9602537D}"/>
              </a:ext>
            </a:extLst>
          </p:cNvPr>
          <p:cNvCxnSpPr>
            <a:cxnSpLocks/>
          </p:cNvCxnSpPr>
          <p:nvPr/>
        </p:nvCxnSpPr>
        <p:spPr>
          <a:xfrm flipH="1">
            <a:off x="838200" y="3521462"/>
            <a:ext cx="3200400" cy="0"/>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16" name="Picture Placeholder 15">
            <a:extLst>
              <a:ext uri="{FF2B5EF4-FFF2-40B4-BE49-F238E27FC236}">
                <a16:creationId xmlns:a16="http://schemas.microsoft.com/office/drawing/2014/main" id="{45300034-1C70-8F94-8152-2D872C0B4DD0}"/>
              </a:ext>
            </a:extLst>
          </p:cNvPr>
          <p:cNvSpPr>
            <a:spLocks noGrp="1"/>
          </p:cNvSpPr>
          <p:nvPr>
            <p:ph type="pic" sz="quarter" idx="11"/>
          </p:nvPr>
        </p:nvSpPr>
        <p:spPr>
          <a:xfrm>
            <a:off x="838201" y="2353407"/>
            <a:ext cx="513618" cy="513617"/>
          </a:xfrm>
          <a:prstGeom prst="rect">
            <a:avLst/>
          </a:prstGeom>
          <a:noFill/>
        </p:spPr>
        <p:txBody>
          <a:bodyPr>
            <a:normAutofit/>
          </a:bodyPr>
          <a:lstStyle>
            <a:lvl1pPr marL="0" indent="0" algn="ctr">
              <a:buNone/>
              <a:defRPr sz="700">
                <a:solidFill>
                  <a:schemeClr val="tx2"/>
                </a:solidFill>
              </a:defRPr>
            </a:lvl1pPr>
          </a:lstStyle>
          <a:p>
            <a:r>
              <a:rPr lang="en-US"/>
              <a:t>Click icon to add picture</a:t>
            </a:r>
          </a:p>
        </p:txBody>
      </p:sp>
      <p:sp>
        <p:nvSpPr>
          <p:cNvPr id="20" name="Text Placeholder 2">
            <a:extLst>
              <a:ext uri="{FF2B5EF4-FFF2-40B4-BE49-F238E27FC236}">
                <a16:creationId xmlns:a16="http://schemas.microsoft.com/office/drawing/2014/main" id="{67E3876F-C624-2E08-9CC5-F736C0191B74}"/>
              </a:ext>
            </a:extLst>
          </p:cNvPr>
          <p:cNvSpPr>
            <a:spLocks noGrp="1"/>
          </p:cNvSpPr>
          <p:nvPr>
            <p:ph type="body" idx="12" hasCustomPrompt="1"/>
          </p:nvPr>
        </p:nvSpPr>
        <p:spPr>
          <a:xfrm>
            <a:off x="4497387"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1" name="Content Placeholder 3">
            <a:extLst>
              <a:ext uri="{FF2B5EF4-FFF2-40B4-BE49-F238E27FC236}">
                <a16:creationId xmlns:a16="http://schemas.microsoft.com/office/drawing/2014/main" id="{301404FB-5DA1-8F62-9D35-22037631E03E}"/>
              </a:ext>
            </a:extLst>
          </p:cNvPr>
          <p:cNvSpPr>
            <a:spLocks noGrp="1"/>
          </p:cNvSpPr>
          <p:nvPr>
            <p:ph sz="half" idx="13" hasCustomPrompt="1"/>
          </p:nvPr>
        </p:nvSpPr>
        <p:spPr>
          <a:xfrm>
            <a:off x="4497387" y="3632200"/>
            <a:ext cx="31988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sp>
        <p:nvSpPr>
          <p:cNvPr id="23" name="Text Placeholder 2">
            <a:extLst>
              <a:ext uri="{FF2B5EF4-FFF2-40B4-BE49-F238E27FC236}">
                <a16:creationId xmlns:a16="http://schemas.microsoft.com/office/drawing/2014/main" id="{528C2E57-6B66-2EDE-A231-33EE4C6664E9}"/>
              </a:ext>
            </a:extLst>
          </p:cNvPr>
          <p:cNvSpPr>
            <a:spLocks noGrp="1"/>
          </p:cNvSpPr>
          <p:nvPr>
            <p:ph type="body" idx="14" hasCustomPrompt="1"/>
          </p:nvPr>
        </p:nvSpPr>
        <p:spPr>
          <a:xfrm>
            <a:off x="8138659"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4" name="Content Placeholder 3">
            <a:extLst>
              <a:ext uri="{FF2B5EF4-FFF2-40B4-BE49-F238E27FC236}">
                <a16:creationId xmlns:a16="http://schemas.microsoft.com/office/drawing/2014/main" id="{1CF29EB2-553C-147C-7F22-A92742616605}"/>
              </a:ext>
            </a:extLst>
          </p:cNvPr>
          <p:cNvSpPr>
            <a:spLocks noGrp="1"/>
          </p:cNvSpPr>
          <p:nvPr>
            <p:ph sz="half" idx="15" hasCustomPrompt="1"/>
          </p:nvPr>
        </p:nvSpPr>
        <p:spPr>
          <a:xfrm>
            <a:off x="8138659" y="3632200"/>
            <a:ext cx="31988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sp>
        <p:nvSpPr>
          <p:cNvPr id="26" name="Picture Placeholder 15">
            <a:extLst>
              <a:ext uri="{FF2B5EF4-FFF2-40B4-BE49-F238E27FC236}">
                <a16:creationId xmlns:a16="http://schemas.microsoft.com/office/drawing/2014/main" id="{984633D0-2796-3674-9847-05217F066DC6}"/>
              </a:ext>
            </a:extLst>
          </p:cNvPr>
          <p:cNvSpPr>
            <a:spLocks noGrp="1"/>
          </p:cNvSpPr>
          <p:nvPr>
            <p:ph type="pic" sz="quarter" idx="16"/>
          </p:nvPr>
        </p:nvSpPr>
        <p:spPr>
          <a:xfrm>
            <a:off x="4495799" y="2353407"/>
            <a:ext cx="513618" cy="513617"/>
          </a:xfrm>
          <a:prstGeom prst="rect">
            <a:avLst/>
          </a:prstGeom>
          <a:noFill/>
        </p:spPr>
        <p:txBody>
          <a:bodyPr>
            <a:normAutofit/>
          </a:bodyPr>
          <a:lstStyle>
            <a:lvl1pPr marL="0" indent="0" algn="ctr">
              <a:buNone/>
              <a:defRPr sz="700">
                <a:solidFill>
                  <a:schemeClr val="tx2"/>
                </a:solidFill>
              </a:defRPr>
            </a:lvl1pPr>
          </a:lstStyle>
          <a:p>
            <a:r>
              <a:rPr lang="en-US"/>
              <a:t>Click icon to add picture</a:t>
            </a:r>
          </a:p>
        </p:txBody>
      </p:sp>
      <p:sp>
        <p:nvSpPr>
          <p:cNvPr id="27" name="Picture Placeholder 15">
            <a:extLst>
              <a:ext uri="{FF2B5EF4-FFF2-40B4-BE49-F238E27FC236}">
                <a16:creationId xmlns:a16="http://schemas.microsoft.com/office/drawing/2014/main" id="{42C60FC7-5D5B-4280-5EA2-E07CBDDC52B8}"/>
              </a:ext>
            </a:extLst>
          </p:cNvPr>
          <p:cNvSpPr>
            <a:spLocks noGrp="1"/>
          </p:cNvSpPr>
          <p:nvPr>
            <p:ph type="pic" sz="quarter" idx="17"/>
          </p:nvPr>
        </p:nvSpPr>
        <p:spPr>
          <a:xfrm>
            <a:off x="8137071" y="2353407"/>
            <a:ext cx="513618" cy="513617"/>
          </a:xfrm>
          <a:prstGeom prst="rect">
            <a:avLst/>
          </a:prstGeom>
          <a:noFill/>
        </p:spPr>
        <p:txBody>
          <a:bodyPr>
            <a:normAutofit/>
          </a:bodyPr>
          <a:lstStyle>
            <a:lvl1pPr marL="0" indent="0" algn="ctr">
              <a:buNone/>
              <a:defRPr sz="700">
                <a:solidFill>
                  <a:schemeClr val="tx2"/>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0"/>
            <a:ext cx="10515600" cy="1371600"/>
          </a:xfrm>
        </p:spPr>
        <p:txBody>
          <a:bodyPr lIns="0" anchor="b"/>
          <a:lstStyle>
            <a:lvl1pPr>
              <a:defRPr>
                <a:solidFill>
                  <a:schemeClr val="tx1"/>
                </a:solidFill>
              </a:defRPr>
            </a:lvl1pPr>
          </a:lstStyle>
          <a:p>
            <a:r>
              <a:rPr lang="en-US"/>
              <a:t>Click to edit Master title style</a:t>
            </a:r>
          </a:p>
        </p:txBody>
      </p:sp>
      <p:sp>
        <p:nvSpPr>
          <p:cNvPr id="6" name="Slide Number Placeholder 28">
            <a:extLst>
              <a:ext uri="{FF2B5EF4-FFF2-40B4-BE49-F238E27FC236}">
                <a16:creationId xmlns:a16="http://schemas.microsoft.com/office/drawing/2014/main" id="{27A0ACAE-1B01-F61E-9BBE-4F974D6B82FD}"/>
              </a:ext>
            </a:extLst>
          </p:cNvPr>
          <p:cNvSpPr>
            <a:spLocks noGrp="1"/>
          </p:cNvSpPr>
          <p:nvPr>
            <p:ph type="sldNum" sz="quarter" idx="19"/>
          </p:nvPr>
        </p:nvSpPr>
        <p:spPr>
          <a:xfrm>
            <a:off x="558800" y="6264275"/>
            <a:ext cx="279400" cy="365125"/>
          </a:xfrm>
          <a:prstGeom prst="rect">
            <a:avLst/>
          </a:prstGeom>
        </p:spPr>
        <p:txBody>
          <a:bodyPr/>
          <a:lstStyle/>
          <a:p>
            <a:fld id="{2E1C8E04-61AE-364F-9D16-6A67B5591D25}" type="slidenum">
              <a:rPr lang="en-US" smtClean="0"/>
              <a:pPr/>
              <a:t>‹#›</a:t>
            </a:fld>
            <a:endParaRPr lang="en-US" dirty="0"/>
          </a:p>
        </p:txBody>
      </p:sp>
      <p:cxnSp>
        <p:nvCxnSpPr>
          <p:cNvPr id="9" name="Straight Connector 8">
            <a:extLst>
              <a:ext uri="{FF2B5EF4-FFF2-40B4-BE49-F238E27FC236}">
                <a16:creationId xmlns:a16="http://schemas.microsoft.com/office/drawing/2014/main" id="{9549201C-BE26-0FE5-82A9-CA5F7D003F5F}"/>
              </a:ext>
            </a:extLst>
          </p:cNvPr>
          <p:cNvCxnSpPr>
            <a:cxnSpLocks/>
          </p:cNvCxnSpPr>
          <p:nvPr/>
        </p:nvCxnSpPr>
        <p:spPr>
          <a:xfrm flipH="1">
            <a:off x="4495799" y="3521462"/>
            <a:ext cx="3200400" cy="0"/>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5A535BD-1E42-29C4-9A38-42ACFD0663D1}"/>
              </a:ext>
            </a:extLst>
          </p:cNvPr>
          <p:cNvCxnSpPr>
            <a:cxnSpLocks/>
          </p:cNvCxnSpPr>
          <p:nvPr/>
        </p:nvCxnSpPr>
        <p:spPr>
          <a:xfrm flipH="1">
            <a:off x="8137071" y="3529486"/>
            <a:ext cx="3200400" cy="0"/>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6E21A491-0B03-FC23-CFE8-50F38CED1E84}"/>
              </a:ext>
            </a:extLst>
          </p:cNvPr>
          <p:cNvCxnSpPr>
            <a:cxnSpLocks/>
          </p:cNvCxnSpPr>
          <p:nvPr userDrawn="1"/>
        </p:nvCxnSpPr>
        <p:spPr>
          <a:xfrm flipH="1">
            <a:off x="838200" y="3521462"/>
            <a:ext cx="3200400" cy="0"/>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78028398-9A95-6D82-C575-FEA4E7430A6F}"/>
              </a:ext>
            </a:extLst>
          </p:cNvPr>
          <p:cNvCxnSpPr>
            <a:cxnSpLocks/>
          </p:cNvCxnSpPr>
          <p:nvPr userDrawn="1"/>
        </p:nvCxnSpPr>
        <p:spPr>
          <a:xfrm flipH="1">
            <a:off x="4495799" y="3521462"/>
            <a:ext cx="3200400" cy="0"/>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0A449B84-02FE-E435-E567-A1E94E6DA70A}"/>
              </a:ext>
            </a:extLst>
          </p:cNvPr>
          <p:cNvCxnSpPr>
            <a:cxnSpLocks/>
          </p:cNvCxnSpPr>
          <p:nvPr userDrawn="1"/>
        </p:nvCxnSpPr>
        <p:spPr>
          <a:xfrm flipH="1">
            <a:off x="8137071" y="3529486"/>
            <a:ext cx="3200400" cy="0"/>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29927436"/>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5 Column Light">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8D8919D-F591-6F57-9A52-45A82132CF17}"/>
              </a:ext>
            </a:extLst>
          </p:cNvPr>
          <p:cNvSpPr>
            <a:spLocks noGrp="1"/>
          </p:cNvSpPr>
          <p:nvPr>
            <p:ph type="body" idx="1" hasCustomPrompt="1"/>
          </p:nvPr>
        </p:nvSpPr>
        <p:spPr>
          <a:xfrm>
            <a:off x="839788"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4" name="Content Placeholder 3">
            <a:extLst>
              <a:ext uri="{FF2B5EF4-FFF2-40B4-BE49-F238E27FC236}">
                <a16:creationId xmlns:a16="http://schemas.microsoft.com/office/drawing/2014/main" id="{C76C3678-136B-4BE3-A41D-B160452A91AD}"/>
              </a:ext>
            </a:extLst>
          </p:cNvPr>
          <p:cNvSpPr>
            <a:spLocks noGrp="1"/>
          </p:cNvSpPr>
          <p:nvPr>
            <p:ph sz="half" idx="2" hasCustomPrompt="1"/>
          </p:nvPr>
        </p:nvSpPr>
        <p:spPr>
          <a:xfrm>
            <a:off x="839788"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14" name="Straight Connector 13">
            <a:extLst>
              <a:ext uri="{FF2B5EF4-FFF2-40B4-BE49-F238E27FC236}">
                <a16:creationId xmlns:a16="http://schemas.microsoft.com/office/drawing/2014/main" id="{EE313EF0-0C68-7F83-268F-B4EE9602537D}"/>
              </a:ext>
            </a:extLst>
          </p:cNvPr>
          <p:cNvCxnSpPr>
            <a:cxnSpLocks/>
          </p:cNvCxnSpPr>
          <p:nvPr/>
        </p:nvCxnSpPr>
        <p:spPr>
          <a:xfrm flipH="1" flipV="1">
            <a:off x="838200"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0"/>
            <a:ext cx="10515600" cy="1371600"/>
          </a:xfrm>
        </p:spPr>
        <p:txBody>
          <a:bodyPr lIns="0" anchor="b"/>
          <a:lstStyle>
            <a:lvl1pPr>
              <a:defRPr>
                <a:solidFill>
                  <a:schemeClr val="tx1"/>
                </a:solidFill>
              </a:defRPr>
            </a:lvl1pPr>
          </a:lstStyle>
          <a:p>
            <a:r>
              <a:rPr lang="en-US"/>
              <a:t>Click to edit Master title style</a:t>
            </a:r>
          </a:p>
        </p:txBody>
      </p:sp>
      <p:sp>
        <p:nvSpPr>
          <p:cNvPr id="6" name="Slide Number Placeholder 28">
            <a:extLst>
              <a:ext uri="{FF2B5EF4-FFF2-40B4-BE49-F238E27FC236}">
                <a16:creationId xmlns:a16="http://schemas.microsoft.com/office/drawing/2014/main" id="{27A0ACAE-1B01-F61E-9BBE-4F974D6B82FD}"/>
              </a:ext>
            </a:extLst>
          </p:cNvPr>
          <p:cNvSpPr>
            <a:spLocks noGrp="1"/>
          </p:cNvSpPr>
          <p:nvPr>
            <p:ph type="sldNum" sz="quarter" idx="19"/>
          </p:nvPr>
        </p:nvSpPr>
        <p:spPr>
          <a:xfrm>
            <a:off x="558800" y="6264275"/>
            <a:ext cx="279400" cy="365125"/>
          </a:xfrm>
          <a:prstGeom prst="rect">
            <a:avLst/>
          </a:prstGeom>
        </p:spPr>
        <p:txBody>
          <a:bodyPr/>
          <a:lstStyle/>
          <a:p>
            <a:fld id="{2E1C8E04-61AE-364F-9D16-6A67B5591D25}" type="slidenum">
              <a:rPr lang="en-US" smtClean="0"/>
              <a:pPr/>
              <a:t>‹#›</a:t>
            </a:fld>
            <a:endParaRPr lang="en-US" dirty="0"/>
          </a:p>
        </p:txBody>
      </p:sp>
      <p:sp>
        <p:nvSpPr>
          <p:cNvPr id="7" name="Footer Placeholder 29">
            <a:extLst>
              <a:ext uri="{FF2B5EF4-FFF2-40B4-BE49-F238E27FC236}">
                <a16:creationId xmlns:a16="http://schemas.microsoft.com/office/drawing/2014/main" id="{5A507428-CA05-067B-1CD3-11F25B16828E}"/>
              </a:ext>
            </a:extLst>
          </p:cNvPr>
          <p:cNvSpPr>
            <a:spLocks noGrp="1"/>
          </p:cNvSpPr>
          <p:nvPr>
            <p:ph type="ftr" sz="quarter" idx="20"/>
          </p:nvPr>
        </p:nvSpPr>
        <p:spPr>
          <a:xfrm>
            <a:off x="882210" y="6264275"/>
            <a:ext cx="4554218" cy="365125"/>
          </a:xfrm>
          <a:prstGeom prst="rect">
            <a:avLst/>
          </a:prstGeom>
        </p:spPr>
        <p:txBody>
          <a:bodyPr/>
          <a:lstStyle/>
          <a:p>
            <a:r>
              <a:rPr lang="en-US"/>
              <a:t>Presentation Title Goes Here</a:t>
            </a:r>
            <a:endParaRPr lang="en-US" dirty="0"/>
          </a:p>
        </p:txBody>
      </p:sp>
      <p:sp>
        <p:nvSpPr>
          <p:cNvPr id="15" name="Text Placeholder 2">
            <a:extLst>
              <a:ext uri="{FF2B5EF4-FFF2-40B4-BE49-F238E27FC236}">
                <a16:creationId xmlns:a16="http://schemas.microsoft.com/office/drawing/2014/main" id="{FD067527-C4F7-8075-1C76-31F6461A819F}"/>
              </a:ext>
            </a:extLst>
          </p:cNvPr>
          <p:cNvSpPr>
            <a:spLocks noGrp="1"/>
          </p:cNvSpPr>
          <p:nvPr>
            <p:ph type="body" idx="21" hasCustomPrompt="1"/>
          </p:nvPr>
        </p:nvSpPr>
        <p:spPr>
          <a:xfrm>
            <a:off x="3004919"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17" name="Content Placeholder 3">
            <a:extLst>
              <a:ext uri="{FF2B5EF4-FFF2-40B4-BE49-F238E27FC236}">
                <a16:creationId xmlns:a16="http://schemas.microsoft.com/office/drawing/2014/main" id="{606BE312-02AC-3AB8-BE70-EB304F73793C}"/>
              </a:ext>
            </a:extLst>
          </p:cNvPr>
          <p:cNvSpPr>
            <a:spLocks noGrp="1"/>
          </p:cNvSpPr>
          <p:nvPr>
            <p:ph sz="half" idx="22" hasCustomPrompt="1"/>
          </p:nvPr>
        </p:nvSpPr>
        <p:spPr>
          <a:xfrm>
            <a:off x="3004919"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18" name="Straight Connector 17">
            <a:extLst>
              <a:ext uri="{FF2B5EF4-FFF2-40B4-BE49-F238E27FC236}">
                <a16:creationId xmlns:a16="http://schemas.microsoft.com/office/drawing/2014/main" id="{4655305C-E303-08CD-27B2-2923661E6819}"/>
              </a:ext>
            </a:extLst>
          </p:cNvPr>
          <p:cNvCxnSpPr>
            <a:cxnSpLocks/>
          </p:cNvCxnSpPr>
          <p:nvPr/>
        </p:nvCxnSpPr>
        <p:spPr>
          <a:xfrm flipH="1" flipV="1">
            <a:off x="3003331"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19" name="Text Placeholder 2">
            <a:extLst>
              <a:ext uri="{FF2B5EF4-FFF2-40B4-BE49-F238E27FC236}">
                <a16:creationId xmlns:a16="http://schemas.microsoft.com/office/drawing/2014/main" id="{6A73B36A-D817-F94F-9277-49776BDA05D4}"/>
              </a:ext>
            </a:extLst>
          </p:cNvPr>
          <p:cNvSpPr>
            <a:spLocks noGrp="1"/>
          </p:cNvSpPr>
          <p:nvPr>
            <p:ph type="body" idx="23" hasCustomPrompt="1"/>
          </p:nvPr>
        </p:nvSpPr>
        <p:spPr>
          <a:xfrm>
            <a:off x="5138519"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2" name="Content Placeholder 3">
            <a:extLst>
              <a:ext uri="{FF2B5EF4-FFF2-40B4-BE49-F238E27FC236}">
                <a16:creationId xmlns:a16="http://schemas.microsoft.com/office/drawing/2014/main" id="{398B28E0-58F9-E14C-B4E4-9CB8DB376A69}"/>
              </a:ext>
            </a:extLst>
          </p:cNvPr>
          <p:cNvSpPr>
            <a:spLocks noGrp="1"/>
          </p:cNvSpPr>
          <p:nvPr>
            <p:ph sz="half" idx="24" hasCustomPrompt="1"/>
          </p:nvPr>
        </p:nvSpPr>
        <p:spPr>
          <a:xfrm>
            <a:off x="5138519"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25" name="Straight Connector 24">
            <a:extLst>
              <a:ext uri="{FF2B5EF4-FFF2-40B4-BE49-F238E27FC236}">
                <a16:creationId xmlns:a16="http://schemas.microsoft.com/office/drawing/2014/main" id="{CFCC8B13-6CE4-13D7-DCF1-50A0FD93EB9D}"/>
              </a:ext>
            </a:extLst>
          </p:cNvPr>
          <p:cNvCxnSpPr>
            <a:cxnSpLocks/>
          </p:cNvCxnSpPr>
          <p:nvPr/>
        </p:nvCxnSpPr>
        <p:spPr>
          <a:xfrm flipH="1" flipV="1">
            <a:off x="5136931"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8" name="Text Placeholder 2">
            <a:extLst>
              <a:ext uri="{FF2B5EF4-FFF2-40B4-BE49-F238E27FC236}">
                <a16:creationId xmlns:a16="http://schemas.microsoft.com/office/drawing/2014/main" id="{3B0BF586-CBE6-ABDD-67A1-3A6AEF972813}"/>
              </a:ext>
            </a:extLst>
          </p:cNvPr>
          <p:cNvSpPr>
            <a:spLocks noGrp="1"/>
          </p:cNvSpPr>
          <p:nvPr>
            <p:ph type="body" idx="25" hasCustomPrompt="1"/>
          </p:nvPr>
        </p:nvSpPr>
        <p:spPr>
          <a:xfrm>
            <a:off x="7282629"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9" name="Content Placeholder 3">
            <a:extLst>
              <a:ext uri="{FF2B5EF4-FFF2-40B4-BE49-F238E27FC236}">
                <a16:creationId xmlns:a16="http://schemas.microsoft.com/office/drawing/2014/main" id="{FB0F3C7D-7321-AFED-48C5-24F69A1669C7}"/>
              </a:ext>
            </a:extLst>
          </p:cNvPr>
          <p:cNvSpPr>
            <a:spLocks noGrp="1"/>
          </p:cNvSpPr>
          <p:nvPr>
            <p:ph sz="half" idx="26" hasCustomPrompt="1"/>
          </p:nvPr>
        </p:nvSpPr>
        <p:spPr>
          <a:xfrm>
            <a:off x="7282629"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30" name="Straight Connector 29">
            <a:extLst>
              <a:ext uri="{FF2B5EF4-FFF2-40B4-BE49-F238E27FC236}">
                <a16:creationId xmlns:a16="http://schemas.microsoft.com/office/drawing/2014/main" id="{64562D21-4C31-797F-92D7-700DED4A645E}"/>
              </a:ext>
            </a:extLst>
          </p:cNvPr>
          <p:cNvCxnSpPr>
            <a:cxnSpLocks/>
          </p:cNvCxnSpPr>
          <p:nvPr/>
        </p:nvCxnSpPr>
        <p:spPr>
          <a:xfrm flipH="1" flipV="1">
            <a:off x="7281041"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32" name="Text Placeholder 2">
            <a:extLst>
              <a:ext uri="{FF2B5EF4-FFF2-40B4-BE49-F238E27FC236}">
                <a16:creationId xmlns:a16="http://schemas.microsoft.com/office/drawing/2014/main" id="{28012A17-E353-8938-22FA-3EA49D311487}"/>
              </a:ext>
            </a:extLst>
          </p:cNvPr>
          <p:cNvSpPr>
            <a:spLocks noGrp="1"/>
          </p:cNvSpPr>
          <p:nvPr>
            <p:ph type="body" idx="27" hasCustomPrompt="1"/>
          </p:nvPr>
        </p:nvSpPr>
        <p:spPr>
          <a:xfrm>
            <a:off x="9447760"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33" name="Content Placeholder 3">
            <a:extLst>
              <a:ext uri="{FF2B5EF4-FFF2-40B4-BE49-F238E27FC236}">
                <a16:creationId xmlns:a16="http://schemas.microsoft.com/office/drawing/2014/main" id="{0ABEDEB6-178F-F4F5-CFFE-2C6199857F68}"/>
              </a:ext>
            </a:extLst>
          </p:cNvPr>
          <p:cNvSpPr>
            <a:spLocks noGrp="1"/>
          </p:cNvSpPr>
          <p:nvPr>
            <p:ph sz="half" idx="28" hasCustomPrompt="1"/>
          </p:nvPr>
        </p:nvSpPr>
        <p:spPr>
          <a:xfrm>
            <a:off x="9447760"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34" name="Straight Connector 33">
            <a:extLst>
              <a:ext uri="{FF2B5EF4-FFF2-40B4-BE49-F238E27FC236}">
                <a16:creationId xmlns:a16="http://schemas.microsoft.com/office/drawing/2014/main" id="{48CF2F9D-53F4-AA57-73A2-63866B50D116}"/>
              </a:ext>
            </a:extLst>
          </p:cNvPr>
          <p:cNvCxnSpPr>
            <a:cxnSpLocks/>
          </p:cNvCxnSpPr>
          <p:nvPr/>
        </p:nvCxnSpPr>
        <p:spPr>
          <a:xfrm flipH="1" flipV="1">
            <a:off x="9446172"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F96C1EA1-DBE2-50D9-A5D1-0E82413F5D53}"/>
              </a:ext>
            </a:extLst>
          </p:cNvPr>
          <p:cNvCxnSpPr>
            <a:cxnSpLocks/>
          </p:cNvCxnSpPr>
          <p:nvPr userDrawn="1"/>
        </p:nvCxnSpPr>
        <p:spPr>
          <a:xfrm flipH="1" flipV="1">
            <a:off x="838200"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FC9EDFE-CE66-F6EA-5248-D8F753818E1F}"/>
              </a:ext>
            </a:extLst>
          </p:cNvPr>
          <p:cNvCxnSpPr>
            <a:cxnSpLocks/>
          </p:cNvCxnSpPr>
          <p:nvPr userDrawn="1"/>
        </p:nvCxnSpPr>
        <p:spPr>
          <a:xfrm flipH="1" flipV="1">
            <a:off x="3003331"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0D11B5F7-89F3-B48D-F5FE-B67279FF17C4}"/>
              </a:ext>
            </a:extLst>
          </p:cNvPr>
          <p:cNvCxnSpPr>
            <a:cxnSpLocks/>
          </p:cNvCxnSpPr>
          <p:nvPr userDrawn="1"/>
        </p:nvCxnSpPr>
        <p:spPr>
          <a:xfrm flipH="1" flipV="1">
            <a:off x="5136931"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915D91C-2228-3000-E437-17DEF9412511}"/>
              </a:ext>
            </a:extLst>
          </p:cNvPr>
          <p:cNvCxnSpPr>
            <a:cxnSpLocks/>
          </p:cNvCxnSpPr>
          <p:nvPr userDrawn="1"/>
        </p:nvCxnSpPr>
        <p:spPr>
          <a:xfrm flipH="1" flipV="1">
            <a:off x="7281041"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AB1E7BE5-9E9F-1AFD-A0C8-C5C8C745D243}"/>
              </a:ext>
            </a:extLst>
          </p:cNvPr>
          <p:cNvCxnSpPr>
            <a:cxnSpLocks/>
          </p:cNvCxnSpPr>
          <p:nvPr userDrawn="1"/>
        </p:nvCxnSpPr>
        <p:spPr>
          <a:xfrm flipH="1" flipV="1">
            <a:off x="9446172"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53733212"/>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Steps +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hasCustomPrompt="1"/>
          </p:nvPr>
        </p:nvSpPr>
        <p:spPr>
          <a:xfrm>
            <a:off x="838200" y="228600"/>
            <a:ext cx="5257800" cy="1828799"/>
          </a:xfrm>
        </p:spPr>
        <p:txBody>
          <a:bodyPr lIns="0" anchor="b"/>
          <a:lstStyle>
            <a:lvl1pPr>
              <a:defRPr>
                <a:solidFill>
                  <a:schemeClr val="tx1"/>
                </a:solidFill>
              </a:defRPr>
            </a:lvl1pPr>
          </a:lstStyle>
          <a:p>
            <a:r>
              <a:rPr lang="en-US" dirty="0"/>
              <a:t>Click To Edit Master Title Style</a:t>
            </a:r>
          </a:p>
        </p:txBody>
      </p:sp>
      <p:pic>
        <p:nvPicPr>
          <p:cNvPr id="18" name="Picture 17">
            <a:extLst>
              <a:ext uri="{FF2B5EF4-FFF2-40B4-BE49-F238E27FC236}">
                <a16:creationId xmlns:a16="http://schemas.microsoft.com/office/drawing/2014/main" id="{69BBD459-1C0D-AEC2-6EAB-6FE0EB31CE9D}"/>
              </a:ext>
            </a:extLst>
          </p:cNvPr>
          <p:cNvPicPr>
            <a:picLocks noChangeAspect="1"/>
          </p:cNvPicPr>
          <p:nvPr/>
        </p:nvPicPr>
        <p:blipFill>
          <a:blip r:embed="rId2"/>
          <a:srcRect/>
          <a:stretch/>
        </p:blipFill>
        <p:spPr>
          <a:xfrm>
            <a:off x="10236201" y="6365323"/>
            <a:ext cx="1117599" cy="184284"/>
          </a:xfrm>
          <a:prstGeom prst="rect">
            <a:avLst/>
          </a:prstGeom>
        </p:spPr>
      </p:pic>
      <p:sp>
        <p:nvSpPr>
          <p:cNvPr id="3" name="Picture Placeholder 5">
            <a:extLst>
              <a:ext uri="{FF2B5EF4-FFF2-40B4-BE49-F238E27FC236}">
                <a16:creationId xmlns:a16="http://schemas.microsoft.com/office/drawing/2014/main" id="{045062FF-2E9A-87D2-17A5-9C6FDFBB5D2A}"/>
              </a:ext>
            </a:extLst>
          </p:cNvPr>
          <p:cNvSpPr>
            <a:spLocks noGrp="1"/>
          </p:cNvSpPr>
          <p:nvPr>
            <p:ph type="pic" sz="quarter" idx="13"/>
          </p:nvPr>
        </p:nvSpPr>
        <p:spPr>
          <a:xfrm>
            <a:off x="6726238" y="1143000"/>
            <a:ext cx="5465762" cy="4559969"/>
          </a:xfrm>
          <a:solidFill>
            <a:schemeClr val="bg2"/>
          </a:solidFill>
        </p:spPr>
        <p:txBody>
          <a:bodyPr anchor="ctr">
            <a:normAutofit/>
          </a:bodyPr>
          <a:lstStyle>
            <a:lvl1pPr marL="0" indent="0" algn="ctr">
              <a:buNone/>
              <a:defRPr sz="1400">
                <a:solidFill>
                  <a:schemeClr val="bg1"/>
                </a:solidFill>
              </a:defRPr>
            </a:lvl1pPr>
          </a:lstStyle>
          <a:p>
            <a:r>
              <a:rPr lang="en-US"/>
              <a:t>Click icon to add picture</a:t>
            </a:r>
          </a:p>
        </p:txBody>
      </p:sp>
      <p:sp>
        <p:nvSpPr>
          <p:cNvPr id="4" name="Text Placeholder 2">
            <a:extLst>
              <a:ext uri="{FF2B5EF4-FFF2-40B4-BE49-F238E27FC236}">
                <a16:creationId xmlns:a16="http://schemas.microsoft.com/office/drawing/2014/main" id="{3105F4A7-3BAB-95AF-02B9-0F2D8213B716}"/>
              </a:ext>
            </a:extLst>
          </p:cNvPr>
          <p:cNvSpPr>
            <a:spLocks noGrp="1"/>
          </p:cNvSpPr>
          <p:nvPr>
            <p:ph type="body" idx="1" hasCustomPrompt="1"/>
          </p:nvPr>
        </p:nvSpPr>
        <p:spPr>
          <a:xfrm>
            <a:off x="1257858" y="2596994"/>
            <a:ext cx="3901975" cy="428951"/>
          </a:xfrm>
          <a:prstGeom prst="rect">
            <a:avLst/>
          </a:prstGeom>
        </p:spPr>
        <p:txBody>
          <a:bodyPr lIns="0" anchor="b">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5" name="Content Placeholder 3">
            <a:extLst>
              <a:ext uri="{FF2B5EF4-FFF2-40B4-BE49-F238E27FC236}">
                <a16:creationId xmlns:a16="http://schemas.microsoft.com/office/drawing/2014/main" id="{2420EB32-A56E-67B5-93A1-392B67B4F8BC}"/>
              </a:ext>
            </a:extLst>
          </p:cNvPr>
          <p:cNvSpPr>
            <a:spLocks noGrp="1"/>
          </p:cNvSpPr>
          <p:nvPr>
            <p:ph sz="half" idx="2" hasCustomPrompt="1"/>
          </p:nvPr>
        </p:nvSpPr>
        <p:spPr>
          <a:xfrm>
            <a:off x="1257859" y="2979647"/>
            <a:ext cx="4620431" cy="637674"/>
          </a:xfrm>
          <a:prstGeom prst="rect">
            <a:avLst/>
          </a:prstGeom>
        </p:spPr>
        <p:txBody>
          <a:bodyPr lIns="0">
            <a:norm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6" name="Text Placeholder 2">
            <a:extLst>
              <a:ext uri="{FF2B5EF4-FFF2-40B4-BE49-F238E27FC236}">
                <a16:creationId xmlns:a16="http://schemas.microsoft.com/office/drawing/2014/main" id="{203CB6BF-1C08-8CB4-CD16-5D148A5C112A}"/>
              </a:ext>
            </a:extLst>
          </p:cNvPr>
          <p:cNvSpPr>
            <a:spLocks noGrp="1"/>
          </p:cNvSpPr>
          <p:nvPr>
            <p:ph type="body" idx="14" hasCustomPrompt="1"/>
          </p:nvPr>
        </p:nvSpPr>
        <p:spPr>
          <a:xfrm>
            <a:off x="-158620" y="2793290"/>
            <a:ext cx="1171744" cy="1066630"/>
          </a:xfrm>
          <a:prstGeom prst="rect">
            <a:avLst/>
          </a:prstGeom>
        </p:spPr>
        <p:txBody>
          <a:bodyPr lIns="0" tIns="0" bIns="0" anchor="ctr">
            <a:noAutofit/>
          </a:bodyPr>
          <a:lstStyle>
            <a:lvl1pPr marL="0" indent="0">
              <a:spcBef>
                <a:spcPts val="0"/>
              </a:spcBef>
              <a:buNone/>
              <a:defRPr sz="7200" b="1" spc="-150">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7" name="Text Placeholder 2">
            <a:extLst>
              <a:ext uri="{FF2B5EF4-FFF2-40B4-BE49-F238E27FC236}">
                <a16:creationId xmlns:a16="http://schemas.microsoft.com/office/drawing/2014/main" id="{8F992088-131E-8890-C67F-7B7266CA3992}"/>
              </a:ext>
            </a:extLst>
          </p:cNvPr>
          <p:cNvSpPr>
            <a:spLocks noGrp="1"/>
          </p:cNvSpPr>
          <p:nvPr>
            <p:ph type="body" idx="15" hasCustomPrompt="1"/>
          </p:nvPr>
        </p:nvSpPr>
        <p:spPr>
          <a:xfrm>
            <a:off x="1257858" y="3788121"/>
            <a:ext cx="3901975" cy="428951"/>
          </a:xfrm>
          <a:prstGeom prst="rect">
            <a:avLst/>
          </a:prstGeom>
        </p:spPr>
        <p:txBody>
          <a:bodyPr lIns="0" anchor="b">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8" name="Content Placeholder 3">
            <a:extLst>
              <a:ext uri="{FF2B5EF4-FFF2-40B4-BE49-F238E27FC236}">
                <a16:creationId xmlns:a16="http://schemas.microsoft.com/office/drawing/2014/main" id="{D943D6F3-F48B-C789-556E-E841DEA64E8C}"/>
              </a:ext>
            </a:extLst>
          </p:cNvPr>
          <p:cNvSpPr>
            <a:spLocks noGrp="1"/>
          </p:cNvSpPr>
          <p:nvPr>
            <p:ph sz="half" idx="16" hasCustomPrompt="1"/>
          </p:nvPr>
        </p:nvSpPr>
        <p:spPr>
          <a:xfrm>
            <a:off x="1257859" y="4170774"/>
            <a:ext cx="4620431" cy="637674"/>
          </a:xfrm>
          <a:prstGeom prst="rect">
            <a:avLst/>
          </a:prstGeom>
        </p:spPr>
        <p:txBody>
          <a:bodyPr lIns="0">
            <a:norm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9" name="Text Placeholder 2">
            <a:extLst>
              <a:ext uri="{FF2B5EF4-FFF2-40B4-BE49-F238E27FC236}">
                <a16:creationId xmlns:a16="http://schemas.microsoft.com/office/drawing/2014/main" id="{C5FDA803-361A-5347-6DCB-47EB903F4587}"/>
              </a:ext>
            </a:extLst>
          </p:cNvPr>
          <p:cNvSpPr>
            <a:spLocks noGrp="1"/>
          </p:cNvSpPr>
          <p:nvPr>
            <p:ph type="body" idx="17" hasCustomPrompt="1"/>
          </p:nvPr>
        </p:nvSpPr>
        <p:spPr>
          <a:xfrm>
            <a:off x="-176381" y="3984417"/>
            <a:ext cx="1325911" cy="1066630"/>
          </a:xfrm>
          <a:prstGeom prst="rect">
            <a:avLst/>
          </a:prstGeom>
        </p:spPr>
        <p:txBody>
          <a:bodyPr lIns="0" tIns="0" bIns="0" anchor="ctr">
            <a:noAutofit/>
          </a:bodyPr>
          <a:lstStyle>
            <a:lvl1pPr marL="0" indent="0">
              <a:spcBef>
                <a:spcPts val="0"/>
              </a:spcBef>
              <a:buNone/>
              <a:defRPr sz="7200" b="1" spc="-300">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10" name="Text Placeholder 2">
            <a:extLst>
              <a:ext uri="{FF2B5EF4-FFF2-40B4-BE49-F238E27FC236}">
                <a16:creationId xmlns:a16="http://schemas.microsoft.com/office/drawing/2014/main" id="{CC671B1A-B0C7-B253-736F-ABD6DBF267C3}"/>
              </a:ext>
            </a:extLst>
          </p:cNvPr>
          <p:cNvSpPr>
            <a:spLocks noGrp="1"/>
          </p:cNvSpPr>
          <p:nvPr>
            <p:ph type="body" idx="18" hasCustomPrompt="1"/>
          </p:nvPr>
        </p:nvSpPr>
        <p:spPr>
          <a:xfrm>
            <a:off x="1257858" y="4979247"/>
            <a:ext cx="3901975" cy="428951"/>
          </a:xfrm>
          <a:prstGeom prst="rect">
            <a:avLst/>
          </a:prstGeom>
        </p:spPr>
        <p:txBody>
          <a:bodyPr lIns="0" anchor="b">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13" name="Content Placeholder 3">
            <a:extLst>
              <a:ext uri="{FF2B5EF4-FFF2-40B4-BE49-F238E27FC236}">
                <a16:creationId xmlns:a16="http://schemas.microsoft.com/office/drawing/2014/main" id="{860CD164-D678-A78B-B985-B79D61B8FBB9}"/>
              </a:ext>
            </a:extLst>
          </p:cNvPr>
          <p:cNvSpPr>
            <a:spLocks noGrp="1"/>
          </p:cNvSpPr>
          <p:nvPr>
            <p:ph sz="half" idx="19" hasCustomPrompt="1"/>
          </p:nvPr>
        </p:nvSpPr>
        <p:spPr>
          <a:xfrm>
            <a:off x="1257859" y="5361900"/>
            <a:ext cx="4620431" cy="637674"/>
          </a:xfrm>
          <a:prstGeom prst="rect">
            <a:avLst/>
          </a:prstGeom>
        </p:spPr>
        <p:txBody>
          <a:bodyPr lIns="0">
            <a:norm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14" name="Text Placeholder 2">
            <a:extLst>
              <a:ext uri="{FF2B5EF4-FFF2-40B4-BE49-F238E27FC236}">
                <a16:creationId xmlns:a16="http://schemas.microsoft.com/office/drawing/2014/main" id="{24B88C2F-DEB0-551C-F214-DE099A3A0785}"/>
              </a:ext>
            </a:extLst>
          </p:cNvPr>
          <p:cNvSpPr>
            <a:spLocks noGrp="1"/>
          </p:cNvSpPr>
          <p:nvPr>
            <p:ph type="body" idx="20" hasCustomPrompt="1"/>
          </p:nvPr>
        </p:nvSpPr>
        <p:spPr>
          <a:xfrm>
            <a:off x="-158620" y="5175543"/>
            <a:ext cx="1308149" cy="1066630"/>
          </a:xfrm>
          <a:prstGeom prst="rect">
            <a:avLst/>
          </a:prstGeom>
        </p:spPr>
        <p:txBody>
          <a:bodyPr lIns="0" tIns="0" bIns="0" anchor="ctr">
            <a:noAutofit/>
          </a:bodyPr>
          <a:lstStyle>
            <a:lvl1pPr marL="0" indent="0">
              <a:spcBef>
                <a:spcPts val="0"/>
              </a:spcBef>
              <a:buNone/>
              <a:defRPr sz="7200" b="1" spc="-300">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11" name="Slide Number Placeholder 28">
            <a:extLst>
              <a:ext uri="{FF2B5EF4-FFF2-40B4-BE49-F238E27FC236}">
                <a16:creationId xmlns:a16="http://schemas.microsoft.com/office/drawing/2014/main" id="{C31B5BFF-91E9-CFA8-0A41-2D761022FDE5}"/>
              </a:ext>
            </a:extLst>
          </p:cNvPr>
          <p:cNvSpPr>
            <a:spLocks noGrp="1"/>
          </p:cNvSpPr>
          <p:nvPr>
            <p:ph type="sldNum" sz="quarter" idx="21"/>
          </p:nvPr>
        </p:nvSpPr>
        <p:spPr>
          <a:xfrm>
            <a:off x="558800" y="6264275"/>
            <a:ext cx="279400" cy="365125"/>
          </a:xfrm>
        </p:spPr>
        <p:txBody>
          <a:bodyPr/>
          <a:lstStyle/>
          <a:p>
            <a:fld id="{2E1C8E04-61AE-364F-9D16-6A67B5591D25}" type="slidenum">
              <a:rPr lang="en-US" smtClean="0"/>
              <a:pPr/>
              <a:t>‹#›</a:t>
            </a:fld>
            <a:endParaRPr lang="en-US" dirty="0"/>
          </a:p>
        </p:txBody>
      </p:sp>
      <p:sp>
        <p:nvSpPr>
          <p:cNvPr id="12" name="Footer Placeholder 29">
            <a:extLst>
              <a:ext uri="{FF2B5EF4-FFF2-40B4-BE49-F238E27FC236}">
                <a16:creationId xmlns:a16="http://schemas.microsoft.com/office/drawing/2014/main" id="{9F5E5A31-F52A-BB8E-23CB-7AA74BBA4486}"/>
              </a:ext>
            </a:extLst>
          </p:cNvPr>
          <p:cNvSpPr>
            <a:spLocks noGrp="1"/>
          </p:cNvSpPr>
          <p:nvPr>
            <p:ph type="ftr" sz="quarter" idx="22"/>
          </p:nvPr>
        </p:nvSpPr>
        <p:spPr>
          <a:xfrm>
            <a:off x="882210" y="6264275"/>
            <a:ext cx="4554218" cy="365125"/>
          </a:xfrm>
        </p:spPr>
        <p:txBody>
          <a:bodyPr/>
          <a:lstStyle/>
          <a:p>
            <a:r>
              <a:rPr lang="en-US"/>
              <a:t>Presentation Title Goes Here</a:t>
            </a:r>
            <a:endParaRPr lang="en-US" dirty="0"/>
          </a:p>
        </p:txBody>
      </p:sp>
      <p:sp>
        <p:nvSpPr>
          <p:cNvPr id="19" name="TextBox 18">
            <a:extLst>
              <a:ext uri="{FF2B5EF4-FFF2-40B4-BE49-F238E27FC236}">
                <a16:creationId xmlns:a16="http://schemas.microsoft.com/office/drawing/2014/main" id="{7FA3650B-F664-A8EA-3D76-9CB48A743F91}"/>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pic>
        <p:nvPicPr>
          <p:cNvPr id="15" name="Picture 14">
            <a:extLst>
              <a:ext uri="{FF2B5EF4-FFF2-40B4-BE49-F238E27FC236}">
                <a16:creationId xmlns:a16="http://schemas.microsoft.com/office/drawing/2014/main" id="{4E6FE7AA-7008-6F89-978E-8277D6F93235}"/>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16" name="TextBox 15">
            <a:extLst>
              <a:ext uri="{FF2B5EF4-FFF2-40B4-BE49-F238E27FC236}">
                <a16:creationId xmlns:a16="http://schemas.microsoft.com/office/drawing/2014/main" id="{155A75E3-7472-4D36-146F-07DE97BC90F6}"/>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1177334445"/>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hasCustomPrompt="1"/>
          </p:nvPr>
        </p:nvSpPr>
        <p:spPr>
          <a:xfrm>
            <a:off x="1554890" y="620872"/>
            <a:ext cx="8449491" cy="1027445"/>
          </a:xfrm>
        </p:spPr>
        <p:txBody>
          <a:bodyPr lIns="0" anchor="b"/>
          <a:lstStyle>
            <a:lvl1pPr>
              <a:defRPr>
                <a:solidFill>
                  <a:schemeClr val="tx1"/>
                </a:solidFill>
              </a:defRPr>
            </a:lvl1pPr>
          </a:lstStyle>
          <a:p>
            <a:r>
              <a:rPr lang="en-US" dirty="0"/>
              <a:t>Click To Edit Master Title Style</a:t>
            </a:r>
          </a:p>
        </p:txBody>
      </p:sp>
      <p:pic>
        <p:nvPicPr>
          <p:cNvPr id="18" name="Picture 17">
            <a:extLst>
              <a:ext uri="{FF2B5EF4-FFF2-40B4-BE49-F238E27FC236}">
                <a16:creationId xmlns:a16="http://schemas.microsoft.com/office/drawing/2014/main" id="{69BBD459-1C0D-AEC2-6EAB-6FE0EB31CE9D}"/>
              </a:ext>
            </a:extLst>
          </p:cNvPr>
          <p:cNvPicPr>
            <a:picLocks noChangeAspect="1"/>
          </p:cNvPicPr>
          <p:nvPr/>
        </p:nvPicPr>
        <p:blipFill>
          <a:blip r:embed="rId2"/>
          <a:srcRect/>
          <a:stretch/>
        </p:blipFill>
        <p:spPr>
          <a:xfrm>
            <a:off x="10236201" y="6365323"/>
            <a:ext cx="1117599" cy="184284"/>
          </a:xfrm>
          <a:prstGeom prst="rect">
            <a:avLst/>
          </a:prstGeom>
        </p:spPr>
      </p:pic>
      <p:sp>
        <p:nvSpPr>
          <p:cNvPr id="4" name="Text Placeholder 2">
            <a:extLst>
              <a:ext uri="{FF2B5EF4-FFF2-40B4-BE49-F238E27FC236}">
                <a16:creationId xmlns:a16="http://schemas.microsoft.com/office/drawing/2014/main" id="{3105F4A7-3BAB-95AF-02B9-0F2D8213B716}"/>
              </a:ext>
            </a:extLst>
          </p:cNvPr>
          <p:cNvSpPr>
            <a:spLocks noGrp="1"/>
          </p:cNvSpPr>
          <p:nvPr>
            <p:ph type="body" idx="1" hasCustomPrompt="1"/>
          </p:nvPr>
        </p:nvSpPr>
        <p:spPr>
          <a:xfrm>
            <a:off x="2374515" y="1946215"/>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6" name="Text Placeholder 2">
            <a:extLst>
              <a:ext uri="{FF2B5EF4-FFF2-40B4-BE49-F238E27FC236}">
                <a16:creationId xmlns:a16="http://schemas.microsoft.com/office/drawing/2014/main" id="{203CB6BF-1C08-8CB4-CD16-5D148A5C112A}"/>
              </a:ext>
            </a:extLst>
          </p:cNvPr>
          <p:cNvSpPr>
            <a:spLocks noGrp="1"/>
          </p:cNvSpPr>
          <p:nvPr>
            <p:ph type="body" idx="14" hasCustomPrompt="1"/>
          </p:nvPr>
        </p:nvSpPr>
        <p:spPr>
          <a:xfrm>
            <a:off x="1554891" y="2047591"/>
            <a:ext cx="654170" cy="309632"/>
          </a:xfrm>
          <a:prstGeom prst="rect">
            <a:avLst/>
          </a:prstGeom>
        </p:spPr>
        <p:txBody>
          <a:bodyPr lIns="0" tIns="0" bIns="0" anchor="ctr">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11" name="Slide Number Placeholder 28">
            <a:extLst>
              <a:ext uri="{FF2B5EF4-FFF2-40B4-BE49-F238E27FC236}">
                <a16:creationId xmlns:a16="http://schemas.microsoft.com/office/drawing/2014/main" id="{C31B5BFF-91E9-CFA8-0A41-2D761022FDE5}"/>
              </a:ext>
            </a:extLst>
          </p:cNvPr>
          <p:cNvSpPr>
            <a:spLocks noGrp="1"/>
          </p:cNvSpPr>
          <p:nvPr>
            <p:ph type="sldNum" sz="quarter" idx="21"/>
          </p:nvPr>
        </p:nvSpPr>
        <p:spPr>
          <a:xfrm>
            <a:off x="558800" y="6264275"/>
            <a:ext cx="279400" cy="365125"/>
          </a:xfrm>
        </p:spPr>
        <p:txBody>
          <a:bodyPr/>
          <a:lstStyle/>
          <a:p>
            <a:fld id="{2E1C8E04-61AE-364F-9D16-6A67B5591D25}" type="slidenum">
              <a:rPr lang="en-US" smtClean="0"/>
              <a:pPr/>
              <a:t>‹#›</a:t>
            </a:fld>
            <a:endParaRPr lang="en-US" dirty="0"/>
          </a:p>
        </p:txBody>
      </p:sp>
      <p:sp>
        <p:nvSpPr>
          <p:cNvPr id="12" name="Footer Placeholder 29">
            <a:extLst>
              <a:ext uri="{FF2B5EF4-FFF2-40B4-BE49-F238E27FC236}">
                <a16:creationId xmlns:a16="http://schemas.microsoft.com/office/drawing/2014/main" id="{9F5E5A31-F52A-BB8E-23CB-7AA74BBA4486}"/>
              </a:ext>
            </a:extLst>
          </p:cNvPr>
          <p:cNvSpPr>
            <a:spLocks noGrp="1"/>
          </p:cNvSpPr>
          <p:nvPr>
            <p:ph type="ftr" sz="quarter" idx="22"/>
          </p:nvPr>
        </p:nvSpPr>
        <p:spPr>
          <a:xfrm>
            <a:off x="882210" y="6264275"/>
            <a:ext cx="4554218" cy="365125"/>
          </a:xfrm>
        </p:spPr>
        <p:txBody>
          <a:bodyPr/>
          <a:lstStyle/>
          <a:p>
            <a:r>
              <a:rPr lang="en-US"/>
              <a:t>Presentation Title Goes Here</a:t>
            </a:r>
            <a:endParaRPr lang="en-US" dirty="0"/>
          </a:p>
        </p:txBody>
      </p:sp>
      <p:sp>
        <p:nvSpPr>
          <p:cNvPr id="19" name="TextBox 18">
            <a:extLst>
              <a:ext uri="{FF2B5EF4-FFF2-40B4-BE49-F238E27FC236}">
                <a16:creationId xmlns:a16="http://schemas.microsoft.com/office/drawing/2014/main" id="{7FA3650B-F664-A8EA-3D76-9CB48A743F91}"/>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
        <p:nvSpPr>
          <p:cNvPr id="16" name="Text Placeholder 2">
            <a:extLst>
              <a:ext uri="{FF2B5EF4-FFF2-40B4-BE49-F238E27FC236}">
                <a16:creationId xmlns:a16="http://schemas.microsoft.com/office/drawing/2014/main" id="{6AC3937B-8387-C36E-4336-B1B4D1F1C3CF}"/>
              </a:ext>
            </a:extLst>
          </p:cNvPr>
          <p:cNvSpPr>
            <a:spLocks noGrp="1"/>
          </p:cNvSpPr>
          <p:nvPr>
            <p:ph type="body" idx="23" hasCustomPrompt="1"/>
          </p:nvPr>
        </p:nvSpPr>
        <p:spPr>
          <a:xfrm>
            <a:off x="2374515" y="2511687"/>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17" name="Text Placeholder 2">
            <a:extLst>
              <a:ext uri="{FF2B5EF4-FFF2-40B4-BE49-F238E27FC236}">
                <a16:creationId xmlns:a16="http://schemas.microsoft.com/office/drawing/2014/main" id="{7EA35BCB-921E-7BB6-8FE5-8D026D00D4BB}"/>
              </a:ext>
            </a:extLst>
          </p:cNvPr>
          <p:cNvSpPr>
            <a:spLocks noGrp="1"/>
          </p:cNvSpPr>
          <p:nvPr>
            <p:ph type="body" idx="24" hasCustomPrompt="1"/>
          </p:nvPr>
        </p:nvSpPr>
        <p:spPr>
          <a:xfrm>
            <a:off x="1554891" y="2597529"/>
            <a:ext cx="654171" cy="30963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20" name="Text Placeholder 2">
            <a:extLst>
              <a:ext uri="{FF2B5EF4-FFF2-40B4-BE49-F238E27FC236}">
                <a16:creationId xmlns:a16="http://schemas.microsoft.com/office/drawing/2014/main" id="{191ABE57-3685-636E-69CD-71CA2EB96A77}"/>
              </a:ext>
            </a:extLst>
          </p:cNvPr>
          <p:cNvSpPr>
            <a:spLocks noGrp="1"/>
          </p:cNvSpPr>
          <p:nvPr>
            <p:ph type="body" idx="25" hasCustomPrompt="1"/>
          </p:nvPr>
        </p:nvSpPr>
        <p:spPr>
          <a:xfrm>
            <a:off x="2374515" y="3063199"/>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21" name="Text Placeholder 2">
            <a:extLst>
              <a:ext uri="{FF2B5EF4-FFF2-40B4-BE49-F238E27FC236}">
                <a16:creationId xmlns:a16="http://schemas.microsoft.com/office/drawing/2014/main" id="{DE247DE7-2E4E-A3B7-F301-2AA18D40CA04}"/>
              </a:ext>
            </a:extLst>
          </p:cNvPr>
          <p:cNvSpPr>
            <a:spLocks noGrp="1"/>
          </p:cNvSpPr>
          <p:nvPr>
            <p:ph type="body" idx="26" hasCustomPrompt="1"/>
          </p:nvPr>
        </p:nvSpPr>
        <p:spPr>
          <a:xfrm>
            <a:off x="1554891" y="3155219"/>
            <a:ext cx="654171" cy="30963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22" name="Text Placeholder 2">
            <a:extLst>
              <a:ext uri="{FF2B5EF4-FFF2-40B4-BE49-F238E27FC236}">
                <a16:creationId xmlns:a16="http://schemas.microsoft.com/office/drawing/2014/main" id="{6DB9AE65-FAF1-7118-2F64-7A99C0DA5092}"/>
              </a:ext>
            </a:extLst>
          </p:cNvPr>
          <p:cNvSpPr>
            <a:spLocks noGrp="1"/>
          </p:cNvSpPr>
          <p:nvPr>
            <p:ph type="body" idx="27" hasCustomPrompt="1"/>
          </p:nvPr>
        </p:nvSpPr>
        <p:spPr>
          <a:xfrm>
            <a:off x="2374515" y="3614711"/>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23" name="Text Placeholder 2">
            <a:extLst>
              <a:ext uri="{FF2B5EF4-FFF2-40B4-BE49-F238E27FC236}">
                <a16:creationId xmlns:a16="http://schemas.microsoft.com/office/drawing/2014/main" id="{0D8AF796-A7D2-63C0-3125-C63F3DAA7AF3}"/>
              </a:ext>
            </a:extLst>
          </p:cNvPr>
          <p:cNvSpPr>
            <a:spLocks noGrp="1"/>
          </p:cNvSpPr>
          <p:nvPr>
            <p:ph type="body" idx="28" hasCustomPrompt="1"/>
          </p:nvPr>
        </p:nvSpPr>
        <p:spPr>
          <a:xfrm>
            <a:off x="1554890" y="3712909"/>
            <a:ext cx="654171" cy="30963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04</a:t>
            </a:r>
          </a:p>
        </p:txBody>
      </p:sp>
      <p:sp>
        <p:nvSpPr>
          <p:cNvPr id="24" name="Text Placeholder 2">
            <a:extLst>
              <a:ext uri="{FF2B5EF4-FFF2-40B4-BE49-F238E27FC236}">
                <a16:creationId xmlns:a16="http://schemas.microsoft.com/office/drawing/2014/main" id="{5C96A97B-0ECD-C592-95EE-BE10DD46F058}"/>
              </a:ext>
            </a:extLst>
          </p:cNvPr>
          <p:cNvSpPr>
            <a:spLocks noGrp="1"/>
          </p:cNvSpPr>
          <p:nvPr>
            <p:ph type="body" idx="29" hasCustomPrompt="1"/>
          </p:nvPr>
        </p:nvSpPr>
        <p:spPr>
          <a:xfrm>
            <a:off x="2374515" y="4166223"/>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25" name="Text Placeholder 2">
            <a:extLst>
              <a:ext uri="{FF2B5EF4-FFF2-40B4-BE49-F238E27FC236}">
                <a16:creationId xmlns:a16="http://schemas.microsoft.com/office/drawing/2014/main" id="{604170A4-007E-6618-EF68-18924E4A7122}"/>
              </a:ext>
            </a:extLst>
          </p:cNvPr>
          <p:cNvSpPr>
            <a:spLocks noGrp="1"/>
          </p:cNvSpPr>
          <p:nvPr>
            <p:ph type="body" idx="30" hasCustomPrompt="1"/>
          </p:nvPr>
        </p:nvSpPr>
        <p:spPr>
          <a:xfrm>
            <a:off x="1554890" y="4258852"/>
            <a:ext cx="654171" cy="31979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05</a:t>
            </a:r>
          </a:p>
        </p:txBody>
      </p:sp>
      <p:sp>
        <p:nvSpPr>
          <p:cNvPr id="26" name="Text Placeholder 2">
            <a:extLst>
              <a:ext uri="{FF2B5EF4-FFF2-40B4-BE49-F238E27FC236}">
                <a16:creationId xmlns:a16="http://schemas.microsoft.com/office/drawing/2014/main" id="{467351FB-D92D-4C43-D63C-956448F067FD}"/>
              </a:ext>
            </a:extLst>
          </p:cNvPr>
          <p:cNvSpPr>
            <a:spLocks noGrp="1"/>
          </p:cNvSpPr>
          <p:nvPr>
            <p:ph type="body" idx="31" hasCustomPrompt="1"/>
          </p:nvPr>
        </p:nvSpPr>
        <p:spPr>
          <a:xfrm>
            <a:off x="2374515" y="4697564"/>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27" name="Text Placeholder 2">
            <a:extLst>
              <a:ext uri="{FF2B5EF4-FFF2-40B4-BE49-F238E27FC236}">
                <a16:creationId xmlns:a16="http://schemas.microsoft.com/office/drawing/2014/main" id="{8C6A0E7E-D03C-3A0D-0C4C-75D94CCF507B}"/>
              </a:ext>
            </a:extLst>
          </p:cNvPr>
          <p:cNvSpPr>
            <a:spLocks noGrp="1"/>
          </p:cNvSpPr>
          <p:nvPr>
            <p:ph type="body" idx="32" hasCustomPrompt="1"/>
          </p:nvPr>
        </p:nvSpPr>
        <p:spPr>
          <a:xfrm>
            <a:off x="1554890" y="4790193"/>
            <a:ext cx="654171" cy="31979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06</a:t>
            </a:r>
          </a:p>
        </p:txBody>
      </p:sp>
      <p:pic>
        <p:nvPicPr>
          <p:cNvPr id="3" name="Picture 2">
            <a:extLst>
              <a:ext uri="{FF2B5EF4-FFF2-40B4-BE49-F238E27FC236}">
                <a16:creationId xmlns:a16="http://schemas.microsoft.com/office/drawing/2014/main" id="{9EFB3FFC-AAA9-37B4-6626-17D178DAE7C6}"/>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5" name="TextBox 4">
            <a:extLst>
              <a:ext uri="{FF2B5EF4-FFF2-40B4-BE49-F238E27FC236}">
                <a16:creationId xmlns:a16="http://schemas.microsoft.com/office/drawing/2014/main" id="{564FBDF3-58E7-FF35-57F1-7CABC4BC34E6}"/>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2560979893"/>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List + Image">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53AD636-376F-F676-6A8D-3EDE4E869F90}"/>
              </a:ext>
            </a:extLst>
          </p:cNvPr>
          <p:cNvSpPr/>
          <p:nvPr/>
        </p:nvSpPr>
        <p:spPr>
          <a:xfrm>
            <a:off x="8839200" y="0"/>
            <a:ext cx="33528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2154E4-6EDB-9CEB-7F28-50E7E38B47FE}"/>
              </a:ext>
            </a:extLst>
          </p:cNvPr>
          <p:cNvSpPr>
            <a:spLocks noGrp="1"/>
          </p:cNvSpPr>
          <p:nvPr>
            <p:ph type="title" hasCustomPrompt="1"/>
          </p:nvPr>
        </p:nvSpPr>
        <p:spPr>
          <a:xfrm>
            <a:off x="838200" y="228600"/>
            <a:ext cx="5257800" cy="1828799"/>
          </a:xfrm>
        </p:spPr>
        <p:txBody>
          <a:bodyPr lIns="0" anchor="b"/>
          <a:lstStyle>
            <a:lvl1pPr>
              <a:defRPr>
                <a:solidFill>
                  <a:schemeClr val="tx1"/>
                </a:solidFill>
              </a:defRPr>
            </a:lvl1pPr>
          </a:lstStyle>
          <a:p>
            <a:r>
              <a:rPr lang="en-US" dirty="0"/>
              <a:t>Click To Edit Master Title Style</a:t>
            </a:r>
          </a:p>
        </p:txBody>
      </p:sp>
      <p:sp>
        <p:nvSpPr>
          <p:cNvPr id="3" name="Picture Placeholder 5">
            <a:extLst>
              <a:ext uri="{FF2B5EF4-FFF2-40B4-BE49-F238E27FC236}">
                <a16:creationId xmlns:a16="http://schemas.microsoft.com/office/drawing/2014/main" id="{045062FF-2E9A-87D2-17A5-9C6FDFBB5D2A}"/>
              </a:ext>
            </a:extLst>
          </p:cNvPr>
          <p:cNvSpPr>
            <a:spLocks noGrp="1"/>
          </p:cNvSpPr>
          <p:nvPr>
            <p:ph type="pic" sz="quarter" idx="13"/>
          </p:nvPr>
        </p:nvSpPr>
        <p:spPr>
          <a:xfrm>
            <a:off x="6726238" y="1480930"/>
            <a:ext cx="5101327" cy="4065105"/>
          </a:xfrm>
          <a:solidFill>
            <a:schemeClr val="bg2"/>
          </a:solidFill>
        </p:spPr>
        <p:txBody>
          <a:bodyPr anchor="ctr">
            <a:normAutofit/>
          </a:bodyPr>
          <a:lstStyle>
            <a:lvl1pPr marL="0" indent="0" algn="ctr">
              <a:buNone/>
              <a:defRPr sz="1400">
                <a:solidFill>
                  <a:schemeClr val="bg1"/>
                </a:solidFill>
              </a:defRPr>
            </a:lvl1pPr>
          </a:lstStyle>
          <a:p>
            <a:r>
              <a:rPr lang="en-US"/>
              <a:t>Click icon to add picture</a:t>
            </a:r>
          </a:p>
        </p:txBody>
      </p:sp>
      <p:sp>
        <p:nvSpPr>
          <p:cNvPr id="5" name="Content Placeholder 3">
            <a:extLst>
              <a:ext uri="{FF2B5EF4-FFF2-40B4-BE49-F238E27FC236}">
                <a16:creationId xmlns:a16="http://schemas.microsoft.com/office/drawing/2014/main" id="{2420EB32-A56E-67B5-93A1-392B67B4F8BC}"/>
              </a:ext>
            </a:extLst>
          </p:cNvPr>
          <p:cNvSpPr>
            <a:spLocks noGrp="1"/>
          </p:cNvSpPr>
          <p:nvPr>
            <p:ph sz="half" idx="2" hasCustomPrompt="1"/>
          </p:nvPr>
        </p:nvSpPr>
        <p:spPr>
          <a:xfrm>
            <a:off x="862849" y="2550693"/>
            <a:ext cx="5233151" cy="3152275"/>
          </a:xfrm>
          <a:prstGeom prst="rect">
            <a:avLst/>
          </a:prstGeom>
        </p:spPr>
        <p:txBody>
          <a:bodyPr lIns="0">
            <a:normAutofit/>
          </a:bodyPr>
          <a:lstStyle>
            <a:lvl1pPr marL="285750" indent="-285750">
              <a:buFont typeface="Arial" panose="020B0604020202020204" pitchFamily="34" charset="0"/>
              <a:buChar char="•"/>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lvl="0"/>
            <a:endParaRPr lang="en-US" dirty="0"/>
          </a:p>
        </p:txBody>
      </p:sp>
      <p:sp>
        <p:nvSpPr>
          <p:cNvPr id="4" name="Slide Number Placeholder 28">
            <a:extLst>
              <a:ext uri="{FF2B5EF4-FFF2-40B4-BE49-F238E27FC236}">
                <a16:creationId xmlns:a16="http://schemas.microsoft.com/office/drawing/2014/main" id="{65BD9209-71AA-E282-C46F-2F9E068C9E89}"/>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6" name="Footer Placeholder 29">
            <a:extLst>
              <a:ext uri="{FF2B5EF4-FFF2-40B4-BE49-F238E27FC236}">
                <a16:creationId xmlns:a16="http://schemas.microsoft.com/office/drawing/2014/main" id="{376BCAA8-8730-C56E-D398-058D215EBFF0}"/>
              </a:ext>
            </a:extLst>
          </p:cNvPr>
          <p:cNvSpPr>
            <a:spLocks noGrp="1"/>
          </p:cNvSpPr>
          <p:nvPr>
            <p:ph type="ftr" sz="quarter" idx="20"/>
          </p:nvPr>
        </p:nvSpPr>
        <p:spPr>
          <a:xfrm>
            <a:off x="882210" y="6264275"/>
            <a:ext cx="4554218" cy="365125"/>
          </a:xfrm>
        </p:spPr>
        <p:txBody>
          <a:bodyPr/>
          <a:lstStyle/>
          <a:p>
            <a:r>
              <a:rPr lang="en-US"/>
              <a:t>Presentation Title Goes Here</a:t>
            </a:r>
            <a:endParaRPr lang="en-US" dirty="0"/>
          </a:p>
        </p:txBody>
      </p:sp>
      <p:sp>
        <p:nvSpPr>
          <p:cNvPr id="7" name="Rectangle 6">
            <a:extLst>
              <a:ext uri="{FF2B5EF4-FFF2-40B4-BE49-F238E27FC236}">
                <a16:creationId xmlns:a16="http://schemas.microsoft.com/office/drawing/2014/main" id="{1990B889-0497-9F47-1692-ECB5AE589ECA}"/>
              </a:ext>
            </a:extLst>
          </p:cNvPr>
          <p:cNvSpPr/>
          <p:nvPr userDrawn="1"/>
        </p:nvSpPr>
        <p:spPr>
          <a:xfrm>
            <a:off x="8839200" y="0"/>
            <a:ext cx="33528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8745338"/>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plit Screen">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53AD636-376F-F676-6A8D-3EDE4E869F90}"/>
              </a:ext>
            </a:extLst>
          </p:cNvPr>
          <p:cNvSpPr/>
          <p:nvPr/>
        </p:nvSpPr>
        <p:spPr>
          <a:xfrm>
            <a:off x="6140010" y="0"/>
            <a:ext cx="605199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 name="Content Placeholder 3">
            <a:extLst>
              <a:ext uri="{FF2B5EF4-FFF2-40B4-BE49-F238E27FC236}">
                <a16:creationId xmlns:a16="http://schemas.microsoft.com/office/drawing/2014/main" id="{2420EB32-A56E-67B5-93A1-392B67B4F8BC}"/>
              </a:ext>
            </a:extLst>
          </p:cNvPr>
          <p:cNvSpPr>
            <a:spLocks noGrp="1"/>
          </p:cNvSpPr>
          <p:nvPr>
            <p:ph sz="half" idx="2" hasCustomPrompt="1"/>
          </p:nvPr>
        </p:nvSpPr>
        <p:spPr>
          <a:xfrm>
            <a:off x="862850" y="2924375"/>
            <a:ext cx="4573578" cy="2416071"/>
          </a:xfrm>
          <a:prstGeom prst="rect">
            <a:avLst/>
          </a:prstGeom>
        </p:spPr>
        <p:txBody>
          <a:bodyPr lIns="0">
            <a:normAutofit/>
          </a:bodyPr>
          <a:lstStyle>
            <a:lvl1pPr marL="285750" indent="-285750">
              <a:buFont typeface="Arial" panose="020B0604020202020204" pitchFamily="34" charset="0"/>
              <a:buChar char="•"/>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4" name="Slide Number Placeholder 28">
            <a:extLst>
              <a:ext uri="{FF2B5EF4-FFF2-40B4-BE49-F238E27FC236}">
                <a16:creationId xmlns:a16="http://schemas.microsoft.com/office/drawing/2014/main" id="{65BD9209-71AA-E282-C46F-2F9E068C9E89}"/>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6" name="Footer Placeholder 29">
            <a:extLst>
              <a:ext uri="{FF2B5EF4-FFF2-40B4-BE49-F238E27FC236}">
                <a16:creationId xmlns:a16="http://schemas.microsoft.com/office/drawing/2014/main" id="{376BCAA8-8730-C56E-D398-058D215EBFF0}"/>
              </a:ext>
            </a:extLst>
          </p:cNvPr>
          <p:cNvSpPr>
            <a:spLocks noGrp="1"/>
          </p:cNvSpPr>
          <p:nvPr>
            <p:ph type="ftr" sz="quarter" idx="20"/>
          </p:nvPr>
        </p:nvSpPr>
        <p:spPr>
          <a:xfrm>
            <a:off x="882210" y="6264275"/>
            <a:ext cx="4554218" cy="365125"/>
          </a:xfrm>
        </p:spPr>
        <p:txBody>
          <a:bodyPr/>
          <a:lstStyle/>
          <a:p>
            <a:r>
              <a:rPr lang="en-US"/>
              <a:t>Presentation Title Goes Here</a:t>
            </a:r>
            <a:endParaRPr lang="en-US" dirty="0"/>
          </a:p>
        </p:txBody>
      </p:sp>
      <p:sp>
        <p:nvSpPr>
          <p:cNvPr id="10" name="Content Placeholder 3">
            <a:extLst>
              <a:ext uri="{FF2B5EF4-FFF2-40B4-BE49-F238E27FC236}">
                <a16:creationId xmlns:a16="http://schemas.microsoft.com/office/drawing/2014/main" id="{1CF5F177-6AAB-74D9-C357-13D38F92C2DC}"/>
              </a:ext>
            </a:extLst>
          </p:cNvPr>
          <p:cNvSpPr>
            <a:spLocks noGrp="1"/>
          </p:cNvSpPr>
          <p:nvPr>
            <p:ph sz="half" idx="21" hasCustomPrompt="1"/>
          </p:nvPr>
        </p:nvSpPr>
        <p:spPr>
          <a:xfrm>
            <a:off x="6843520" y="2924375"/>
            <a:ext cx="4573578" cy="2416071"/>
          </a:xfrm>
          <a:prstGeom prst="rect">
            <a:avLst/>
          </a:prstGeom>
        </p:spPr>
        <p:txBody>
          <a:bodyPr lIns="0">
            <a:normAutofit/>
          </a:bodyPr>
          <a:lstStyle>
            <a:lvl1pPr marL="285750" indent="-285750">
              <a:buFont typeface="Arial" panose="020B0604020202020204" pitchFamily="34" charset="0"/>
              <a:buChar char="•"/>
              <a:defRPr sz="1800">
                <a:solidFill>
                  <a:schemeClr val="bg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13" name="Title 1">
            <a:extLst>
              <a:ext uri="{FF2B5EF4-FFF2-40B4-BE49-F238E27FC236}">
                <a16:creationId xmlns:a16="http://schemas.microsoft.com/office/drawing/2014/main" id="{A2D6E5D8-C34F-5146-A88D-DA045D19147E}"/>
              </a:ext>
            </a:extLst>
          </p:cNvPr>
          <p:cNvSpPr>
            <a:spLocks noGrp="1"/>
          </p:cNvSpPr>
          <p:nvPr>
            <p:ph type="title"/>
          </p:nvPr>
        </p:nvSpPr>
        <p:spPr>
          <a:xfrm>
            <a:off x="839788" y="228600"/>
            <a:ext cx="5212203" cy="1371600"/>
          </a:xfrm>
        </p:spPr>
        <p:txBody>
          <a:bodyPr lIns="0" anchor="b"/>
          <a:lstStyle>
            <a:lvl1pPr>
              <a:defRPr>
                <a:solidFill>
                  <a:schemeClr val="tx1"/>
                </a:solidFill>
              </a:defRPr>
            </a:lvl1pPr>
          </a:lstStyle>
          <a:p>
            <a:r>
              <a:rPr lang="en-US"/>
              <a:t>Click to edit Master title style</a:t>
            </a:r>
          </a:p>
        </p:txBody>
      </p:sp>
      <p:sp>
        <p:nvSpPr>
          <p:cNvPr id="15" name="Text Placeholder 14">
            <a:extLst>
              <a:ext uri="{FF2B5EF4-FFF2-40B4-BE49-F238E27FC236}">
                <a16:creationId xmlns:a16="http://schemas.microsoft.com/office/drawing/2014/main" id="{5DD327D0-CA7F-E525-7915-08EB934CB1C6}"/>
              </a:ext>
            </a:extLst>
          </p:cNvPr>
          <p:cNvSpPr>
            <a:spLocks noGrp="1"/>
          </p:cNvSpPr>
          <p:nvPr>
            <p:ph type="body" sz="quarter" idx="22"/>
          </p:nvPr>
        </p:nvSpPr>
        <p:spPr>
          <a:xfrm>
            <a:off x="882650" y="2286001"/>
            <a:ext cx="4554538" cy="439589"/>
          </a:xfrm>
        </p:spPr>
        <p:txBody>
          <a:bodyPr/>
          <a:lstStyle>
            <a:lvl1pPr marL="0" indent="0">
              <a:buNone/>
              <a:defRPr b="1"/>
            </a:lvl1pPr>
            <a:lvl2pPr marL="457200" indent="0">
              <a:buNone/>
              <a:defRPr b="1"/>
            </a:lvl2pPr>
            <a:lvl3pPr marL="914400" indent="0">
              <a:buNone/>
              <a:defRPr b="1"/>
            </a:lvl3pPr>
            <a:lvl4pPr marL="1371600" indent="0">
              <a:buNone/>
              <a:defRPr b="1"/>
            </a:lvl4pPr>
            <a:lvl5pPr marL="1828800" indent="0">
              <a:buNone/>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4">
            <a:extLst>
              <a:ext uri="{FF2B5EF4-FFF2-40B4-BE49-F238E27FC236}">
                <a16:creationId xmlns:a16="http://schemas.microsoft.com/office/drawing/2014/main" id="{91D3655D-0E01-751A-C4AD-D72B543EF80D}"/>
              </a:ext>
            </a:extLst>
          </p:cNvPr>
          <p:cNvSpPr>
            <a:spLocks noGrp="1"/>
          </p:cNvSpPr>
          <p:nvPr>
            <p:ph type="body" sz="quarter" idx="23"/>
          </p:nvPr>
        </p:nvSpPr>
        <p:spPr>
          <a:xfrm>
            <a:off x="6838607" y="2286001"/>
            <a:ext cx="4554538" cy="439589"/>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Rectangle 1">
            <a:extLst>
              <a:ext uri="{FF2B5EF4-FFF2-40B4-BE49-F238E27FC236}">
                <a16:creationId xmlns:a16="http://schemas.microsoft.com/office/drawing/2014/main" id="{C1C89C98-0A1C-79BC-4180-B396A1A2D617}"/>
              </a:ext>
            </a:extLst>
          </p:cNvPr>
          <p:cNvSpPr/>
          <p:nvPr userDrawn="1"/>
        </p:nvSpPr>
        <p:spPr>
          <a:xfrm>
            <a:off x="6140010" y="0"/>
            <a:ext cx="605199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814430624"/>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imple List - Whit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8200" y="228601"/>
            <a:ext cx="10517188" cy="1371600"/>
          </a:xfrm>
        </p:spPr>
        <p:txBody>
          <a:bodyPr lIns="0" anchor="b"/>
          <a:lstStyle>
            <a:lvl1pPr>
              <a:defRPr>
                <a:solidFill>
                  <a:schemeClr val="tx1"/>
                </a:solidFill>
              </a:defRPr>
            </a:lvl1pPr>
          </a:lstStyle>
          <a:p>
            <a:r>
              <a:rPr lang="en-US"/>
              <a:t>Click to edit Master title style</a:t>
            </a:r>
            <a:endParaRPr lang="en-US" dirty="0"/>
          </a:p>
        </p:txBody>
      </p:sp>
      <p:sp>
        <p:nvSpPr>
          <p:cNvPr id="12" name="Text Placeholder 2">
            <a:extLst>
              <a:ext uri="{FF2B5EF4-FFF2-40B4-BE49-F238E27FC236}">
                <a16:creationId xmlns:a16="http://schemas.microsoft.com/office/drawing/2014/main" id="{84F4E837-B477-25CB-E59D-D51511D028F9}"/>
              </a:ext>
            </a:extLst>
          </p:cNvPr>
          <p:cNvSpPr>
            <a:spLocks noGrp="1"/>
          </p:cNvSpPr>
          <p:nvPr>
            <p:ph idx="1"/>
          </p:nvPr>
        </p:nvSpPr>
        <p:spPr>
          <a:xfrm>
            <a:off x="838200" y="2057400"/>
            <a:ext cx="10547242" cy="4114800"/>
          </a:xfrm>
          <a:prstGeom prst="rect">
            <a:avLst/>
          </a:prstGeom>
        </p:spPr>
        <p:txBody>
          <a:bodyPr vert="horz" lIns="0" tIns="45720" rIns="91440" bIns="45720" rtlCol="0">
            <a:normAutofit/>
          </a:bodyPr>
          <a:lstStyle>
            <a:lvl1pPr>
              <a:defRPr sz="1800"/>
            </a:lvl1pPr>
            <a:lvl2pPr>
              <a:defRPr sz="18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8" name="Picture 17">
            <a:extLst>
              <a:ext uri="{FF2B5EF4-FFF2-40B4-BE49-F238E27FC236}">
                <a16:creationId xmlns:a16="http://schemas.microsoft.com/office/drawing/2014/main" id="{69BBD459-1C0D-AEC2-6EAB-6FE0EB31CE9D}"/>
              </a:ext>
            </a:extLst>
          </p:cNvPr>
          <p:cNvPicPr>
            <a:picLocks noChangeAspect="1"/>
          </p:cNvPicPr>
          <p:nvPr/>
        </p:nvPicPr>
        <p:blipFill>
          <a:blip r:embed="rId2"/>
          <a:srcRect/>
          <a:stretch/>
        </p:blipFill>
        <p:spPr>
          <a:xfrm>
            <a:off x="10236201" y="6365323"/>
            <a:ext cx="1117599" cy="184284"/>
          </a:xfrm>
          <a:prstGeom prst="rect">
            <a:avLst/>
          </a:prstGeom>
        </p:spPr>
      </p:pic>
      <p:sp>
        <p:nvSpPr>
          <p:cNvPr id="3" name="Slide Number Placeholder 28">
            <a:extLst>
              <a:ext uri="{FF2B5EF4-FFF2-40B4-BE49-F238E27FC236}">
                <a16:creationId xmlns:a16="http://schemas.microsoft.com/office/drawing/2014/main" id="{81120EEF-FE29-542E-B62F-FBA1DF0DA081}"/>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74EE49F3-7BD7-7BFF-32D1-B625565C5B42}"/>
              </a:ext>
            </a:extLst>
          </p:cNvPr>
          <p:cNvSpPr>
            <a:spLocks noGrp="1"/>
          </p:cNvSpPr>
          <p:nvPr>
            <p:ph type="ftr" sz="quarter" idx="20"/>
          </p:nvPr>
        </p:nvSpPr>
        <p:spPr>
          <a:xfrm>
            <a:off x="882210" y="6264275"/>
            <a:ext cx="4554218" cy="365125"/>
          </a:xfrm>
        </p:spPr>
        <p:txBody>
          <a:bodyPr/>
          <a:lstStyle/>
          <a:p>
            <a:r>
              <a:rPr lang="en-US"/>
              <a:t>Presentation Title Goes Here</a:t>
            </a:r>
            <a:endParaRPr lang="en-US" dirty="0"/>
          </a:p>
        </p:txBody>
      </p:sp>
      <p:sp>
        <p:nvSpPr>
          <p:cNvPr id="5" name="TextBox 4">
            <a:extLst>
              <a:ext uri="{FF2B5EF4-FFF2-40B4-BE49-F238E27FC236}">
                <a16:creationId xmlns:a16="http://schemas.microsoft.com/office/drawing/2014/main" id="{62CFEE7E-FB78-B03C-5313-1A7D5CBF0C5B}"/>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pic>
        <p:nvPicPr>
          <p:cNvPr id="6" name="Picture 5" descr="A purple circle with black background&#10;&#10;Description automatically generated">
            <a:extLst>
              <a:ext uri="{FF2B5EF4-FFF2-40B4-BE49-F238E27FC236}">
                <a16:creationId xmlns:a16="http://schemas.microsoft.com/office/drawing/2014/main" id="{252F1E04-5DF4-B8A4-988B-4D5B8DAAE5C0}"/>
              </a:ext>
            </a:extLst>
          </p:cNvPr>
          <p:cNvPicPr>
            <a:picLocks noChangeAspect="1"/>
          </p:cNvPicPr>
          <p:nvPr/>
        </p:nvPicPr>
        <p:blipFill>
          <a:blip r:embed="rId3"/>
          <a:srcRect t="48053" r="50000" b="-4546"/>
          <a:stretch/>
        </p:blipFill>
        <p:spPr>
          <a:xfrm>
            <a:off x="10431745" y="0"/>
            <a:ext cx="1760256" cy="1988856"/>
          </a:xfrm>
          <a:prstGeom prst="rect">
            <a:avLst/>
          </a:prstGeom>
        </p:spPr>
      </p:pic>
      <p:pic>
        <p:nvPicPr>
          <p:cNvPr id="7" name="Picture 6">
            <a:extLst>
              <a:ext uri="{FF2B5EF4-FFF2-40B4-BE49-F238E27FC236}">
                <a16:creationId xmlns:a16="http://schemas.microsoft.com/office/drawing/2014/main" id="{90C88DDE-1BC8-65B0-4BB4-7AC76CF1D820}"/>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8" name="TextBox 7">
            <a:extLst>
              <a:ext uri="{FF2B5EF4-FFF2-40B4-BE49-F238E27FC236}">
                <a16:creationId xmlns:a16="http://schemas.microsoft.com/office/drawing/2014/main" id="{65F1F1CE-1777-F563-ECCD-02770FC08AC9}"/>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pic>
        <p:nvPicPr>
          <p:cNvPr id="9" name="Picture 8" descr="A purple circle with black background&#10;&#10;Description automatically generated">
            <a:extLst>
              <a:ext uri="{FF2B5EF4-FFF2-40B4-BE49-F238E27FC236}">
                <a16:creationId xmlns:a16="http://schemas.microsoft.com/office/drawing/2014/main" id="{668408B4-22D1-50AE-6C5E-7AA71FF10149}"/>
              </a:ext>
            </a:extLst>
          </p:cNvPr>
          <p:cNvPicPr>
            <a:picLocks noChangeAspect="1"/>
          </p:cNvPicPr>
          <p:nvPr userDrawn="1"/>
        </p:nvPicPr>
        <p:blipFill>
          <a:blip r:embed="rId3"/>
          <a:srcRect t="48053" r="50000" b="-4546"/>
          <a:stretch/>
        </p:blipFill>
        <p:spPr>
          <a:xfrm>
            <a:off x="10431745" y="0"/>
            <a:ext cx="1760256" cy="1988856"/>
          </a:xfrm>
          <a:prstGeom prst="rect">
            <a:avLst/>
          </a:prstGeom>
        </p:spPr>
      </p:pic>
    </p:spTree>
    <p:extLst>
      <p:ext uri="{BB962C8B-B14F-4D97-AF65-F5344CB8AC3E}">
        <p14:creationId xmlns:p14="http://schemas.microsoft.com/office/powerpoint/2010/main" val="1733762279"/>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Quo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61634-63E5-256F-6266-31D044AE9BAA}"/>
              </a:ext>
            </a:extLst>
          </p:cNvPr>
          <p:cNvSpPr>
            <a:spLocks noGrp="1"/>
          </p:cNvSpPr>
          <p:nvPr>
            <p:ph type="title" hasCustomPrompt="1"/>
          </p:nvPr>
        </p:nvSpPr>
        <p:spPr>
          <a:xfrm>
            <a:off x="2017927" y="1425646"/>
            <a:ext cx="8156144" cy="2819918"/>
          </a:xfrm>
        </p:spPr>
        <p:txBody>
          <a:bodyPr lIns="0" anchor="t">
            <a:noAutofit/>
          </a:bodyPr>
          <a:lstStyle>
            <a:lvl1pPr algn="ctr">
              <a:lnSpc>
                <a:spcPts val="4200"/>
              </a:lnSpc>
              <a:defRPr sz="2800" b="0" i="0">
                <a:latin typeface="Space Grotesk Light" pitchFamily="2" charset="77"/>
              </a:defRPr>
            </a:lvl1pPr>
          </a:lstStyle>
          <a:p>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a:t>
            </a:r>
            <a:r>
              <a:rPr lang="en-US"/>
              <a:t> mod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a:t>
            </a:r>
            <a:br>
              <a:rPr lang="en-US"/>
            </a:br>
            <a:r>
              <a:rPr lang="en-US"/>
              <a:t>lorem ipsum dolor sit.</a:t>
            </a:r>
          </a:p>
        </p:txBody>
      </p:sp>
      <p:pic>
        <p:nvPicPr>
          <p:cNvPr id="10" name="Picture 9">
            <a:extLst>
              <a:ext uri="{FF2B5EF4-FFF2-40B4-BE49-F238E27FC236}">
                <a16:creationId xmlns:a16="http://schemas.microsoft.com/office/drawing/2014/main" id="{E9AFB58B-9F77-814B-EDBA-7B461F3B14ED}"/>
              </a:ext>
            </a:extLst>
          </p:cNvPr>
          <p:cNvPicPr>
            <a:picLocks noChangeAspect="1"/>
          </p:cNvPicPr>
          <p:nvPr/>
        </p:nvPicPr>
        <p:blipFill>
          <a:blip r:embed="rId2"/>
          <a:srcRect/>
          <a:stretch/>
        </p:blipFill>
        <p:spPr>
          <a:xfrm>
            <a:off x="10236201" y="6365323"/>
            <a:ext cx="1117599" cy="184284"/>
          </a:xfrm>
          <a:prstGeom prst="rect">
            <a:avLst/>
          </a:prstGeom>
        </p:spPr>
      </p:pic>
      <p:sp>
        <p:nvSpPr>
          <p:cNvPr id="12" name="Text Placeholder 11">
            <a:extLst>
              <a:ext uri="{FF2B5EF4-FFF2-40B4-BE49-F238E27FC236}">
                <a16:creationId xmlns:a16="http://schemas.microsoft.com/office/drawing/2014/main" id="{A24B00F1-4190-E031-9689-223964E5C217}"/>
              </a:ext>
            </a:extLst>
          </p:cNvPr>
          <p:cNvSpPr>
            <a:spLocks noGrp="1"/>
          </p:cNvSpPr>
          <p:nvPr>
            <p:ph type="body" sz="quarter" idx="13" hasCustomPrompt="1"/>
          </p:nvPr>
        </p:nvSpPr>
        <p:spPr>
          <a:xfrm>
            <a:off x="3838114" y="4628929"/>
            <a:ext cx="4515771" cy="417271"/>
          </a:xfrm>
        </p:spPr>
        <p:txBody>
          <a:bodyPr anchor="b">
            <a:normAutofit/>
          </a:bodyPr>
          <a:lstStyle>
            <a:lvl1pPr marL="0" indent="0" algn="ctr">
              <a:buNone/>
              <a:defRPr sz="1800" b="1" i="0">
                <a:latin typeface="Inter UI" panose="020B0502030000000004" pitchFamily="34" charset="0"/>
                <a:ea typeface="Inter UI" panose="020B0502030000000004" pitchFamily="34" charset="0"/>
              </a:defRPr>
            </a:lvl1pPr>
            <a:lvl2pPr marL="457200" indent="0" algn="ctr">
              <a:buNone/>
              <a:defRPr b="0" i="0">
                <a:latin typeface="Space Grotesk Medium" pitchFamily="2" charset="77"/>
              </a:defRPr>
            </a:lvl2pPr>
            <a:lvl3pPr marL="914400" indent="0" algn="ctr">
              <a:buNone/>
              <a:defRPr b="0" i="0">
                <a:latin typeface="Space Grotesk Medium" pitchFamily="2" charset="77"/>
              </a:defRPr>
            </a:lvl3pPr>
            <a:lvl4pPr marL="1371600" indent="0" algn="ctr">
              <a:buNone/>
              <a:defRPr b="0" i="0">
                <a:latin typeface="Space Grotesk Medium" pitchFamily="2" charset="77"/>
              </a:defRPr>
            </a:lvl4pPr>
            <a:lvl5pPr marL="1828800" indent="0" algn="ctr">
              <a:buNone/>
              <a:defRPr b="0" i="0">
                <a:latin typeface="Space Grotesk Medium" pitchFamily="2" charset="77"/>
              </a:defRPr>
            </a:lvl5pPr>
          </a:lstStyle>
          <a:p>
            <a:pPr lvl="0"/>
            <a:r>
              <a:rPr lang="en-US"/>
              <a:t>Mike </a:t>
            </a:r>
            <a:r>
              <a:rPr lang="en-US" err="1"/>
              <a:t>Miskell</a:t>
            </a:r>
            <a:endParaRPr lang="en-US"/>
          </a:p>
        </p:txBody>
      </p:sp>
      <p:sp>
        <p:nvSpPr>
          <p:cNvPr id="13" name="Text Placeholder 11">
            <a:extLst>
              <a:ext uri="{FF2B5EF4-FFF2-40B4-BE49-F238E27FC236}">
                <a16:creationId xmlns:a16="http://schemas.microsoft.com/office/drawing/2014/main" id="{5F76892D-E924-8B0C-E8C4-DD08E72086C0}"/>
              </a:ext>
            </a:extLst>
          </p:cNvPr>
          <p:cNvSpPr>
            <a:spLocks noGrp="1"/>
          </p:cNvSpPr>
          <p:nvPr>
            <p:ph type="body" sz="quarter" idx="14" hasCustomPrompt="1"/>
          </p:nvPr>
        </p:nvSpPr>
        <p:spPr>
          <a:xfrm>
            <a:off x="1564326" y="5046284"/>
            <a:ext cx="9063347" cy="417271"/>
          </a:xfrm>
        </p:spPr>
        <p:txBody>
          <a:bodyPr>
            <a:normAutofit/>
          </a:bodyPr>
          <a:lstStyle>
            <a:lvl1pPr marL="0" indent="0" algn="ctr">
              <a:buNone/>
              <a:defRPr sz="1600" b="0" i="0">
                <a:latin typeface="Inter UI" panose="020B0502030000000004" pitchFamily="34" charset="0"/>
                <a:ea typeface="Inter UI" panose="020B0502030000000004" pitchFamily="34" charset="0"/>
              </a:defRPr>
            </a:lvl1pPr>
            <a:lvl2pPr marL="457200" indent="0" algn="ctr">
              <a:buNone/>
              <a:defRPr b="0" i="0">
                <a:latin typeface="Space Grotesk Medium" pitchFamily="2" charset="77"/>
              </a:defRPr>
            </a:lvl2pPr>
            <a:lvl3pPr marL="914400" indent="0" algn="ctr">
              <a:buNone/>
              <a:defRPr b="0" i="0">
                <a:latin typeface="Space Grotesk Medium" pitchFamily="2" charset="77"/>
              </a:defRPr>
            </a:lvl3pPr>
            <a:lvl4pPr marL="1371600" indent="0" algn="ctr">
              <a:buNone/>
              <a:defRPr b="0" i="0">
                <a:latin typeface="Space Grotesk Medium" pitchFamily="2" charset="77"/>
              </a:defRPr>
            </a:lvl4pPr>
            <a:lvl5pPr marL="1828800" indent="0" algn="ctr">
              <a:buNone/>
              <a:defRPr b="0" i="0">
                <a:latin typeface="Space Grotesk Medium" pitchFamily="2" charset="77"/>
              </a:defRPr>
            </a:lvl5pPr>
          </a:lstStyle>
          <a:p>
            <a:pPr lvl="0"/>
            <a:r>
              <a:rPr lang="en-US"/>
              <a:t>Director of Process Improvement, Kaman Technologies</a:t>
            </a:r>
          </a:p>
        </p:txBody>
      </p:sp>
      <p:pic>
        <p:nvPicPr>
          <p:cNvPr id="15" name="Graphic 14">
            <a:extLst>
              <a:ext uri="{FF2B5EF4-FFF2-40B4-BE49-F238E27FC236}">
                <a16:creationId xmlns:a16="http://schemas.microsoft.com/office/drawing/2014/main" id="{4D815CA7-35D6-8AB4-5240-F3C304B965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48350" y="751357"/>
            <a:ext cx="495300" cy="406400"/>
          </a:xfrm>
          <a:prstGeom prst="rect">
            <a:avLst/>
          </a:prstGeom>
        </p:spPr>
      </p:pic>
      <p:sp>
        <p:nvSpPr>
          <p:cNvPr id="3" name="Slide Number Placeholder 28">
            <a:extLst>
              <a:ext uri="{FF2B5EF4-FFF2-40B4-BE49-F238E27FC236}">
                <a16:creationId xmlns:a16="http://schemas.microsoft.com/office/drawing/2014/main" id="{B82E34AD-0CE2-C9B2-31C3-19DA8FCCF267}"/>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a:p>
        </p:txBody>
      </p:sp>
      <p:sp>
        <p:nvSpPr>
          <p:cNvPr id="4" name="Footer Placeholder 29">
            <a:extLst>
              <a:ext uri="{FF2B5EF4-FFF2-40B4-BE49-F238E27FC236}">
                <a16:creationId xmlns:a16="http://schemas.microsoft.com/office/drawing/2014/main" id="{E9175CC3-84C8-DEDC-C100-B8F789588EBA}"/>
              </a:ext>
            </a:extLst>
          </p:cNvPr>
          <p:cNvSpPr>
            <a:spLocks noGrp="1"/>
          </p:cNvSpPr>
          <p:nvPr>
            <p:ph type="ftr" sz="quarter" idx="20"/>
          </p:nvPr>
        </p:nvSpPr>
        <p:spPr>
          <a:xfrm>
            <a:off x="882210" y="6264275"/>
            <a:ext cx="4554218" cy="365125"/>
          </a:xfrm>
        </p:spPr>
        <p:txBody>
          <a:bodyPr/>
          <a:lstStyle/>
          <a:p>
            <a:r>
              <a:rPr lang="en-US"/>
              <a:t>Presentation Title Goes Here</a:t>
            </a:r>
          </a:p>
        </p:txBody>
      </p:sp>
      <p:sp>
        <p:nvSpPr>
          <p:cNvPr id="5" name="TextBox 4">
            <a:extLst>
              <a:ext uri="{FF2B5EF4-FFF2-40B4-BE49-F238E27FC236}">
                <a16:creationId xmlns:a16="http://schemas.microsoft.com/office/drawing/2014/main" id="{51D42C2B-666C-EFE8-9BD8-2D1F4DB80AFA}"/>
              </a:ext>
            </a:extLst>
          </p:cNvPr>
          <p:cNvSpPr txBox="1"/>
          <p:nvPr/>
        </p:nvSpPr>
        <p:spPr>
          <a:xfrm>
            <a:off x="8254297" y="6334990"/>
            <a:ext cx="1847428" cy="215444"/>
          </a:xfrm>
          <a:prstGeom prst="rect">
            <a:avLst/>
          </a:prstGeom>
          <a:noFill/>
        </p:spPr>
        <p:txBody>
          <a:bodyPr wrap="square" rtlCol="0">
            <a:spAutoFit/>
          </a:bodyPr>
          <a:lstStyle/>
          <a:p>
            <a:pPr algn="r"/>
            <a:r>
              <a:rPr lang="en-US" sz="800" b="0" i="0">
                <a:solidFill>
                  <a:schemeClr val="tx1"/>
                </a:solidFill>
                <a:latin typeface="Space Grotesk Light" pitchFamily="2" charset="77"/>
              </a:rPr>
              <a:t>P3ADAPTIVE.COM</a:t>
            </a:r>
          </a:p>
        </p:txBody>
      </p:sp>
      <p:pic>
        <p:nvPicPr>
          <p:cNvPr id="6" name="Picture 5">
            <a:extLst>
              <a:ext uri="{FF2B5EF4-FFF2-40B4-BE49-F238E27FC236}">
                <a16:creationId xmlns:a16="http://schemas.microsoft.com/office/drawing/2014/main" id="{DC2E77E3-C893-FC4F-C7E7-AECC757E9470}"/>
              </a:ext>
            </a:extLst>
          </p:cNvPr>
          <p:cNvPicPr>
            <a:picLocks noChangeAspect="1"/>
          </p:cNvPicPr>
          <p:nvPr userDrawn="1"/>
        </p:nvPicPr>
        <p:blipFill>
          <a:blip r:embed="rId2"/>
          <a:srcRect/>
          <a:stretch/>
        </p:blipFill>
        <p:spPr>
          <a:xfrm>
            <a:off x="10236201" y="6365323"/>
            <a:ext cx="1117599" cy="184284"/>
          </a:xfrm>
          <a:prstGeom prst="rect">
            <a:avLst/>
          </a:prstGeom>
        </p:spPr>
      </p:pic>
      <p:pic>
        <p:nvPicPr>
          <p:cNvPr id="7" name="Graphic 6">
            <a:extLst>
              <a:ext uri="{FF2B5EF4-FFF2-40B4-BE49-F238E27FC236}">
                <a16:creationId xmlns:a16="http://schemas.microsoft.com/office/drawing/2014/main" id="{37DC49F1-6367-FEAE-1411-7D26A5CC7BB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848350" y="751357"/>
            <a:ext cx="495300" cy="406400"/>
          </a:xfrm>
          <a:prstGeom prst="rect">
            <a:avLst/>
          </a:prstGeom>
        </p:spPr>
      </p:pic>
      <p:sp>
        <p:nvSpPr>
          <p:cNvPr id="8" name="TextBox 7">
            <a:extLst>
              <a:ext uri="{FF2B5EF4-FFF2-40B4-BE49-F238E27FC236}">
                <a16:creationId xmlns:a16="http://schemas.microsoft.com/office/drawing/2014/main" id="{8F131B87-375C-15CD-9BA0-BA8795BA9591}"/>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a:solidFill>
                  <a:schemeClr val="tx1"/>
                </a:solidFill>
                <a:latin typeface="Space Grotesk Light" pitchFamily="2" charset="77"/>
              </a:rPr>
              <a:t>P3ADAPTIVE.COM</a:t>
            </a:r>
          </a:p>
        </p:txBody>
      </p:sp>
    </p:spTree>
    <p:extLst>
      <p:ext uri="{BB962C8B-B14F-4D97-AF65-F5344CB8AC3E}">
        <p14:creationId xmlns:p14="http://schemas.microsoft.com/office/powerpoint/2010/main" val="1979150360"/>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ection - Blue">
    <p:bg>
      <p:bgPr>
        <a:gradFill>
          <a:gsLst>
            <a:gs pos="100000">
              <a:schemeClr val="accent2"/>
            </a:gs>
            <a:gs pos="0">
              <a:schemeClr val="accent3"/>
            </a:gs>
          </a:gsLst>
          <a:lin ang="2700000" scaled="0"/>
        </a:gra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28813F25-85A1-B5C2-7D2C-A001E9B903A9}"/>
              </a:ext>
            </a:extLst>
          </p:cNvPr>
          <p:cNvSpPr>
            <a:spLocks noGrp="1"/>
          </p:cNvSpPr>
          <p:nvPr>
            <p:ph type="title" hasCustomPrompt="1"/>
          </p:nvPr>
        </p:nvSpPr>
        <p:spPr>
          <a:xfrm>
            <a:off x="-88900" y="1384090"/>
            <a:ext cx="10464800" cy="3559175"/>
          </a:xfrm>
        </p:spPr>
        <p:txBody>
          <a:bodyPr lIns="0" anchor="b">
            <a:noAutofit/>
          </a:bodyPr>
          <a:lstStyle>
            <a:lvl1pPr marL="0" indent="0">
              <a:lnSpc>
                <a:spcPct val="80000"/>
              </a:lnSpc>
              <a:tabLst/>
              <a:defRPr sz="20000">
                <a:solidFill>
                  <a:schemeClr val="bg1">
                    <a:alpha val="35000"/>
                  </a:schemeClr>
                </a:solidFill>
              </a:defRPr>
            </a:lvl1pPr>
          </a:lstStyle>
          <a:p>
            <a:r>
              <a:rPr lang="en-US" dirty="0"/>
              <a:t>Title</a:t>
            </a:r>
          </a:p>
        </p:txBody>
      </p:sp>
      <p:sp>
        <p:nvSpPr>
          <p:cNvPr id="3" name="Text Placeholder 2">
            <a:extLst>
              <a:ext uri="{FF2B5EF4-FFF2-40B4-BE49-F238E27FC236}">
                <a16:creationId xmlns:a16="http://schemas.microsoft.com/office/drawing/2014/main" id="{F3A16D76-2D50-E120-487A-422FCBFDC9A6}"/>
              </a:ext>
            </a:extLst>
          </p:cNvPr>
          <p:cNvSpPr>
            <a:spLocks noGrp="1"/>
          </p:cNvSpPr>
          <p:nvPr>
            <p:ph type="body" idx="1"/>
          </p:nvPr>
        </p:nvSpPr>
        <p:spPr>
          <a:xfrm>
            <a:off x="838200" y="3959225"/>
            <a:ext cx="9537700" cy="1500187"/>
          </a:xfrm>
          <a:prstGeom prst="rect">
            <a:avLst/>
          </a:prstGeom>
        </p:spPr>
        <p:txBody>
          <a:bodyPr lIns="0">
            <a:normAutofit/>
          </a:bodyPr>
          <a:lstStyle>
            <a:lvl1pPr marL="0" indent="0">
              <a:lnSpc>
                <a:spcPts val="4600"/>
              </a:lnSpc>
              <a:buNone/>
              <a:defRPr sz="4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pic>
        <p:nvPicPr>
          <p:cNvPr id="7" name="Picture 6">
            <a:extLst>
              <a:ext uri="{FF2B5EF4-FFF2-40B4-BE49-F238E27FC236}">
                <a16:creationId xmlns:a16="http://schemas.microsoft.com/office/drawing/2014/main" id="{2A18E61C-DA98-2545-49D2-98F1279C29E4}"/>
              </a:ext>
            </a:extLst>
          </p:cNvPr>
          <p:cNvPicPr>
            <a:picLocks noChangeAspect="1"/>
          </p:cNvPicPr>
          <p:nvPr/>
        </p:nvPicPr>
        <p:blipFill>
          <a:blip r:embed="rId2"/>
          <a:srcRect/>
          <a:stretch/>
        </p:blipFill>
        <p:spPr>
          <a:xfrm>
            <a:off x="9498739" y="546088"/>
            <a:ext cx="1855061" cy="305887"/>
          </a:xfrm>
          <a:prstGeom prst="rect">
            <a:avLst/>
          </a:prstGeom>
        </p:spPr>
      </p:pic>
      <p:pic>
        <p:nvPicPr>
          <p:cNvPr id="2" name="Picture 1">
            <a:extLst>
              <a:ext uri="{FF2B5EF4-FFF2-40B4-BE49-F238E27FC236}">
                <a16:creationId xmlns:a16="http://schemas.microsoft.com/office/drawing/2014/main" id="{8A0A7825-7747-AD0C-3E66-419C01066D6C}"/>
              </a:ext>
            </a:extLst>
          </p:cNvPr>
          <p:cNvPicPr>
            <a:picLocks noChangeAspect="1"/>
          </p:cNvPicPr>
          <p:nvPr userDrawn="1"/>
        </p:nvPicPr>
        <p:blipFill>
          <a:blip r:embed="rId2"/>
          <a:srcRect/>
          <a:stretch/>
        </p:blipFill>
        <p:spPr>
          <a:xfrm>
            <a:off x="9498739" y="546088"/>
            <a:ext cx="1855061" cy="305887"/>
          </a:xfrm>
          <a:prstGeom prst="rect">
            <a:avLst/>
          </a:prstGeom>
        </p:spPr>
      </p:pic>
    </p:spTree>
    <p:extLst>
      <p:ext uri="{BB962C8B-B14F-4D97-AF65-F5344CB8AC3E}">
        <p14:creationId xmlns:p14="http://schemas.microsoft.com/office/powerpoint/2010/main" val="62469816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 Orange">
    <p:bg>
      <p:bgPr>
        <a:gradFill>
          <a:gsLst>
            <a:gs pos="0">
              <a:schemeClr val="accent5"/>
            </a:gs>
            <a:gs pos="100000">
              <a:schemeClr val="accent4"/>
            </a:gs>
          </a:gsLst>
          <a:lin ang="2700000" scaled="0"/>
        </a:gra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6CD45233-B771-E7B0-4029-2404C7CB9B8D}"/>
              </a:ext>
            </a:extLst>
          </p:cNvPr>
          <p:cNvSpPr>
            <a:spLocks noGrp="1"/>
          </p:cNvSpPr>
          <p:nvPr>
            <p:ph type="title" hasCustomPrompt="1"/>
          </p:nvPr>
        </p:nvSpPr>
        <p:spPr>
          <a:xfrm>
            <a:off x="-88900" y="1429060"/>
            <a:ext cx="10464800" cy="3559175"/>
          </a:xfrm>
        </p:spPr>
        <p:txBody>
          <a:bodyPr lIns="0" anchor="b">
            <a:noAutofit/>
          </a:bodyPr>
          <a:lstStyle>
            <a:lvl1pPr marL="0" indent="0">
              <a:lnSpc>
                <a:spcPct val="80000"/>
              </a:lnSpc>
              <a:tabLst/>
              <a:defRPr sz="20000">
                <a:solidFill>
                  <a:schemeClr val="bg1">
                    <a:alpha val="35000"/>
                  </a:schemeClr>
                </a:solidFill>
              </a:defRPr>
            </a:lvl1pPr>
          </a:lstStyle>
          <a:p>
            <a:r>
              <a:rPr lang="en-US" dirty="0"/>
              <a:t>Title</a:t>
            </a:r>
          </a:p>
        </p:txBody>
      </p:sp>
      <p:sp>
        <p:nvSpPr>
          <p:cNvPr id="3" name="Text Placeholder 2">
            <a:extLst>
              <a:ext uri="{FF2B5EF4-FFF2-40B4-BE49-F238E27FC236}">
                <a16:creationId xmlns:a16="http://schemas.microsoft.com/office/drawing/2014/main" id="{F3A16D76-2D50-E120-487A-422FCBFDC9A6}"/>
              </a:ext>
            </a:extLst>
          </p:cNvPr>
          <p:cNvSpPr>
            <a:spLocks noGrp="1"/>
          </p:cNvSpPr>
          <p:nvPr>
            <p:ph type="body" idx="1"/>
          </p:nvPr>
        </p:nvSpPr>
        <p:spPr>
          <a:xfrm>
            <a:off x="838200" y="3959225"/>
            <a:ext cx="9537700" cy="1500187"/>
          </a:xfrm>
          <a:prstGeom prst="rect">
            <a:avLst/>
          </a:prstGeom>
        </p:spPr>
        <p:txBody>
          <a:bodyPr lIns="0">
            <a:normAutofit/>
          </a:bodyPr>
          <a:lstStyle>
            <a:lvl1pPr marL="0" indent="0">
              <a:lnSpc>
                <a:spcPts val="4600"/>
              </a:lnSpc>
              <a:buNone/>
              <a:defRPr sz="4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pic>
        <p:nvPicPr>
          <p:cNvPr id="4" name="Picture 3">
            <a:extLst>
              <a:ext uri="{FF2B5EF4-FFF2-40B4-BE49-F238E27FC236}">
                <a16:creationId xmlns:a16="http://schemas.microsoft.com/office/drawing/2014/main" id="{F4B74FD8-7056-8316-E120-B6C9474B5D38}"/>
              </a:ext>
            </a:extLst>
          </p:cNvPr>
          <p:cNvPicPr>
            <a:picLocks noChangeAspect="1"/>
          </p:cNvPicPr>
          <p:nvPr/>
        </p:nvPicPr>
        <p:blipFill>
          <a:blip r:embed="rId2"/>
          <a:srcRect/>
          <a:stretch/>
        </p:blipFill>
        <p:spPr>
          <a:xfrm>
            <a:off x="9498739" y="546088"/>
            <a:ext cx="1855061" cy="305887"/>
          </a:xfrm>
          <a:prstGeom prst="rect">
            <a:avLst/>
          </a:prstGeom>
        </p:spPr>
      </p:pic>
      <p:pic>
        <p:nvPicPr>
          <p:cNvPr id="2" name="Picture 1">
            <a:extLst>
              <a:ext uri="{FF2B5EF4-FFF2-40B4-BE49-F238E27FC236}">
                <a16:creationId xmlns:a16="http://schemas.microsoft.com/office/drawing/2014/main" id="{58077669-998F-D6CC-5057-5D6DBA2AED72}"/>
              </a:ext>
            </a:extLst>
          </p:cNvPr>
          <p:cNvPicPr>
            <a:picLocks noChangeAspect="1"/>
          </p:cNvPicPr>
          <p:nvPr userDrawn="1"/>
        </p:nvPicPr>
        <p:blipFill>
          <a:blip r:embed="rId2"/>
          <a:srcRect/>
          <a:stretch/>
        </p:blipFill>
        <p:spPr>
          <a:xfrm>
            <a:off x="9498739" y="546088"/>
            <a:ext cx="1855061" cy="305887"/>
          </a:xfrm>
          <a:prstGeom prst="rect">
            <a:avLst/>
          </a:prstGeom>
        </p:spPr>
      </p:pic>
    </p:spTree>
    <p:extLst>
      <p:ext uri="{BB962C8B-B14F-4D97-AF65-F5344CB8AC3E}">
        <p14:creationId xmlns:p14="http://schemas.microsoft.com/office/powerpoint/2010/main" val="14961120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ection - Light">
    <p:bg>
      <p:bgPr>
        <a:gradFill>
          <a:gsLst>
            <a:gs pos="100000">
              <a:schemeClr val="bg2">
                <a:lumMod val="75000"/>
              </a:schemeClr>
            </a:gs>
            <a:gs pos="0">
              <a:schemeClr val="bg2"/>
            </a:gs>
          </a:gsLst>
          <a:lin ang="2700000" scaled="0"/>
        </a:gra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37AC1CE-E20D-80BD-9F01-7FE84DC9B96F}"/>
              </a:ext>
            </a:extLst>
          </p:cNvPr>
          <p:cNvSpPr>
            <a:spLocks noGrp="1"/>
          </p:cNvSpPr>
          <p:nvPr>
            <p:ph type="title" hasCustomPrompt="1"/>
          </p:nvPr>
        </p:nvSpPr>
        <p:spPr>
          <a:xfrm>
            <a:off x="-88900" y="1219200"/>
            <a:ext cx="10464800" cy="3559175"/>
          </a:xfrm>
        </p:spPr>
        <p:txBody>
          <a:bodyPr lIns="0" anchor="b">
            <a:noAutofit/>
          </a:bodyPr>
          <a:lstStyle>
            <a:lvl1pPr marL="0" indent="0">
              <a:lnSpc>
                <a:spcPct val="80000"/>
              </a:lnSpc>
              <a:tabLst/>
              <a:defRPr sz="20000">
                <a:solidFill>
                  <a:schemeClr val="bg1">
                    <a:alpha val="69096"/>
                  </a:schemeClr>
                </a:solidFill>
              </a:defRPr>
            </a:lvl1pPr>
          </a:lstStyle>
          <a:p>
            <a:r>
              <a:rPr lang="en-US" dirty="0"/>
              <a:t>Title</a:t>
            </a:r>
          </a:p>
        </p:txBody>
      </p:sp>
      <p:sp>
        <p:nvSpPr>
          <p:cNvPr id="4" name="Text Placeholder 2">
            <a:extLst>
              <a:ext uri="{FF2B5EF4-FFF2-40B4-BE49-F238E27FC236}">
                <a16:creationId xmlns:a16="http://schemas.microsoft.com/office/drawing/2014/main" id="{C2B79F84-DB3D-50DC-B44D-D76CC3213880}"/>
              </a:ext>
            </a:extLst>
          </p:cNvPr>
          <p:cNvSpPr>
            <a:spLocks noGrp="1"/>
          </p:cNvSpPr>
          <p:nvPr>
            <p:ph type="body" idx="1"/>
          </p:nvPr>
        </p:nvSpPr>
        <p:spPr>
          <a:xfrm>
            <a:off x="838200" y="3959225"/>
            <a:ext cx="9537700" cy="1500187"/>
          </a:xfrm>
          <a:prstGeom prst="rect">
            <a:avLst/>
          </a:prstGeom>
        </p:spPr>
        <p:txBody>
          <a:bodyPr lIns="0">
            <a:normAutofit/>
          </a:bodyPr>
          <a:lstStyle>
            <a:lvl1pPr marL="0" indent="0">
              <a:lnSpc>
                <a:spcPts val="4600"/>
              </a:lnSpc>
              <a:buNone/>
              <a:defRPr sz="4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pic>
        <p:nvPicPr>
          <p:cNvPr id="5" name="Picture 4">
            <a:extLst>
              <a:ext uri="{FF2B5EF4-FFF2-40B4-BE49-F238E27FC236}">
                <a16:creationId xmlns:a16="http://schemas.microsoft.com/office/drawing/2014/main" id="{109EEC0A-AB31-66A3-D3F4-20732E59125F}"/>
              </a:ext>
            </a:extLst>
          </p:cNvPr>
          <p:cNvPicPr>
            <a:picLocks noChangeAspect="1"/>
          </p:cNvPicPr>
          <p:nvPr/>
        </p:nvPicPr>
        <p:blipFill>
          <a:blip r:embed="rId2"/>
          <a:srcRect/>
          <a:stretch/>
        </p:blipFill>
        <p:spPr>
          <a:xfrm>
            <a:off x="9498739" y="546088"/>
            <a:ext cx="1855061" cy="305887"/>
          </a:xfrm>
          <a:prstGeom prst="rect">
            <a:avLst/>
          </a:prstGeom>
        </p:spPr>
      </p:pic>
      <p:pic>
        <p:nvPicPr>
          <p:cNvPr id="2" name="Picture 1">
            <a:extLst>
              <a:ext uri="{FF2B5EF4-FFF2-40B4-BE49-F238E27FC236}">
                <a16:creationId xmlns:a16="http://schemas.microsoft.com/office/drawing/2014/main" id="{74652D5D-E3B3-D2D7-BE52-7CF1B871ADF1}"/>
              </a:ext>
            </a:extLst>
          </p:cNvPr>
          <p:cNvPicPr>
            <a:picLocks noChangeAspect="1"/>
          </p:cNvPicPr>
          <p:nvPr userDrawn="1"/>
        </p:nvPicPr>
        <p:blipFill>
          <a:blip r:embed="rId2"/>
          <a:srcRect/>
          <a:stretch/>
        </p:blipFill>
        <p:spPr>
          <a:xfrm>
            <a:off x="9498739" y="546088"/>
            <a:ext cx="1855061" cy="305887"/>
          </a:xfrm>
          <a:prstGeom prst="rect">
            <a:avLst/>
          </a:prstGeom>
        </p:spPr>
      </p:pic>
    </p:spTree>
    <p:extLst>
      <p:ext uri="{BB962C8B-B14F-4D97-AF65-F5344CB8AC3E}">
        <p14:creationId xmlns:p14="http://schemas.microsoft.com/office/powerpoint/2010/main" val="8282744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Steps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1"/>
            <a:ext cx="10515600" cy="1371600"/>
          </a:xfrm>
        </p:spPr>
        <p:txBody>
          <a:bodyPr lIns="0" anchor="b"/>
          <a:lstStyle>
            <a:lvl1pPr>
              <a:defRPr>
                <a:solidFill>
                  <a:schemeClr val="tx1"/>
                </a:solidFill>
              </a:defRPr>
            </a:lvl1pPr>
          </a:lstStyle>
          <a:p>
            <a:r>
              <a:rPr lang="en-US"/>
              <a:t>Click to edit Master title style</a:t>
            </a:r>
          </a:p>
        </p:txBody>
      </p:sp>
      <p:sp>
        <p:nvSpPr>
          <p:cNvPr id="20" name="Text Placeholder 2">
            <a:extLst>
              <a:ext uri="{FF2B5EF4-FFF2-40B4-BE49-F238E27FC236}">
                <a16:creationId xmlns:a16="http://schemas.microsoft.com/office/drawing/2014/main" id="{67E3876F-C624-2E08-9CC5-F736C0191B74}"/>
              </a:ext>
            </a:extLst>
          </p:cNvPr>
          <p:cNvSpPr>
            <a:spLocks noGrp="1"/>
          </p:cNvSpPr>
          <p:nvPr>
            <p:ph type="body" idx="12" hasCustomPrompt="1"/>
          </p:nvPr>
        </p:nvSpPr>
        <p:spPr>
          <a:xfrm>
            <a:off x="47222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21" name="Content Placeholder 3">
            <a:extLst>
              <a:ext uri="{FF2B5EF4-FFF2-40B4-BE49-F238E27FC236}">
                <a16:creationId xmlns:a16="http://schemas.microsoft.com/office/drawing/2014/main" id="{301404FB-5DA1-8F62-9D35-22037631E03E}"/>
              </a:ext>
            </a:extLst>
          </p:cNvPr>
          <p:cNvSpPr>
            <a:spLocks noGrp="1"/>
          </p:cNvSpPr>
          <p:nvPr>
            <p:ph sz="half" idx="13" hasCustomPrompt="1"/>
          </p:nvPr>
        </p:nvSpPr>
        <p:spPr>
          <a:xfrm>
            <a:off x="47222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cxnSp>
        <p:nvCxnSpPr>
          <p:cNvPr id="22" name="Straight Connector 21">
            <a:extLst>
              <a:ext uri="{FF2B5EF4-FFF2-40B4-BE49-F238E27FC236}">
                <a16:creationId xmlns:a16="http://schemas.microsoft.com/office/drawing/2014/main" id="{ABDE6AB5-6AE0-82CE-AD34-3A98094FEAE4}"/>
              </a:ext>
            </a:extLst>
          </p:cNvPr>
          <p:cNvCxnSpPr>
            <a:cxnSpLocks/>
          </p:cNvCxnSpPr>
          <p:nvPr/>
        </p:nvCxnSpPr>
        <p:spPr>
          <a:xfrm>
            <a:off x="4542423" y="3632200"/>
            <a:ext cx="0" cy="1625600"/>
          </a:xfrm>
          <a:prstGeom prst="line">
            <a:avLst/>
          </a:prstGeom>
          <a:ln w="19050">
            <a:solidFill>
              <a:schemeClr val="tx2">
                <a:lumMod val="50000"/>
              </a:schemeClr>
            </a:solidFill>
          </a:ln>
        </p:spPr>
        <p:style>
          <a:lnRef idx="2">
            <a:schemeClr val="accent1"/>
          </a:lnRef>
          <a:fillRef idx="0">
            <a:schemeClr val="accent1"/>
          </a:fillRef>
          <a:effectRef idx="1">
            <a:schemeClr val="accent1"/>
          </a:effectRef>
          <a:fontRef idx="minor">
            <a:schemeClr val="tx1"/>
          </a:fontRef>
        </p:style>
      </p:cxnSp>
      <p:sp>
        <p:nvSpPr>
          <p:cNvPr id="5" name="Picture Placeholder 15">
            <a:extLst>
              <a:ext uri="{FF2B5EF4-FFF2-40B4-BE49-F238E27FC236}">
                <a16:creationId xmlns:a16="http://schemas.microsoft.com/office/drawing/2014/main" id="{326A8D08-9F14-4A4C-32DF-6C9BBCDBDABB}"/>
              </a:ext>
            </a:extLst>
          </p:cNvPr>
          <p:cNvSpPr>
            <a:spLocks noGrp="1"/>
          </p:cNvSpPr>
          <p:nvPr>
            <p:ph type="pic" sz="quarter" idx="18"/>
          </p:nvPr>
        </p:nvSpPr>
        <p:spPr>
          <a:xfrm>
            <a:off x="4704347" y="4319199"/>
            <a:ext cx="447611" cy="447610"/>
          </a:xfrm>
          <a:prstGeom prst="rect">
            <a:avLst/>
          </a:prstGeom>
          <a:noFill/>
        </p:spPr>
        <p:txBody>
          <a:bodyPr>
            <a:normAutofit/>
          </a:bodyPr>
          <a:lstStyle>
            <a:lvl1pPr marL="0" indent="0" algn="ctr">
              <a:buNone/>
              <a:defRPr sz="700">
                <a:solidFill>
                  <a:schemeClr val="tx2"/>
                </a:solidFill>
              </a:defRPr>
            </a:lvl1pPr>
          </a:lstStyle>
          <a:p>
            <a:r>
              <a:rPr lang="en-US"/>
              <a:t>Click icon to add picture</a:t>
            </a:r>
            <a:endParaRPr lang="en-US" dirty="0"/>
          </a:p>
        </p:txBody>
      </p:sp>
      <p:cxnSp>
        <p:nvCxnSpPr>
          <p:cNvPr id="11" name="Straight Connector 10">
            <a:extLst>
              <a:ext uri="{FF2B5EF4-FFF2-40B4-BE49-F238E27FC236}">
                <a16:creationId xmlns:a16="http://schemas.microsoft.com/office/drawing/2014/main" id="{92AE66CA-D4EE-2E12-B2FB-B74908BFE6EC}"/>
              </a:ext>
            </a:extLst>
          </p:cNvPr>
          <p:cNvCxnSpPr>
            <a:cxnSpLocks/>
          </p:cNvCxnSpPr>
          <p:nvPr/>
        </p:nvCxnSpPr>
        <p:spPr>
          <a:xfrm>
            <a:off x="4542423" y="2605088"/>
            <a:ext cx="0" cy="2008701"/>
          </a:xfrm>
          <a:prstGeom prst="line">
            <a:avLst/>
          </a:prstGeom>
          <a:ln w="38100">
            <a:gradFill flip="none" rotWithShape="1">
              <a:gsLst>
                <a:gs pos="0">
                  <a:schemeClr val="accent1"/>
                </a:gs>
                <a:gs pos="99000">
                  <a:schemeClr val="accent2"/>
                </a:gs>
              </a:gsLst>
              <a:lin ang="3600000" scaled="0"/>
              <a:tileRect/>
            </a:gradFill>
          </a:ln>
        </p:spPr>
        <p:style>
          <a:lnRef idx="2">
            <a:schemeClr val="accent1"/>
          </a:lnRef>
          <a:fillRef idx="0">
            <a:schemeClr val="accent1"/>
          </a:fillRef>
          <a:effectRef idx="1">
            <a:schemeClr val="accent1"/>
          </a:effectRef>
          <a:fontRef idx="minor">
            <a:schemeClr val="tx1"/>
          </a:fontRef>
        </p:style>
      </p:cxnSp>
      <p:sp>
        <p:nvSpPr>
          <p:cNvPr id="29" name="Text Placeholder 2">
            <a:extLst>
              <a:ext uri="{FF2B5EF4-FFF2-40B4-BE49-F238E27FC236}">
                <a16:creationId xmlns:a16="http://schemas.microsoft.com/office/drawing/2014/main" id="{83DD1B15-1F89-D692-96DF-15C1A83CCE42}"/>
              </a:ext>
            </a:extLst>
          </p:cNvPr>
          <p:cNvSpPr>
            <a:spLocks noGrp="1"/>
          </p:cNvSpPr>
          <p:nvPr>
            <p:ph type="body" idx="19" hasCustomPrompt="1"/>
          </p:nvPr>
        </p:nvSpPr>
        <p:spPr>
          <a:xfrm>
            <a:off x="10519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30" name="Content Placeholder 3">
            <a:extLst>
              <a:ext uri="{FF2B5EF4-FFF2-40B4-BE49-F238E27FC236}">
                <a16:creationId xmlns:a16="http://schemas.microsoft.com/office/drawing/2014/main" id="{A7B7FB43-7EC8-AC76-0A14-9E1277430781}"/>
              </a:ext>
            </a:extLst>
          </p:cNvPr>
          <p:cNvSpPr>
            <a:spLocks noGrp="1"/>
          </p:cNvSpPr>
          <p:nvPr>
            <p:ph sz="half" idx="20" hasCustomPrompt="1"/>
          </p:nvPr>
        </p:nvSpPr>
        <p:spPr>
          <a:xfrm>
            <a:off x="10519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cxnSp>
        <p:nvCxnSpPr>
          <p:cNvPr id="31" name="Straight Connector 30">
            <a:extLst>
              <a:ext uri="{FF2B5EF4-FFF2-40B4-BE49-F238E27FC236}">
                <a16:creationId xmlns:a16="http://schemas.microsoft.com/office/drawing/2014/main" id="{9A76B0C2-3052-DD16-45A9-7663A2CD150A}"/>
              </a:ext>
            </a:extLst>
          </p:cNvPr>
          <p:cNvCxnSpPr>
            <a:cxnSpLocks/>
          </p:cNvCxnSpPr>
          <p:nvPr/>
        </p:nvCxnSpPr>
        <p:spPr>
          <a:xfrm>
            <a:off x="872123" y="3632200"/>
            <a:ext cx="0" cy="1625600"/>
          </a:xfrm>
          <a:prstGeom prst="line">
            <a:avLst/>
          </a:prstGeom>
          <a:ln w="19050">
            <a:solidFill>
              <a:schemeClr val="tx2">
                <a:lumMod val="50000"/>
              </a:schemeClr>
            </a:solidFill>
          </a:ln>
        </p:spPr>
        <p:style>
          <a:lnRef idx="2">
            <a:schemeClr val="accent1"/>
          </a:lnRef>
          <a:fillRef idx="0">
            <a:schemeClr val="accent1"/>
          </a:fillRef>
          <a:effectRef idx="1">
            <a:schemeClr val="accent1"/>
          </a:effectRef>
          <a:fontRef idx="minor">
            <a:schemeClr val="tx1"/>
          </a:fontRef>
        </p:style>
      </p:cxnSp>
      <p:sp>
        <p:nvSpPr>
          <p:cNvPr id="32" name="Picture Placeholder 15">
            <a:extLst>
              <a:ext uri="{FF2B5EF4-FFF2-40B4-BE49-F238E27FC236}">
                <a16:creationId xmlns:a16="http://schemas.microsoft.com/office/drawing/2014/main" id="{B48EFF02-6B39-3CE9-E7D1-AE9BDEC0A032}"/>
              </a:ext>
            </a:extLst>
          </p:cNvPr>
          <p:cNvSpPr>
            <a:spLocks noGrp="1"/>
          </p:cNvSpPr>
          <p:nvPr>
            <p:ph type="pic" sz="quarter" idx="21"/>
          </p:nvPr>
        </p:nvSpPr>
        <p:spPr>
          <a:xfrm>
            <a:off x="1034047" y="4319195"/>
            <a:ext cx="447615" cy="447614"/>
          </a:xfrm>
          <a:prstGeom prst="rect">
            <a:avLst/>
          </a:prstGeom>
          <a:noFill/>
        </p:spPr>
        <p:txBody>
          <a:bodyPr>
            <a:normAutofit/>
          </a:bodyPr>
          <a:lstStyle>
            <a:lvl1pPr marL="0" indent="0" algn="ctr">
              <a:buNone/>
              <a:defRPr sz="700">
                <a:solidFill>
                  <a:schemeClr val="tx2"/>
                </a:solidFill>
              </a:defRPr>
            </a:lvl1pPr>
          </a:lstStyle>
          <a:p>
            <a:r>
              <a:rPr lang="en-US"/>
              <a:t>Click icon to add picture</a:t>
            </a:r>
            <a:endParaRPr lang="en-US" dirty="0"/>
          </a:p>
        </p:txBody>
      </p:sp>
      <p:cxnSp>
        <p:nvCxnSpPr>
          <p:cNvPr id="33" name="Straight Connector 32">
            <a:extLst>
              <a:ext uri="{FF2B5EF4-FFF2-40B4-BE49-F238E27FC236}">
                <a16:creationId xmlns:a16="http://schemas.microsoft.com/office/drawing/2014/main" id="{949309B4-304A-FC0D-8549-80591AD1CE64}"/>
              </a:ext>
            </a:extLst>
          </p:cNvPr>
          <p:cNvCxnSpPr>
            <a:cxnSpLocks/>
          </p:cNvCxnSpPr>
          <p:nvPr/>
        </p:nvCxnSpPr>
        <p:spPr>
          <a:xfrm>
            <a:off x="872123" y="2605088"/>
            <a:ext cx="0" cy="2008701"/>
          </a:xfrm>
          <a:prstGeom prst="line">
            <a:avLst/>
          </a:prstGeom>
          <a:ln w="38100">
            <a:gradFill flip="none" rotWithShape="1">
              <a:gsLst>
                <a:gs pos="0">
                  <a:schemeClr val="accent5"/>
                </a:gs>
                <a:gs pos="99000">
                  <a:schemeClr val="accent4"/>
                </a:gs>
              </a:gsLst>
              <a:lin ang="3600000" scaled="0"/>
              <a:tileRect/>
            </a:gradFill>
          </a:ln>
        </p:spPr>
        <p:style>
          <a:lnRef idx="2">
            <a:schemeClr val="accent1"/>
          </a:lnRef>
          <a:fillRef idx="0">
            <a:schemeClr val="accent1"/>
          </a:fillRef>
          <a:effectRef idx="1">
            <a:schemeClr val="accent1"/>
          </a:effectRef>
          <a:fontRef idx="minor">
            <a:schemeClr val="tx1"/>
          </a:fontRef>
        </p:style>
      </p:cxnSp>
      <p:sp>
        <p:nvSpPr>
          <p:cNvPr id="34" name="Text Placeholder 2">
            <a:extLst>
              <a:ext uri="{FF2B5EF4-FFF2-40B4-BE49-F238E27FC236}">
                <a16:creationId xmlns:a16="http://schemas.microsoft.com/office/drawing/2014/main" id="{763B3056-5701-ED0F-13B7-F2662F97FC32}"/>
              </a:ext>
            </a:extLst>
          </p:cNvPr>
          <p:cNvSpPr>
            <a:spLocks noGrp="1"/>
          </p:cNvSpPr>
          <p:nvPr>
            <p:ph type="body" idx="22" hasCustomPrompt="1"/>
          </p:nvPr>
        </p:nvSpPr>
        <p:spPr>
          <a:xfrm>
            <a:off x="86084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35" name="Content Placeholder 3">
            <a:extLst>
              <a:ext uri="{FF2B5EF4-FFF2-40B4-BE49-F238E27FC236}">
                <a16:creationId xmlns:a16="http://schemas.microsoft.com/office/drawing/2014/main" id="{EF08A56E-B343-F409-94C2-D32AAB44CAB4}"/>
              </a:ext>
            </a:extLst>
          </p:cNvPr>
          <p:cNvSpPr>
            <a:spLocks noGrp="1"/>
          </p:cNvSpPr>
          <p:nvPr>
            <p:ph sz="half" idx="23" hasCustomPrompt="1"/>
          </p:nvPr>
        </p:nvSpPr>
        <p:spPr>
          <a:xfrm>
            <a:off x="86084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cxnSp>
        <p:nvCxnSpPr>
          <p:cNvPr id="36" name="Straight Connector 35">
            <a:extLst>
              <a:ext uri="{FF2B5EF4-FFF2-40B4-BE49-F238E27FC236}">
                <a16:creationId xmlns:a16="http://schemas.microsoft.com/office/drawing/2014/main" id="{E199A15F-CAF8-027F-0AEC-393C05604CE8}"/>
              </a:ext>
            </a:extLst>
          </p:cNvPr>
          <p:cNvCxnSpPr>
            <a:cxnSpLocks/>
          </p:cNvCxnSpPr>
          <p:nvPr/>
        </p:nvCxnSpPr>
        <p:spPr>
          <a:xfrm>
            <a:off x="8428623" y="3632200"/>
            <a:ext cx="0" cy="1625600"/>
          </a:xfrm>
          <a:prstGeom prst="line">
            <a:avLst/>
          </a:prstGeom>
          <a:ln w="19050">
            <a:solidFill>
              <a:schemeClr val="tx2">
                <a:lumMod val="50000"/>
              </a:schemeClr>
            </a:solidFill>
          </a:ln>
        </p:spPr>
        <p:style>
          <a:lnRef idx="2">
            <a:schemeClr val="accent1"/>
          </a:lnRef>
          <a:fillRef idx="0">
            <a:schemeClr val="accent1"/>
          </a:fillRef>
          <a:effectRef idx="1">
            <a:schemeClr val="accent1"/>
          </a:effectRef>
          <a:fontRef idx="minor">
            <a:schemeClr val="tx1"/>
          </a:fontRef>
        </p:style>
      </p:cxnSp>
      <p:sp>
        <p:nvSpPr>
          <p:cNvPr id="37" name="Picture Placeholder 15">
            <a:extLst>
              <a:ext uri="{FF2B5EF4-FFF2-40B4-BE49-F238E27FC236}">
                <a16:creationId xmlns:a16="http://schemas.microsoft.com/office/drawing/2014/main" id="{21447A28-4F4E-3BE3-B526-E0056E7CC7C1}"/>
              </a:ext>
            </a:extLst>
          </p:cNvPr>
          <p:cNvSpPr>
            <a:spLocks noGrp="1"/>
          </p:cNvSpPr>
          <p:nvPr>
            <p:ph type="pic" sz="quarter" idx="24"/>
          </p:nvPr>
        </p:nvSpPr>
        <p:spPr>
          <a:xfrm>
            <a:off x="8590548" y="4319195"/>
            <a:ext cx="447614" cy="447613"/>
          </a:xfrm>
          <a:prstGeom prst="rect">
            <a:avLst/>
          </a:prstGeom>
          <a:noFill/>
        </p:spPr>
        <p:txBody>
          <a:bodyPr>
            <a:normAutofit/>
          </a:bodyPr>
          <a:lstStyle>
            <a:lvl1pPr marL="0" indent="0" algn="ctr">
              <a:buNone/>
              <a:defRPr sz="700">
                <a:solidFill>
                  <a:schemeClr val="tx2"/>
                </a:solidFill>
              </a:defRPr>
            </a:lvl1pPr>
          </a:lstStyle>
          <a:p>
            <a:r>
              <a:rPr lang="en-US"/>
              <a:t>Click icon to add picture</a:t>
            </a:r>
            <a:endParaRPr lang="en-US" dirty="0"/>
          </a:p>
        </p:txBody>
      </p:sp>
      <p:cxnSp>
        <p:nvCxnSpPr>
          <p:cNvPr id="38" name="Straight Connector 37">
            <a:extLst>
              <a:ext uri="{FF2B5EF4-FFF2-40B4-BE49-F238E27FC236}">
                <a16:creationId xmlns:a16="http://schemas.microsoft.com/office/drawing/2014/main" id="{4C3402BA-C0B0-8B2F-7684-DE3E3868959C}"/>
              </a:ext>
            </a:extLst>
          </p:cNvPr>
          <p:cNvCxnSpPr>
            <a:cxnSpLocks/>
          </p:cNvCxnSpPr>
          <p:nvPr/>
        </p:nvCxnSpPr>
        <p:spPr>
          <a:xfrm>
            <a:off x="8428623" y="2605088"/>
            <a:ext cx="0" cy="2008701"/>
          </a:xfrm>
          <a:prstGeom prst="line">
            <a:avLst/>
          </a:prstGeom>
          <a:ln w="38100">
            <a:gradFill flip="none" rotWithShape="1">
              <a:gsLst>
                <a:gs pos="0">
                  <a:schemeClr val="accent2"/>
                </a:gs>
                <a:gs pos="99000">
                  <a:schemeClr val="accent3"/>
                </a:gs>
              </a:gsLst>
              <a:lin ang="3600000" scaled="0"/>
              <a:tileRect/>
            </a:gradFill>
          </a:ln>
        </p:spPr>
        <p:style>
          <a:lnRef idx="2">
            <a:schemeClr val="accent1"/>
          </a:lnRef>
          <a:fillRef idx="0">
            <a:schemeClr val="accent1"/>
          </a:fillRef>
          <a:effectRef idx="1">
            <a:schemeClr val="accent1"/>
          </a:effectRef>
          <a:fontRef idx="minor">
            <a:schemeClr val="tx1"/>
          </a:fontRef>
        </p:style>
      </p:cxnSp>
      <p:pic>
        <p:nvPicPr>
          <p:cNvPr id="44" name="Picture 43">
            <a:extLst>
              <a:ext uri="{FF2B5EF4-FFF2-40B4-BE49-F238E27FC236}">
                <a16:creationId xmlns:a16="http://schemas.microsoft.com/office/drawing/2014/main" id="{6C6032DA-FF80-88C3-2E14-1B874B380ABA}"/>
              </a:ext>
            </a:extLst>
          </p:cNvPr>
          <p:cNvPicPr>
            <a:picLocks noChangeAspect="1"/>
          </p:cNvPicPr>
          <p:nvPr/>
        </p:nvPicPr>
        <p:blipFill>
          <a:blip r:embed="rId2"/>
          <a:srcRect/>
          <a:stretch/>
        </p:blipFill>
        <p:spPr>
          <a:xfrm>
            <a:off x="10236204" y="6365323"/>
            <a:ext cx="1117593" cy="184284"/>
          </a:xfrm>
          <a:prstGeom prst="rect">
            <a:avLst/>
          </a:prstGeom>
        </p:spPr>
      </p:pic>
      <p:sp>
        <p:nvSpPr>
          <p:cNvPr id="7" name="Slide Number Placeholder 28">
            <a:extLst>
              <a:ext uri="{FF2B5EF4-FFF2-40B4-BE49-F238E27FC236}">
                <a16:creationId xmlns:a16="http://schemas.microsoft.com/office/drawing/2014/main" id="{080C401E-9045-93F2-5170-7B6C98B1083F}"/>
              </a:ext>
            </a:extLst>
          </p:cNvPr>
          <p:cNvSpPr>
            <a:spLocks noGrp="1"/>
          </p:cNvSpPr>
          <p:nvPr>
            <p:ph type="sldNum" sz="quarter" idx="25"/>
          </p:nvPr>
        </p:nvSpPr>
        <p:spPr>
          <a:xfrm>
            <a:off x="558800" y="6264275"/>
            <a:ext cx="279400" cy="365125"/>
          </a:xfrm>
        </p:spPr>
        <p:txBody>
          <a:bodyPr/>
          <a:lstStyle/>
          <a:p>
            <a:fld id="{2E1C8E04-61AE-364F-9D16-6A67B5591D25}" type="slidenum">
              <a:rPr lang="en-US" smtClean="0"/>
              <a:pPr/>
              <a:t>‹#›</a:t>
            </a:fld>
            <a:endParaRPr lang="en-US" dirty="0"/>
          </a:p>
        </p:txBody>
      </p:sp>
      <p:sp>
        <p:nvSpPr>
          <p:cNvPr id="8" name="Footer Placeholder 29">
            <a:extLst>
              <a:ext uri="{FF2B5EF4-FFF2-40B4-BE49-F238E27FC236}">
                <a16:creationId xmlns:a16="http://schemas.microsoft.com/office/drawing/2014/main" id="{CA7A8BCD-C0B1-5332-2D40-AAF18AF26AC8}"/>
              </a:ext>
            </a:extLst>
          </p:cNvPr>
          <p:cNvSpPr>
            <a:spLocks noGrp="1"/>
          </p:cNvSpPr>
          <p:nvPr>
            <p:ph type="ftr" sz="quarter" idx="26"/>
          </p:nvPr>
        </p:nvSpPr>
        <p:spPr>
          <a:xfrm>
            <a:off x="882210" y="6264275"/>
            <a:ext cx="4554218" cy="365125"/>
          </a:xfrm>
        </p:spPr>
        <p:txBody>
          <a:bodyPr/>
          <a:lstStyle/>
          <a:p>
            <a:r>
              <a:rPr lang="en-US"/>
              <a:t>Presentation Title Goes Here</a:t>
            </a:r>
            <a:endParaRPr lang="en-US" dirty="0"/>
          </a:p>
        </p:txBody>
      </p:sp>
      <p:sp>
        <p:nvSpPr>
          <p:cNvPr id="9" name="TextBox 8">
            <a:extLst>
              <a:ext uri="{FF2B5EF4-FFF2-40B4-BE49-F238E27FC236}">
                <a16:creationId xmlns:a16="http://schemas.microsoft.com/office/drawing/2014/main" id="{E9470619-9FC4-2DA6-C0D0-F26356E616AB}"/>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cxnSp>
        <p:nvCxnSpPr>
          <p:cNvPr id="3" name="Straight Connector 2">
            <a:extLst>
              <a:ext uri="{FF2B5EF4-FFF2-40B4-BE49-F238E27FC236}">
                <a16:creationId xmlns:a16="http://schemas.microsoft.com/office/drawing/2014/main" id="{4C21BDDB-2571-5B3D-3AC9-78AC4AC53507}"/>
              </a:ext>
            </a:extLst>
          </p:cNvPr>
          <p:cNvCxnSpPr>
            <a:cxnSpLocks/>
          </p:cNvCxnSpPr>
          <p:nvPr userDrawn="1"/>
        </p:nvCxnSpPr>
        <p:spPr>
          <a:xfrm>
            <a:off x="4542423" y="3632200"/>
            <a:ext cx="0" cy="1625600"/>
          </a:xfrm>
          <a:prstGeom prst="line">
            <a:avLst/>
          </a:prstGeom>
          <a:ln w="19050">
            <a:solidFill>
              <a:schemeClr val="tx2">
                <a:lumMod val="50000"/>
              </a:schemeClr>
            </a:solidFill>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D7A2B67A-8347-1719-D10E-995E23A0C9B3}"/>
              </a:ext>
            </a:extLst>
          </p:cNvPr>
          <p:cNvCxnSpPr>
            <a:cxnSpLocks/>
          </p:cNvCxnSpPr>
          <p:nvPr userDrawn="1"/>
        </p:nvCxnSpPr>
        <p:spPr>
          <a:xfrm>
            <a:off x="4542423" y="2605088"/>
            <a:ext cx="0" cy="2008701"/>
          </a:xfrm>
          <a:prstGeom prst="line">
            <a:avLst/>
          </a:prstGeom>
          <a:ln w="38100">
            <a:gradFill flip="none" rotWithShape="1">
              <a:gsLst>
                <a:gs pos="0">
                  <a:schemeClr val="accent1"/>
                </a:gs>
                <a:gs pos="99000">
                  <a:schemeClr val="accent2"/>
                </a:gs>
              </a:gsLst>
              <a:lin ang="3600000" scaled="0"/>
              <a:tileRect/>
            </a:gra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19BDB04-8D47-06E9-E74F-12F616AC569A}"/>
              </a:ext>
            </a:extLst>
          </p:cNvPr>
          <p:cNvCxnSpPr>
            <a:cxnSpLocks/>
          </p:cNvCxnSpPr>
          <p:nvPr userDrawn="1"/>
        </p:nvCxnSpPr>
        <p:spPr>
          <a:xfrm>
            <a:off x="872123" y="3632200"/>
            <a:ext cx="0" cy="1625600"/>
          </a:xfrm>
          <a:prstGeom prst="line">
            <a:avLst/>
          </a:prstGeom>
          <a:ln w="19050">
            <a:solidFill>
              <a:schemeClr val="tx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2DC3C1DE-4859-BC43-A5EF-47A8CED08F2B}"/>
              </a:ext>
            </a:extLst>
          </p:cNvPr>
          <p:cNvCxnSpPr>
            <a:cxnSpLocks/>
          </p:cNvCxnSpPr>
          <p:nvPr userDrawn="1"/>
        </p:nvCxnSpPr>
        <p:spPr>
          <a:xfrm>
            <a:off x="872123" y="2605088"/>
            <a:ext cx="0" cy="2008701"/>
          </a:xfrm>
          <a:prstGeom prst="line">
            <a:avLst/>
          </a:prstGeom>
          <a:ln w="38100">
            <a:gradFill flip="none" rotWithShape="1">
              <a:gsLst>
                <a:gs pos="0">
                  <a:schemeClr val="accent5"/>
                </a:gs>
                <a:gs pos="99000">
                  <a:schemeClr val="accent4"/>
                </a:gs>
              </a:gsLst>
              <a:lin ang="3600000" scaled="0"/>
              <a:tileRect/>
            </a:gra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A5847C48-39F4-40E5-C758-E0B75F6CA88C}"/>
              </a:ext>
            </a:extLst>
          </p:cNvPr>
          <p:cNvCxnSpPr>
            <a:cxnSpLocks/>
          </p:cNvCxnSpPr>
          <p:nvPr userDrawn="1"/>
        </p:nvCxnSpPr>
        <p:spPr>
          <a:xfrm>
            <a:off x="8428623" y="3632200"/>
            <a:ext cx="0" cy="1625600"/>
          </a:xfrm>
          <a:prstGeom prst="line">
            <a:avLst/>
          </a:prstGeom>
          <a:ln w="19050">
            <a:solidFill>
              <a:schemeClr val="tx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DA27EAF5-A175-B85C-23C7-632719BB3BAD}"/>
              </a:ext>
            </a:extLst>
          </p:cNvPr>
          <p:cNvCxnSpPr>
            <a:cxnSpLocks/>
          </p:cNvCxnSpPr>
          <p:nvPr userDrawn="1"/>
        </p:nvCxnSpPr>
        <p:spPr>
          <a:xfrm>
            <a:off x="8428623" y="2605088"/>
            <a:ext cx="0" cy="2008701"/>
          </a:xfrm>
          <a:prstGeom prst="line">
            <a:avLst/>
          </a:prstGeom>
          <a:ln w="38100">
            <a:gradFill flip="none" rotWithShape="1">
              <a:gsLst>
                <a:gs pos="0">
                  <a:schemeClr val="accent2"/>
                </a:gs>
                <a:gs pos="99000">
                  <a:schemeClr val="accent3"/>
                </a:gs>
              </a:gsLst>
              <a:lin ang="3600000" scaled="0"/>
              <a:tileRect/>
            </a:gradFill>
          </a:ln>
        </p:spPr>
        <p:style>
          <a:lnRef idx="2">
            <a:schemeClr val="accent1"/>
          </a:lnRef>
          <a:fillRef idx="0">
            <a:schemeClr val="accent1"/>
          </a:fillRef>
          <a:effectRef idx="1">
            <a:schemeClr val="accent1"/>
          </a:effectRef>
          <a:fontRef idx="minor">
            <a:schemeClr val="tx1"/>
          </a:fontRef>
        </p:style>
      </p:cxnSp>
      <p:pic>
        <p:nvPicPr>
          <p:cNvPr id="14" name="Picture 13">
            <a:extLst>
              <a:ext uri="{FF2B5EF4-FFF2-40B4-BE49-F238E27FC236}">
                <a16:creationId xmlns:a16="http://schemas.microsoft.com/office/drawing/2014/main" id="{499D004E-BC31-BFB8-E327-FE1C31E8698D}"/>
              </a:ext>
            </a:extLst>
          </p:cNvPr>
          <p:cNvPicPr>
            <a:picLocks noChangeAspect="1"/>
          </p:cNvPicPr>
          <p:nvPr userDrawn="1"/>
        </p:nvPicPr>
        <p:blipFill>
          <a:blip r:embed="rId2"/>
          <a:srcRect/>
          <a:stretch/>
        </p:blipFill>
        <p:spPr>
          <a:xfrm>
            <a:off x="10236204" y="6365323"/>
            <a:ext cx="1117593" cy="184284"/>
          </a:xfrm>
          <a:prstGeom prst="rect">
            <a:avLst/>
          </a:prstGeom>
        </p:spPr>
      </p:pic>
      <p:sp>
        <p:nvSpPr>
          <p:cNvPr id="15" name="TextBox 14">
            <a:extLst>
              <a:ext uri="{FF2B5EF4-FFF2-40B4-BE49-F238E27FC236}">
                <a16:creationId xmlns:a16="http://schemas.microsoft.com/office/drawing/2014/main" id="{4CB7ED4A-57DB-B3B1-68E0-292390A482F5}"/>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2365377659"/>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Proces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1"/>
            <a:ext cx="10515600" cy="1371600"/>
          </a:xfrm>
        </p:spPr>
        <p:txBody>
          <a:bodyPr lIns="0" anchor="b"/>
          <a:lstStyle>
            <a:lvl1pPr>
              <a:defRPr>
                <a:solidFill>
                  <a:schemeClr val="tx1"/>
                </a:solidFill>
              </a:defRPr>
            </a:lvl1pPr>
          </a:lstStyle>
          <a:p>
            <a:r>
              <a:rPr lang="en-US"/>
              <a:t>Click to edit Master title style</a:t>
            </a:r>
          </a:p>
        </p:txBody>
      </p:sp>
      <p:pic>
        <p:nvPicPr>
          <p:cNvPr id="44" name="Picture 43">
            <a:extLst>
              <a:ext uri="{FF2B5EF4-FFF2-40B4-BE49-F238E27FC236}">
                <a16:creationId xmlns:a16="http://schemas.microsoft.com/office/drawing/2014/main" id="{6C6032DA-FF80-88C3-2E14-1B874B380ABA}"/>
              </a:ext>
            </a:extLst>
          </p:cNvPr>
          <p:cNvPicPr>
            <a:picLocks noChangeAspect="1"/>
          </p:cNvPicPr>
          <p:nvPr/>
        </p:nvPicPr>
        <p:blipFill>
          <a:blip r:embed="rId2"/>
          <a:srcRect/>
          <a:stretch/>
        </p:blipFill>
        <p:spPr>
          <a:xfrm>
            <a:off x="10236204" y="6365323"/>
            <a:ext cx="1117593" cy="184284"/>
          </a:xfrm>
          <a:prstGeom prst="rect">
            <a:avLst/>
          </a:prstGeom>
        </p:spPr>
      </p:pic>
      <p:sp>
        <p:nvSpPr>
          <p:cNvPr id="7" name="Slide Number Placeholder 28">
            <a:extLst>
              <a:ext uri="{FF2B5EF4-FFF2-40B4-BE49-F238E27FC236}">
                <a16:creationId xmlns:a16="http://schemas.microsoft.com/office/drawing/2014/main" id="{080C401E-9045-93F2-5170-7B6C98B1083F}"/>
              </a:ext>
            </a:extLst>
          </p:cNvPr>
          <p:cNvSpPr>
            <a:spLocks noGrp="1"/>
          </p:cNvSpPr>
          <p:nvPr>
            <p:ph type="sldNum" sz="quarter" idx="25"/>
          </p:nvPr>
        </p:nvSpPr>
        <p:spPr>
          <a:xfrm>
            <a:off x="558800" y="6264275"/>
            <a:ext cx="279400" cy="365125"/>
          </a:xfrm>
        </p:spPr>
        <p:txBody>
          <a:bodyPr/>
          <a:lstStyle/>
          <a:p>
            <a:fld id="{2E1C8E04-61AE-364F-9D16-6A67B5591D25}" type="slidenum">
              <a:rPr lang="en-US" smtClean="0"/>
              <a:pPr/>
              <a:t>‹#›</a:t>
            </a:fld>
            <a:endParaRPr lang="en-US" dirty="0"/>
          </a:p>
        </p:txBody>
      </p:sp>
      <p:sp>
        <p:nvSpPr>
          <p:cNvPr id="8" name="Footer Placeholder 29">
            <a:extLst>
              <a:ext uri="{FF2B5EF4-FFF2-40B4-BE49-F238E27FC236}">
                <a16:creationId xmlns:a16="http://schemas.microsoft.com/office/drawing/2014/main" id="{CA7A8BCD-C0B1-5332-2D40-AAF18AF26AC8}"/>
              </a:ext>
            </a:extLst>
          </p:cNvPr>
          <p:cNvSpPr>
            <a:spLocks noGrp="1"/>
          </p:cNvSpPr>
          <p:nvPr>
            <p:ph type="ftr" sz="quarter" idx="26"/>
          </p:nvPr>
        </p:nvSpPr>
        <p:spPr>
          <a:xfrm>
            <a:off x="882210" y="6264275"/>
            <a:ext cx="4554218" cy="365125"/>
          </a:xfrm>
        </p:spPr>
        <p:txBody>
          <a:bodyPr/>
          <a:lstStyle/>
          <a:p>
            <a:r>
              <a:rPr lang="en-US"/>
              <a:t>Presentation Title Goes Here</a:t>
            </a:r>
            <a:endParaRPr lang="en-US" dirty="0"/>
          </a:p>
        </p:txBody>
      </p:sp>
      <p:sp>
        <p:nvSpPr>
          <p:cNvPr id="9" name="TextBox 8">
            <a:extLst>
              <a:ext uri="{FF2B5EF4-FFF2-40B4-BE49-F238E27FC236}">
                <a16:creationId xmlns:a16="http://schemas.microsoft.com/office/drawing/2014/main" id="{E9470619-9FC4-2DA6-C0D0-F26356E616AB}"/>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
        <p:nvSpPr>
          <p:cNvPr id="40" name="Text Placeholder 39">
            <a:extLst>
              <a:ext uri="{FF2B5EF4-FFF2-40B4-BE49-F238E27FC236}">
                <a16:creationId xmlns:a16="http://schemas.microsoft.com/office/drawing/2014/main" id="{244FA993-AF88-43C3-4262-94824BAEB846}"/>
              </a:ext>
            </a:extLst>
          </p:cNvPr>
          <p:cNvSpPr>
            <a:spLocks noGrp="1"/>
          </p:cNvSpPr>
          <p:nvPr>
            <p:ph type="body" sz="quarter" idx="28" hasCustomPrompt="1"/>
          </p:nvPr>
        </p:nvSpPr>
        <p:spPr>
          <a:xfrm>
            <a:off x="4968046" y="2752725"/>
            <a:ext cx="2408238" cy="365125"/>
          </a:xfrm>
        </p:spPr>
        <p:txBody>
          <a:bodyPr>
            <a:noAutofit/>
          </a:bodyPr>
          <a:lstStyle>
            <a:lvl1pPr marL="0" indent="0">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Subtitle</a:t>
            </a:r>
          </a:p>
        </p:txBody>
      </p:sp>
      <p:sp>
        <p:nvSpPr>
          <p:cNvPr id="45" name="Text Placeholder 39">
            <a:extLst>
              <a:ext uri="{FF2B5EF4-FFF2-40B4-BE49-F238E27FC236}">
                <a16:creationId xmlns:a16="http://schemas.microsoft.com/office/drawing/2014/main" id="{F1B4C1E7-3C8D-84C7-4790-EA403C711D6B}"/>
              </a:ext>
            </a:extLst>
          </p:cNvPr>
          <p:cNvSpPr>
            <a:spLocks noGrp="1"/>
          </p:cNvSpPr>
          <p:nvPr>
            <p:ph type="body" sz="quarter" idx="30" hasCustomPrompt="1"/>
          </p:nvPr>
        </p:nvSpPr>
        <p:spPr>
          <a:xfrm>
            <a:off x="1333596" y="2752725"/>
            <a:ext cx="2408238" cy="365125"/>
          </a:xfrm>
        </p:spPr>
        <p:txBody>
          <a:bodyPr>
            <a:noAutofit/>
          </a:bodyPr>
          <a:lstStyle>
            <a:lvl1pPr marL="0" indent="0">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Subtitle</a:t>
            </a:r>
          </a:p>
        </p:txBody>
      </p:sp>
      <p:sp>
        <p:nvSpPr>
          <p:cNvPr id="47" name="Text Placeholder 46">
            <a:extLst>
              <a:ext uri="{FF2B5EF4-FFF2-40B4-BE49-F238E27FC236}">
                <a16:creationId xmlns:a16="http://schemas.microsoft.com/office/drawing/2014/main" id="{23D04D9F-6CD3-302B-64DB-FCA545F0F7C2}"/>
              </a:ext>
            </a:extLst>
          </p:cNvPr>
          <p:cNvSpPr>
            <a:spLocks noGrp="1"/>
          </p:cNvSpPr>
          <p:nvPr>
            <p:ph type="body" sz="quarter" idx="31"/>
          </p:nvPr>
        </p:nvSpPr>
        <p:spPr>
          <a:xfrm>
            <a:off x="1333500" y="3222625"/>
            <a:ext cx="2408238" cy="1406525"/>
          </a:xfrm>
        </p:spPr>
        <p:txBody>
          <a:bodyPr>
            <a:noAutofit/>
          </a:bodyPr>
          <a:lstStyle>
            <a:lvl1pPr marL="0" indent="0">
              <a:lnSpc>
                <a:spcPts val="1800"/>
              </a:lnSpc>
              <a:buNone/>
              <a:defRPr sz="1200">
                <a:solidFill>
                  <a:schemeClr val="tx1"/>
                </a:solidFill>
                <a:latin typeface="Inter UI" panose="020B0502030000000004" pitchFamily="34" charset="0"/>
                <a:ea typeface="Inter UI" panose="020B0502030000000004" pitchFamily="34" charset="0"/>
              </a:defRPr>
            </a:lvl1pPr>
            <a:lvl2pPr marL="457200" indent="0">
              <a:lnSpc>
                <a:spcPts val="1800"/>
              </a:lnSpc>
              <a:buNone/>
              <a:defRPr sz="1200">
                <a:solidFill>
                  <a:schemeClr val="tx1"/>
                </a:solidFill>
                <a:latin typeface="Inter UI" panose="020B0502030000000004" pitchFamily="34" charset="0"/>
                <a:ea typeface="Inter UI" panose="020B0502030000000004" pitchFamily="34" charset="0"/>
              </a:defRPr>
            </a:lvl2pPr>
            <a:lvl3pPr marL="914400" indent="0">
              <a:lnSpc>
                <a:spcPts val="1800"/>
              </a:lnSpc>
              <a:buNone/>
              <a:defRPr sz="1200">
                <a:solidFill>
                  <a:schemeClr val="tx1"/>
                </a:solidFill>
                <a:latin typeface="Inter UI" panose="020B0502030000000004" pitchFamily="34" charset="0"/>
                <a:ea typeface="Inter UI" panose="020B0502030000000004" pitchFamily="34" charset="0"/>
              </a:defRPr>
            </a:lvl3pPr>
            <a:lvl4pPr marL="1371600" indent="0">
              <a:lnSpc>
                <a:spcPts val="1800"/>
              </a:lnSpc>
              <a:buNone/>
              <a:defRPr sz="1200">
                <a:solidFill>
                  <a:schemeClr val="tx1"/>
                </a:solidFill>
                <a:latin typeface="Inter UI" panose="020B0502030000000004" pitchFamily="34" charset="0"/>
                <a:ea typeface="Inter UI" panose="020B0502030000000004" pitchFamily="34" charset="0"/>
              </a:defRPr>
            </a:lvl4pPr>
            <a:lvl5pPr marL="1828800" indent="0">
              <a:lnSpc>
                <a:spcPts val="1800"/>
              </a:lnSpc>
              <a:buNone/>
              <a:defRPr sz="1200">
                <a:solidFill>
                  <a:schemeClr val="tx1"/>
                </a:solidFill>
                <a:latin typeface="Inter UI" panose="020B0502030000000004" pitchFamily="34" charset="0"/>
                <a:ea typeface="Inter UI" panose="020B05020300000000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8" name="Text Placeholder 46">
            <a:extLst>
              <a:ext uri="{FF2B5EF4-FFF2-40B4-BE49-F238E27FC236}">
                <a16:creationId xmlns:a16="http://schemas.microsoft.com/office/drawing/2014/main" id="{F9177777-54E4-A27E-C0D5-414E23E5C72B}"/>
              </a:ext>
            </a:extLst>
          </p:cNvPr>
          <p:cNvSpPr>
            <a:spLocks noGrp="1"/>
          </p:cNvSpPr>
          <p:nvPr>
            <p:ph type="body" sz="quarter" idx="32"/>
          </p:nvPr>
        </p:nvSpPr>
        <p:spPr>
          <a:xfrm>
            <a:off x="4967951" y="3222625"/>
            <a:ext cx="2408238" cy="1406525"/>
          </a:xfrm>
        </p:spPr>
        <p:txBody>
          <a:bodyPr>
            <a:noAutofit/>
          </a:bodyPr>
          <a:lstStyle>
            <a:lvl1pPr marL="0" indent="0">
              <a:lnSpc>
                <a:spcPts val="1800"/>
              </a:lnSpc>
              <a:buNone/>
              <a:defRPr sz="1200">
                <a:solidFill>
                  <a:schemeClr val="tx1"/>
                </a:solidFill>
                <a:latin typeface="Inter UI" panose="020B0502030000000004" pitchFamily="34" charset="0"/>
                <a:ea typeface="Inter UI" panose="020B0502030000000004" pitchFamily="34" charset="0"/>
              </a:defRPr>
            </a:lvl1pPr>
            <a:lvl2pPr marL="457200" indent="0">
              <a:lnSpc>
                <a:spcPts val="1800"/>
              </a:lnSpc>
              <a:buNone/>
              <a:defRPr sz="1200">
                <a:solidFill>
                  <a:schemeClr val="tx1"/>
                </a:solidFill>
                <a:latin typeface="Inter UI" panose="020B0502030000000004" pitchFamily="34" charset="0"/>
                <a:ea typeface="Inter UI" panose="020B0502030000000004" pitchFamily="34" charset="0"/>
              </a:defRPr>
            </a:lvl2pPr>
            <a:lvl3pPr marL="914400" indent="0">
              <a:lnSpc>
                <a:spcPts val="1800"/>
              </a:lnSpc>
              <a:buNone/>
              <a:defRPr sz="1200">
                <a:solidFill>
                  <a:schemeClr val="tx1"/>
                </a:solidFill>
                <a:latin typeface="Inter UI" panose="020B0502030000000004" pitchFamily="34" charset="0"/>
                <a:ea typeface="Inter UI" panose="020B0502030000000004" pitchFamily="34" charset="0"/>
              </a:defRPr>
            </a:lvl3pPr>
            <a:lvl4pPr marL="1371600" indent="0">
              <a:lnSpc>
                <a:spcPts val="1800"/>
              </a:lnSpc>
              <a:buNone/>
              <a:defRPr sz="1200">
                <a:solidFill>
                  <a:schemeClr val="tx1"/>
                </a:solidFill>
                <a:latin typeface="Inter UI" panose="020B0502030000000004" pitchFamily="34" charset="0"/>
                <a:ea typeface="Inter UI" panose="020B0502030000000004" pitchFamily="34" charset="0"/>
              </a:defRPr>
            </a:lvl4pPr>
            <a:lvl5pPr marL="1828800" indent="0">
              <a:lnSpc>
                <a:spcPts val="1800"/>
              </a:lnSpc>
              <a:buNone/>
              <a:defRPr sz="1200">
                <a:solidFill>
                  <a:schemeClr val="tx1"/>
                </a:solidFill>
                <a:latin typeface="Inter UI" panose="020B0502030000000004" pitchFamily="34" charset="0"/>
                <a:ea typeface="Inter UI" panose="020B05020300000000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9" name="Text Placeholder 39">
            <a:extLst>
              <a:ext uri="{FF2B5EF4-FFF2-40B4-BE49-F238E27FC236}">
                <a16:creationId xmlns:a16="http://schemas.microsoft.com/office/drawing/2014/main" id="{3096665B-8BF1-74D0-C489-A84DF1B67EF7}"/>
              </a:ext>
            </a:extLst>
          </p:cNvPr>
          <p:cNvSpPr>
            <a:spLocks noGrp="1"/>
          </p:cNvSpPr>
          <p:nvPr>
            <p:ph type="body" sz="quarter" idx="33" hasCustomPrompt="1"/>
          </p:nvPr>
        </p:nvSpPr>
        <p:spPr>
          <a:xfrm>
            <a:off x="8521474" y="2752725"/>
            <a:ext cx="2408238" cy="365125"/>
          </a:xfrm>
        </p:spPr>
        <p:txBody>
          <a:bodyPr>
            <a:noAutofit/>
          </a:bodyPr>
          <a:lstStyle>
            <a:lvl1pPr marL="0" indent="0">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Subtitle</a:t>
            </a:r>
          </a:p>
        </p:txBody>
      </p:sp>
      <p:sp>
        <p:nvSpPr>
          <p:cNvPr id="50" name="Text Placeholder 46">
            <a:extLst>
              <a:ext uri="{FF2B5EF4-FFF2-40B4-BE49-F238E27FC236}">
                <a16:creationId xmlns:a16="http://schemas.microsoft.com/office/drawing/2014/main" id="{37C32106-2C44-EC83-580E-3437E547CC1D}"/>
              </a:ext>
            </a:extLst>
          </p:cNvPr>
          <p:cNvSpPr>
            <a:spLocks noGrp="1"/>
          </p:cNvSpPr>
          <p:nvPr>
            <p:ph type="body" sz="quarter" idx="34"/>
          </p:nvPr>
        </p:nvSpPr>
        <p:spPr>
          <a:xfrm>
            <a:off x="8521379" y="3222625"/>
            <a:ext cx="2408238" cy="1406525"/>
          </a:xfrm>
        </p:spPr>
        <p:txBody>
          <a:bodyPr>
            <a:noAutofit/>
          </a:bodyPr>
          <a:lstStyle>
            <a:lvl1pPr marL="0" indent="0">
              <a:lnSpc>
                <a:spcPts val="1800"/>
              </a:lnSpc>
              <a:buNone/>
              <a:defRPr sz="1200">
                <a:solidFill>
                  <a:schemeClr val="tx1"/>
                </a:solidFill>
                <a:latin typeface="Inter UI" panose="020B0502030000000004" pitchFamily="34" charset="0"/>
                <a:ea typeface="Inter UI" panose="020B0502030000000004" pitchFamily="34" charset="0"/>
              </a:defRPr>
            </a:lvl1pPr>
            <a:lvl2pPr marL="457200" indent="0">
              <a:lnSpc>
                <a:spcPts val="1800"/>
              </a:lnSpc>
              <a:buNone/>
              <a:defRPr sz="1200">
                <a:solidFill>
                  <a:schemeClr val="tx1"/>
                </a:solidFill>
                <a:latin typeface="Inter UI" panose="020B0502030000000004" pitchFamily="34" charset="0"/>
                <a:ea typeface="Inter UI" panose="020B0502030000000004" pitchFamily="34" charset="0"/>
              </a:defRPr>
            </a:lvl2pPr>
            <a:lvl3pPr marL="914400" indent="0">
              <a:lnSpc>
                <a:spcPts val="1800"/>
              </a:lnSpc>
              <a:buNone/>
              <a:defRPr sz="1200">
                <a:solidFill>
                  <a:schemeClr val="tx1"/>
                </a:solidFill>
                <a:latin typeface="Inter UI" panose="020B0502030000000004" pitchFamily="34" charset="0"/>
                <a:ea typeface="Inter UI" panose="020B0502030000000004" pitchFamily="34" charset="0"/>
              </a:defRPr>
            </a:lvl3pPr>
            <a:lvl4pPr marL="1371600" indent="0">
              <a:lnSpc>
                <a:spcPts val="1800"/>
              </a:lnSpc>
              <a:buNone/>
              <a:defRPr sz="1200">
                <a:solidFill>
                  <a:schemeClr val="tx1"/>
                </a:solidFill>
                <a:latin typeface="Inter UI" panose="020B0502030000000004" pitchFamily="34" charset="0"/>
                <a:ea typeface="Inter UI" panose="020B0502030000000004" pitchFamily="34" charset="0"/>
              </a:defRPr>
            </a:lvl4pPr>
            <a:lvl5pPr marL="1828800" indent="0">
              <a:lnSpc>
                <a:spcPts val="1800"/>
              </a:lnSpc>
              <a:buNone/>
              <a:defRPr sz="1200">
                <a:solidFill>
                  <a:schemeClr val="tx1"/>
                </a:solidFill>
                <a:latin typeface="Inter UI" panose="020B0502030000000004" pitchFamily="34" charset="0"/>
                <a:ea typeface="Inter UI" panose="020B05020300000000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769B57E6-774C-21AE-4C26-2382CAFB1483}"/>
              </a:ext>
            </a:extLst>
          </p:cNvPr>
          <p:cNvPicPr>
            <a:picLocks noChangeAspect="1"/>
          </p:cNvPicPr>
          <p:nvPr userDrawn="1"/>
        </p:nvPicPr>
        <p:blipFill>
          <a:blip r:embed="rId2"/>
          <a:srcRect/>
          <a:stretch/>
        </p:blipFill>
        <p:spPr>
          <a:xfrm>
            <a:off x="10236204" y="6365323"/>
            <a:ext cx="1117593" cy="184284"/>
          </a:xfrm>
          <a:prstGeom prst="rect">
            <a:avLst/>
          </a:prstGeom>
        </p:spPr>
      </p:pic>
      <p:sp>
        <p:nvSpPr>
          <p:cNvPr id="4" name="TextBox 3">
            <a:extLst>
              <a:ext uri="{FF2B5EF4-FFF2-40B4-BE49-F238E27FC236}">
                <a16:creationId xmlns:a16="http://schemas.microsoft.com/office/drawing/2014/main" id="{8041199F-75D7-E6BE-F524-470E15EFDA7A}"/>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1134202642"/>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3 Steps - Ligh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1"/>
            <a:ext cx="10515600" cy="1371600"/>
          </a:xfrm>
        </p:spPr>
        <p:txBody>
          <a:bodyPr lIns="0" anchor="b"/>
          <a:lstStyle>
            <a:lvl1pPr>
              <a:defRPr>
                <a:solidFill>
                  <a:schemeClr val="tx1"/>
                </a:solidFill>
              </a:defRPr>
            </a:lvl1pPr>
          </a:lstStyle>
          <a:p>
            <a:r>
              <a:rPr lang="en-US"/>
              <a:t>Click to edit Master title style</a:t>
            </a:r>
          </a:p>
        </p:txBody>
      </p:sp>
      <p:cxnSp>
        <p:nvCxnSpPr>
          <p:cNvPr id="22" name="Straight Connector 21">
            <a:extLst>
              <a:ext uri="{FF2B5EF4-FFF2-40B4-BE49-F238E27FC236}">
                <a16:creationId xmlns:a16="http://schemas.microsoft.com/office/drawing/2014/main" id="{ABDE6AB5-6AE0-82CE-AD34-3A98094FEAE4}"/>
              </a:ext>
            </a:extLst>
          </p:cNvPr>
          <p:cNvCxnSpPr>
            <a:cxnSpLocks/>
          </p:cNvCxnSpPr>
          <p:nvPr/>
        </p:nvCxnSpPr>
        <p:spPr>
          <a:xfrm>
            <a:off x="4542423" y="3632200"/>
            <a:ext cx="0" cy="162560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2AE66CA-D4EE-2E12-B2FB-B74908BFE6EC}"/>
              </a:ext>
            </a:extLst>
          </p:cNvPr>
          <p:cNvCxnSpPr>
            <a:cxnSpLocks/>
          </p:cNvCxnSpPr>
          <p:nvPr/>
        </p:nvCxnSpPr>
        <p:spPr>
          <a:xfrm>
            <a:off x="4542423" y="2605088"/>
            <a:ext cx="0" cy="2008701"/>
          </a:xfrm>
          <a:prstGeom prst="line">
            <a:avLst/>
          </a:prstGeom>
          <a:ln w="38100">
            <a:gradFill flip="none" rotWithShape="1">
              <a:gsLst>
                <a:gs pos="0">
                  <a:schemeClr val="accent1"/>
                </a:gs>
                <a:gs pos="99000">
                  <a:schemeClr val="accent2"/>
                </a:gs>
              </a:gsLst>
              <a:lin ang="3600000" scaled="0"/>
              <a:tileRect/>
            </a:gra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9A76B0C2-3052-DD16-45A9-7663A2CD150A}"/>
              </a:ext>
            </a:extLst>
          </p:cNvPr>
          <p:cNvCxnSpPr>
            <a:cxnSpLocks/>
          </p:cNvCxnSpPr>
          <p:nvPr/>
        </p:nvCxnSpPr>
        <p:spPr>
          <a:xfrm>
            <a:off x="872123" y="3632200"/>
            <a:ext cx="0" cy="162560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49309B4-304A-FC0D-8549-80591AD1CE64}"/>
              </a:ext>
            </a:extLst>
          </p:cNvPr>
          <p:cNvCxnSpPr>
            <a:cxnSpLocks/>
          </p:cNvCxnSpPr>
          <p:nvPr/>
        </p:nvCxnSpPr>
        <p:spPr>
          <a:xfrm>
            <a:off x="872123" y="2605088"/>
            <a:ext cx="0" cy="2008701"/>
          </a:xfrm>
          <a:prstGeom prst="line">
            <a:avLst/>
          </a:prstGeom>
          <a:ln w="38100">
            <a:gradFill flip="none" rotWithShape="1">
              <a:gsLst>
                <a:gs pos="0">
                  <a:schemeClr val="accent5"/>
                </a:gs>
                <a:gs pos="99000">
                  <a:schemeClr val="accent4"/>
                </a:gs>
              </a:gsLst>
              <a:lin ang="3600000" scaled="0"/>
              <a:tileRect/>
            </a:gra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E199A15F-CAF8-027F-0AEC-393C05604CE8}"/>
              </a:ext>
            </a:extLst>
          </p:cNvPr>
          <p:cNvCxnSpPr>
            <a:cxnSpLocks/>
          </p:cNvCxnSpPr>
          <p:nvPr/>
        </p:nvCxnSpPr>
        <p:spPr>
          <a:xfrm>
            <a:off x="8428623" y="3632200"/>
            <a:ext cx="0" cy="162560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4C3402BA-C0B0-8B2F-7684-DE3E3868959C}"/>
              </a:ext>
            </a:extLst>
          </p:cNvPr>
          <p:cNvCxnSpPr>
            <a:cxnSpLocks/>
          </p:cNvCxnSpPr>
          <p:nvPr/>
        </p:nvCxnSpPr>
        <p:spPr>
          <a:xfrm>
            <a:off x="8428623" y="2605088"/>
            <a:ext cx="0" cy="2008701"/>
          </a:xfrm>
          <a:prstGeom prst="line">
            <a:avLst/>
          </a:prstGeom>
          <a:ln w="38100">
            <a:gradFill flip="none" rotWithShape="1">
              <a:gsLst>
                <a:gs pos="0">
                  <a:schemeClr val="accent2"/>
                </a:gs>
                <a:gs pos="99000">
                  <a:schemeClr val="accent3"/>
                </a:gs>
              </a:gsLst>
              <a:lin ang="3600000" scaled="0"/>
              <a:tileRect/>
            </a:gradFill>
          </a:ln>
        </p:spPr>
        <p:style>
          <a:lnRef idx="2">
            <a:schemeClr val="accent1"/>
          </a:lnRef>
          <a:fillRef idx="0">
            <a:schemeClr val="accent1"/>
          </a:fillRef>
          <a:effectRef idx="1">
            <a:schemeClr val="accent1"/>
          </a:effectRef>
          <a:fontRef idx="minor">
            <a:schemeClr val="tx1"/>
          </a:fontRef>
        </p:style>
      </p:cxnSp>
      <p:pic>
        <p:nvPicPr>
          <p:cNvPr id="44" name="Picture 43">
            <a:extLst>
              <a:ext uri="{FF2B5EF4-FFF2-40B4-BE49-F238E27FC236}">
                <a16:creationId xmlns:a16="http://schemas.microsoft.com/office/drawing/2014/main" id="{6C6032DA-FF80-88C3-2E14-1B874B380ABA}"/>
              </a:ext>
            </a:extLst>
          </p:cNvPr>
          <p:cNvPicPr>
            <a:picLocks noChangeAspect="1"/>
          </p:cNvPicPr>
          <p:nvPr/>
        </p:nvPicPr>
        <p:blipFill>
          <a:blip r:embed="rId2"/>
          <a:srcRect/>
          <a:stretch/>
        </p:blipFill>
        <p:spPr>
          <a:xfrm>
            <a:off x="10236204" y="6365323"/>
            <a:ext cx="1117593" cy="184283"/>
          </a:xfrm>
          <a:prstGeom prst="rect">
            <a:avLst/>
          </a:prstGeom>
        </p:spPr>
      </p:pic>
      <p:sp>
        <p:nvSpPr>
          <p:cNvPr id="3" name="Slide Number Placeholder 28">
            <a:extLst>
              <a:ext uri="{FF2B5EF4-FFF2-40B4-BE49-F238E27FC236}">
                <a16:creationId xmlns:a16="http://schemas.microsoft.com/office/drawing/2014/main" id="{77251CC7-8E29-039C-A6D8-7C5C486B2055}"/>
              </a:ext>
            </a:extLst>
          </p:cNvPr>
          <p:cNvSpPr>
            <a:spLocks noGrp="1"/>
          </p:cNvSpPr>
          <p:nvPr>
            <p:ph type="sldNum" sz="quarter" idx="25"/>
          </p:nvPr>
        </p:nvSpPr>
        <p:spPr>
          <a:xfrm>
            <a:off x="558800" y="6264275"/>
            <a:ext cx="279400" cy="365125"/>
          </a:xfrm>
        </p:spPr>
        <p:txBody>
          <a:body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B220CB8F-120A-D1C0-14B2-ACB6D91707FE}"/>
              </a:ext>
            </a:extLst>
          </p:cNvPr>
          <p:cNvSpPr>
            <a:spLocks noGrp="1"/>
          </p:cNvSpPr>
          <p:nvPr>
            <p:ph type="ftr" sz="quarter" idx="26"/>
          </p:nvPr>
        </p:nvSpPr>
        <p:spPr>
          <a:xfrm>
            <a:off x="882210" y="6264275"/>
            <a:ext cx="4554218" cy="365125"/>
          </a:xfrm>
        </p:spPr>
        <p:txBody>
          <a:bodyPr/>
          <a:lstStyle/>
          <a:p>
            <a:r>
              <a:rPr lang="en-US"/>
              <a:t>Presentation Title Goes Here</a:t>
            </a:r>
            <a:endParaRPr lang="en-US" dirty="0"/>
          </a:p>
        </p:txBody>
      </p:sp>
      <p:sp>
        <p:nvSpPr>
          <p:cNvPr id="6" name="TextBox 5">
            <a:extLst>
              <a:ext uri="{FF2B5EF4-FFF2-40B4-BE49-F238E27FC236}">
                <a16:creationId xmlns:a16="http://schemas.microsoft.com/office/drawing/2014/main" id="{8F325F10-F4CA-B63D-3569-016E594138DB}"/>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
        <p:nvSpPr>
          <p:cNvPr id="10" name="Text Placeholder 2">
            <a:extLst>
              <a:ext uri="{FF2B5EF4-FFF2-40B4-BE49-F238E27FC236}">
                <a16:creationId xmlns:a16="http://schemas.microsoft.com/office/drawing/2014/main" id="{8698F64B-3862-30A3-D836-B3463E7CE5F2}"/>
              </a:ext>
            </a:extLst>
          </p:cNvPr>
          <p:cNvSpPr>
            <a:spLocks noGrp="1"/>
          </p:cNvSpPr>
          <p:nvPr>
            <p:ph type="body" idx="12" hasCustomPrompt="1"/>
          </p:nvPr>
        </p:nvSpPr>
        <p:spPr>
          <a:xfrm>
            <a:off x="47222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12" name="Text Placeholder 2">
            <a:extLst>
              <a:ext uri="{FF2B5EF4-FFF2-40B4-BE49-F238E27FC236}">
                <a16:creationId xmlns:a16="http://schemas.microsoft.com/office/drawing/2014/main" id="{0364E264-FDEB-F5E6-7B88-BC7B3D16766D}"/>
              </a:ext>
            </a:extLst>
          </p:cNvPr>
          <p:cNvSpPr>
            <a:spLocks noGrp="1"/>
          </p:cNvSpPr>
          <p:nvPr>
            <p:ph type="body" idx="19" hasCustomPrompt="1"/>
          </p:nvPr>
        </p:nvSpPr>
        <p:spPr>
          <a:xfrm>
            <a:off x="10519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13" name="Text Placeholder 2">
            <a:extLst>
              <a:ext uri="{FF2B5EF4-FFF2-40B4-BE49-F238E27FC236}">
                <a16:creationId xmlns:a16="http://schemas.microsoft.com/office/drawing/2014/main" id="{AAC59146-238B-BEBE-3705-C54F9A71618C}"/>
              </a:ext>
            </a:extLst>
          </p:cNvPr>
          <p:cNvSpPr>
            <a:spLocks noGrp="1"/>
          </p:cNvSpPr>
          <p:nvPr>
            <p:ph type="body" idx="22" hasCustomPrompt="1"/>
          </p:nvPr>
        </p:nvSpPr>
        <p:spPr>
          <a:xfrm>
            <a:off x="86084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14" name="Content Placeholder 3">
            <a:extLst>
              <a:ext uri="{FF2B5EF4-FFF2-40B4-BE49-F238E27FC236}">
                <a16:creationId xmlns:a16="http://schemas.microsoft.com/office/drawing/2014/main" id="{4A4B4726-7E07-7429-1A91-D02B1506B424}"/>
              </a:ext>
            </a:extLst>
          </p:cNvPr>
          <p:cNvSpPr>
            <a:spLocks noGrp="1"/>
          </p:cNvSpPr>
          <p:nvPr>
            <p:ph sz="half" idx="13" hasCustomPrompt="1"/>
          </p:nvPr>
        </p:nvSpPr>
        <p:spPr>
          <a:xfrm>
            <a:off x="47222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5" name="Picture Placeholder 15">
            <a:extLst>
              <a:ext uri="{FF2B5EF4-FFF2-40B4-BE49-F238E27FC236}">
                <a16:creationId xmlns:a16="http://schemas.microsoft.com/office/drawing/2014/main" id="{25C54291-D958-A5E1-3A43-1113F06C6DD7}"/>
              </a:ext>
            </a:extLst>
          </p:cNvPr>
          <p:cNvSpPr>
            <a:spLocks noGrp="1"/>
          </p:cNvSpPr>
          <p:nvPr>
            <p:ph type="pic" sz="quarter" idx="18"/>
          </p:nvPr>
        </p:nvSpPr>
        <p:spPr>
          <a:xfrm>
            <a:off x="4704348" y="4293801"/>
            <a:ext cx="473008" cy="473007"/>
          </a:xfrm>
          <a:prstGeom prst="rect">
            <a:avLst/>
          </a:prstGeom>
          <a:noFill/>
        </p:spPr>
        <p:txBody>
          <a:bodyPr>
            <a:normAutofit/>
          </a:bodyPr>
          <a:lstStyle>
            <a:lvl1pPr marL="0" indent="0" algn="ctr">
              <a:buNone/>
              <a:defRPr sz="700">
                <a:solidFill>
                  <a:schemeClr val="tx2"/>
                </a:solidFill>
              </a:defRPr>
            </a:lvl1pPr>
          </a:lstStyle>
          <a:p>
            <a:r>
              <a:rPr lang="en-US"/>
              <a:t>Click icon to add picture</a:t>
            </a:r>
            <a:endParaRPr lang="en-US" dirty="0"/>
          </a:p>
        </p:txBody>
      </p:sp>
      <p:sp>
        <p:nvSpPr>
          <p:cNvPr id="16" name="Content Placeholder 3">
            <a:extLst>
              <a:ext uri="{FF2B5EF4-FFF2-40B4-BE49-F238E27FC236}">
                <a16:creationId xmlns:a16="http://schemas.microsoft.com/office/drawing/2014/main" id="{6723920E-E523-F9FB-EF40-F5A9BBA84DD1}"/>
              </a:ext>
            </a:extLst>
          </p:cNvPr>
          <p:cNvSpPr>
            <a:spLocks noGrp="1"/>
          </p:cNvSpPr>
          <p:nvPr>
            <p:ph sz="half" idx="20" hasCustomPrompt="1"/>
          </p:nvPr>
        </p:nvSpPr>
        <p:spPr>
          <a:xfrm>
            <a:off x="10519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7" name="Picture Placeholder 15">
            <a:extLst>
              <a:ext uri="{FF2B5EF4-FFF2-40B4-BE49-F238E27FC236}">
                <a16:creationId xmlns:a16="http://schemas.microsoft.com/office/drawing/2014/main" id="{A44F9ADD-86EC-EB4A-4456-7B81F8A503BB}"/>
              </a:ext>
            </a:extLst>
          </p:cNvPr>
          <p:cNvSpPr>
            <a:spLocks noGrp="1"/>
          </p:cNvSpPr>
          <p:nvPr>
            <p:ph type="pic" sz="quarter" idx="21"/>
          </p:nvPr>
        </p:nvSpPr>
        <p:spPr>
          <a:xfrm>
            <a:off x="1034047" y="4293801"/>
            <a:ext cx="473009" cy="473008"/>
          </a:xfrm>
          <a:prstGeom prst="rect">
            <a:avLst/>
          </a:prstGeom>
          <a:noFill/>
        </p:spPr>
        <p:txBody>
          <a:bodyPr>
            <a:normAutofit/>
          </a:bodyPr>
          <a:lstStyle>
            <a:lvl1pPr marL="0" indent="0" algn="ctr">
              <a:buNone/>
              <a:defRPr sz="700">
                <a:solidFill>
                  <a:schemeClr val="tx2"/>
                </a:solidFill>
              </a:defRPr>
            </a:lvl1pPr>
          </a:lstStyle>
          <a:p>
            <a:r>
              <a:rPr lang="en-US"/>
              <a:t>Click icon to add picture</a:t>
            </a:r>
            <a:endParaRPr lang="en-US" dirty="0"/>
          </a:p>
        </p:txBody>
      </p:sp>
      <p:sp>
        <p:nvSpPr>
          <p:cNvPr id="18" name="Content Placeholder 3">
            <a:extLst>
              <a:ext uri="{FF2B5EF4-FFF2-40B4-BE49-F238E27FC236}">
                <a16:creationId xmlns:a16="http://schemas.microsoft.com/office/drawing/2014/main" id="{57C85689-BDCE-A429-0E8B-9D209B69CF45}"/>
              </a:ext>
            </a:extLst>
          </p:cNvPr>
          <p:cNvSpPr>
            <a:spLocks noGrp="1"/>
          </p:cNvSpPr>
          <p:nvPr>
            <p:ph sz="half" idx="23" hasCustomPrompt="1"/>
          </p:nvPr>
        </p:nvSpPr>
        <p:spPr>
          <a:xfrm>
            <a:off x="86084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9" name="Picture Placeholder 15">
            <a:extLst>
              <a:ext uri="{FF2B5EF4-FFF2-40B4-BE49-F238E27FC236}">
                <a16:creationId xmlns:a16="http://schemas.microsoft.com/office/drawing/2014/main" id="{15BD811D-F86E-82B2-5B8C-158BB47AB449}"/>
              </a:ext>
            </a:extLst>
          </p:cNvPr>
          <p:cNvSpPr>
            <a:spLocks noGrp="1"/>
          </p:cNvSpPr>
          <p:nvPr>
            <p:ph type="pic" sz="quarter" idx="24"/>
          </p:nvPr>
        </p:nvSpPr>
        <p:spPr>
          <a:xfrm>
            <a:off x="8590548" y="4293801"/>
            <a:ext cx="473008" cy="473007"/>
          </a:xfrm>
          <a:prstGeom prst="rect">
            <a:avLst/>
          </a:prstGeom>
          <a:noFill/>
        </p:spPr>
        <p:txBody>
          <a:bodyPr>
            <a:normAutofit/>
          </a:bodyPr>
          <a:lstStyle>
            <a:lvl1pPr marL="0" indent="0" algn="ctr">
              <a:buNone/>
              <a:defRPr sz="700">
                <a:solidFill>
                  <a:schemeClr val="tx2"/>
                </a:solidFill>
              </a:defRPr>
            </a:lvl1pPr>
          </a:lstStyle>
          <a:p>
            <a:r>
              <a:rPr lang="en-US"/>
              <a:t>Click icon to add picture</a:t>
            </a:r>
            <a:endParaRPr lang="en-US" dirty="0"/>
          </a:p>
        </p:txBody>
      </p:sp>
      <p:cxnSp>
        <p:nvCxnSpPr>
          <p:cNvPr id="5" name="Straight Connector 4">
            <a:extLst>
              <a:ext uri="{FF2B5EF4-FFF2-40B4-BE49-F238E27FC236}">
                <a16:creationId xmlns:a16="http://schemas.microsoft.com/office/drawing/2014/main" id="{FB7C0B57-8F8D-2992-849C-1DB0793193CE}"/>
              </a:ext>
            </a:extLst>
          </p:cNvPr>
          <p:cNvCxnSpPr>
            <a:cxnSpLocks/>
          </p:cNvCxnSpPr>
          <p:nvPr userDrawn="1"/>
        </p:nvCxnSpPr>
        <p:spPr>
          <a:xfrm>
            <a:off x="4542423" y="3632200"/>
            <a:ext cx="0" cy="162560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B2A97980-077E-F4BC-E0F2-FDCEBF8872C7}"/>
              </a:ext>
            </a:extLst>
          </p:cNvPr>
          <p:cNvCxnSpPr>
            <a:cxnSpLocks/>
          </p:cNvCxnSpPr>
          <p:nvPr userDrawn="1"/>
        </p:nvCxnSpPr>
        <p:spPr>
          <a:xfrm>
            <a:off x="4542423" y="2605088"/>
            <a:ext cx="0" cy="2008701"/>
          </a:xfrm>
          <a:prstGeom prst="line">
            <a:avLst/>
          </a:prstGeom>
          <a:ln w="38100">
            <a:gradFill flip="none" rotWithShape="1">
              <a:gsLst>
                <a:gs pos="0">
                  <a:schemeClr val="accent1"/>
                </a:gs>
                <a:gs pos="99000">
                  <a:schemeClr val="accent2"/>
                </a:gs>
              </a:gsLst>
              <a:lin ang="3600000" scaled="0"/>
              <a:tileRect/>
            </a:gra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800E5FA-727A-1FE9-49EA-6ACDCDDC22F0}"/>
              </a:ext>
            </a:extLst>
          </p:cNvPr>
          <p:cNvCxnSpPr>
            <a:cxnSpLocks/>
          </p:cNvCxnSpPr>
          <p:nvPr userDrawn="1"/>
        </p:nvCxnSpPr>
        <p:spPr>
          <a:xfrm>
            <a:off x="872123" y="3632200"/>
            <a:ext cx="0" cy="162560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8E9ABCE-C273-F640-D86E-7D98BF018B32}"/>
              </a:ext>
            </a:extLst>
          </p:cNvPr>
          <p:cNvCxnSpPr>
            <a:cxnSpLocks/>
          </p:cNvCxnSpPr>
          <p:nvPr userDrawn="1"/>
        </p:nvCxnSpPr>
        <p:spPr>
          <a:xfrm>
            <a:off x="872123" y="2605088"/>
            <a:ext cx="0" cy="2008701"/>
          </a:xfrm>
          <a:prstGeom prst="line">
            <a:avLst/>
          </a:prstGeom>
          <a:ln w="38100">
            <a:gradFill flip="none" rotWithShape="1">
              <a:gsLst>
                <a:gs pos="0">
                  <a:schemeClr val="accent5"/>
                </a:gs>
                <a:gs pos="99000">
                  <a:schemeClr val="accent4"/>
                </a:gs>
              </a:gsLst>
              <a:lin ang="3600000" scaled="0"/>
              <a:tileRect/>
            </a:gra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C508089F-8993-8206-C8F3-49BB857A5DA0}"/>
              </a:ext>
            </a:extLst>
          </p:cNvPr>
          <p:cNvCxnSpPr>
            <a:cxnSpLocks/>
          </p:cNvCxnSpPr>
          <p:nvPr userDrawn="1"/>
        </p:nvCxnSpPr>
        <p:spPr>
          <a:xfrm>
            <a:off x="8428623" y="3632200"/>
            <a:ext cx="0" cy="162560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3D3B2490-C41F-ED5D-DBE0-DB6D4A8405A5}"/>
              </a:ext>
            </a:extLst>
          </p:cNvPr>
          <p:cNvCxnSpPr>
            <a:cxnSpLocks/>
          </p:cNvCxnSpPr>
          <p:nvPr userDrawn="1"/>
        </p:nvCxnSpPr>
        <p:spPr>
          <a:xfrm>
            <a:off x="8428623" y="2605088"/>
            <a:ext cx="0" cy="2008701"/>
          </a:xfrm>
          <a:prstGeom prst="line">
            <a:avLst/>
          </a:prstGeom>
          <a:ln w="38100">
            <a:gradFill flip="none" rotWithShape="1">
              <a:gsLst>
                <a:gs pos="0">
                  <a:schemeClr val="accent2"/>
                </a:gs>
                <a:gs pos="99000">
                  <a:schemeClr val="accent3"/>
                </a:gs>
              </a:gsLst>
              <a:lin ang="3600000" scaled="0"/>
              <a:tileRect/>
            </a:gradFill>
          </a:ln>
        </p:spPr>
        <p:style>
          <a:lnRef idx="2">
            <a:schemeClr val="accent1"/>
          </a:lnRef>
          <a:fillRef idx="0">
            <a:schemeClr val="accent1"/>
          </a:fillRef>
          <a:effectRef idx="1">
            <a:schemeClr val="accent1"/>
          </a:effectRef>
          <a:fontRef idx="minor">
            <a:schemeClr val="tx1"/>
          </a:fontRef>
        </p:style>
      </p:cxnSp>
      <p:pic>
        <p:nvPicPr>
          <p:cNvPr id="23" name="Picture 22">
            <a:extLst>
              <a:ext uri="{FF2B5EF4-FFF2-40B4-BE49-F238E27FC236}">
                <a16:creationId xmlns:a16="http://schemas.microsoft.com/office/drawing/2014/main" id="{BADC82CD-A379-5F28-EF3C-E6970EF10986}"/>
              </a:ext>
            </a:extLst>
          </p:cNvPr>
          <p:cNvPicPr>
            <a:picLocks noChangeAspect="1"/>
          </p:cNvPicPr>
          <p:nvPr userDrawn="1"/>
        </p:nvPicPr>
        <p:blipFill>
          <a:blip r:embed="rId2"/>
          <a:srcRect/>
          <a:stretch/>
        </p:blipFill>
        <p:spPr>
          <a:xfrm>
            <a:off x="10236204" y="6365323"/>
            <a:ext cx="1117593" cy="184283"/>
          </a:xfrm>
          <a:prstGeom prst="rect">
            <a:avLst/>
          </a:prstGeom>
        </p:spPr>
      </p:pic>
      <p:sp>
        <p:nvSpPr>
          <p:cNvPr id="24" name="TextBox 23">
            <a:extLst>
              <a:ext uri="{FF2B5EF4-FFF2-40B4-BE49-F238E27FC236}">
                <a16:creationId xmlns:a16="http://schemas.microsoft.com/office/drawing/2014/main" id="{173FCC2E-92ED-AA75-ACB5-E2EE8F6A6006}"/>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1763220224"/>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tat - Orange">
    <p:bg>
      <p:bgPr>
        <a:gradFill>
          <a:gsLst>
            <a:gs pos="0">
              <a:schemeClr val="accent5"/>
            </a:gs>
            <a:gs pos="100000">
              <a:schemeClr val="accent4"/>
            </a:gs>
          </a:gsLst>
          <a:lin ang="27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52C5A-A02C-A127-36B6-64E0CEA50962}"/>
              </a:ext>
            </a:extLst>
          </p:cNvPr>
          <p:cNvSpPr>
            <a:spLocks noGrp="1"/>
          </p:cNvSpPr>
          <p:nvPr>
            <p:ph type="title" hasCustomPrompt="1"/>
          </p:nvPr>
        </p:nvSpPr>
        <p:spPr>
          <a:xfrm>
            <a:off x="889000" y="1649412"/>
            <a:ext cx="10464800" cy="3559175"/>
          </a:xfrm>
        </p:spPr>
        <p:txBody>
          <a:bodyPr lIns="0" tIns="0" bIns="0" anchor="ctr">
            <a:noAutofit/>
          </a:bodyPr>
          <a:lstStyle>
            <a:lvl1pPr marL="0" indent="0" algn="ctr">
              <a:lnSpc>
                <a:spcPct val="80000"/>
              </a:lnSpc>
              <a:tabLst/>
              <a:defRPr sz="25900">
                <a:solidFill>
                  <a:schemeClr val="bg1"/>
                </a:solidFill>
              </a:defRPr>
            </a:lvl1pPr>
          </a:lstStyle>
          <a:p>
            <a:r>
              <a:rPr lang="en-US" dirty="0"/>
              <a:t>$13M</a:t>
            </a:r>
          </a:p>
        </p:txBody>
      </p:sp>
      <p:pic>
        <p:nvPicPr>
          <p:cNvPr id="10" name="Picture 9">
            <a:extLst>
              <a:ext uri="{FF2B5EF4-FFF2-40B4-BE49-F238E27FC236}">
                <a16:creationId xmlns:a16="http://schemas.microsoft.com/office/drawing/2014/main" id="{31A58BBB-F991-FE84-98AF-E584FF9D7051}"/>
              </a:ext>
            </a:extLst>
          </p:cNvPr>
          <p:cNvPicPr>
            <a:picLocks noChangeAspect="1"/>
          </p:cNvPicPr>
          <p:nvPr/>
        </p:nvPicPr>
        <p:blipFill>
          <a:blip r:embed="rId2"/>
          <a:srcRect/>
          <a:stretch/>
        </p:blipFill>
        <p:spPr>
          <a:xfrm>
            <a:off x="10236201" y="6365323"/>
            <a:ext cx="1117599" cy="184284"/>
          </a:xfrm>
          <a:prstGeom prst="rect">
            <a:avLst/>
          </a:prstGeom>
        </p:spPr>
      </p:pic>
      <p:sp>
        <p:nvSpPr>
          <p:cNvPr id="3" name="Slide Number Placeholder 28">
            <a:extLst>
              <a:ext uri="{FF2B5EF4-FFF2-40B4-BE49-F238E27FC236}">
                <a16:creationId xmlns:a16="http://schemas.microsoft.com/office/drawing/2014/main" id="{805B73C6-0408-52BF-0A99-C3B5EC96D457}"/>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A9EC891C-FE08-69E7-A815-4A4490E7EEE4}"/>
              </a:ext>
            </a:extLst>
          </p:cNvPr>
          <p:cNvSpPr>
            <a:spLocks noGrp="1"/>
          </p:cNvSpPr>
          <p:nvPr>
            <p:ph type="ftr" sz="quarter" idx="20"/>
          </p:nvPr>
        </p:nvSpPr>
        <p:spPr>
          <a:xfrm>
            <a:off x="882210" y="6264275"/>
            <a:ext cx="4554218" cy="365125"/>
          </a:xfrm>
        </p:spPr>
        <p:txBody>
          <a:bodyPr/>
          <a:lstStyle/>
          <a:p>
            <a:r>
              <a:rPr lang="en-US"/>
              <a:t>Presentation Title Goes Here</a:t>
            </a:r>
            <a:endParaRPr lang="en-US" dirty="0"/>
          </a:p>
        </p:txBody>
      </p:sp>
      <p:sp>
        <p:nvSpPr>
          <p:cNvPr id="5" name="TextBox 4">
            <a:extLst>
              <a:ext uri="{FF2B5EF4-FFF2-40B4-BE49-F238E27FC236}">
                <a16:creationId xmlns:a16="http://schemas.microsoft.com/office/drawing/2014/main" id="{4274AC09-B816-EB80-FC26-ED5BE9BC6424}"/>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pic>
        <p:nvPicPr>
          <p:cNvPr id="6" name="Picture 5">
            <a:extLst>
              <a:ext uri="{FF2B5EF4-FFF2-40B4-BE49-F238E27FC236}">
                <a16:creationId xmlns:a16="http://schemas.microsoft.com/office/drawing/2014/main" id="{C8A223CC-7047-D812-40BD-BF4399F8D572}"/>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7" name="TextBox 6">
            <a:extLst>
              <a:ext uri="{FF2B5EF4-FFF2-40B4-BE49-F238E27FC236}">
                <a16:creationId xmlns:a16="http://schemas.microsoft.com/office/drawing/2014/main" id="{476472D8-055F-DF69-E5C0-962936763D0B}"/>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422909229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tat - Light">
    <p:bg>
      <p:bgPr>
        <a:gradFill>
          <a:gsLst>
            <a:gs pos="100000">
              <a:schemeClr val="bg2">
                <a:lumMod val="75000"/>
              </a:schemeClr>
            </a:gs>
            <a:gs pos="0">
              <a:schemeClr val="bg2"/>
            </a:gs>
          </a:gsLst>
          <a:lin ang="27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52C5A-A02C-A127-36B6-64E0CEA50962}"/>
              </a:ext>
            </a:extLst>
          </p:cNvPr>
          <p:cNvSpPr>
            <a:spLocks noGrp="1"/>
          </p:cNvSpPr>
          <p:nvPr>
            <p:ph type="title" hasCustomPrompt="1"/>
          </p:nvPr>
        </p:nvSpPr>
        <p:spPr>
          <a:xfrm>
            <a:off x="889000" y="1649412"/>
            <a:ext cx="10464800" cy="3559175"/>
          </a:xfrm>
        </p:spPr>
        <p:txBody>
          <a:bodyPr lIns="0" tIns="0" bIns="0" anchor="ctr">
            <a:noAutofit/>
          </a:bodyPr>
          <a:lstStyle>
            <a:lvl1pPr marL="0" indent="0" algn="ctr">
              <a:lnSpc>
                <a:spcPct val="80000"/>
              </a:lnSpc>
              <a:tabLst/>
              <a:defRPr sz="25900">
                <a:solidFill>
                  <a:schemeClr val="bg1"/>
                </a:solidFill>
              </a:defRPr>
            </a:lvl1pPr>
          </a:lstStyle>
          <a:p>
            <a:r>
              <a:rPr lang="en-US" dirty="0"/>
              <a:t>$13M</a:t>
            </a:r>
          </a:p>
        </p:txBody>
      </p:sp>
      <p:pic>
        <p:nvPicPr>
          <p:cNvPr id="10" name="Picture 9">
            <a:extLst>
              <a:ext uri="{FF2B5EF4-FFF2-40B4-BE49-F238E27FC236}">
                <a16:creationId xmlns:a16="http://schemas.microsoft.com/office/drawing/2014/main" id="{31A58BBB-F991-FE84-98AF-E584FF9D7051}"/>
              </a:ext>
            </a:extLst>
          </p:cNvPr>
          <p:cNvPicPr>
            <a:picLocks noChangeAspect="1"/>
          </p:cNvPicPr>
          <p:nvPr/>
        </p:nvPicPr>
        <p:blipFill>
          <a:blip r:embed="rId2"/>
          <a:srcRect/>
          <a:stretch/>
        </p:blipFill>
        <p:spPr>
          <a:xfrm>
            <a:off x="10236201" y="6365323"/>
            <a:ext cx="1117599" cy="184284"/>
          </a:xfrm>
          <a:prstGeom prst="rect">
            <a:avLst/>
          </a:prstGeom>
        </p:spPr>
      </p:pic>
      <p:sp>
        <p:nvSpPr>
          <p:cNvPr id="3" name="Slide Number Placeholder 28">
            <a:extLst>
              <a:ext uri="{FF2B5EF4-FFF2-40B4-BE49-F238E27FC236}">
                <a16:creationId xmlns:a16="http://schemas.microsoft.com/office/drawing/2014/main" id="{2B2733D5-9AAF-64AC-2413-AE7580A79DCD}"/>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9F9099D8-0766-AA1C-CE96-E7114787FBAF}"/>
              </a:ext>
            </a:extLst>
          </p:cNvPr>
          <p:cNvSpPr>
            <a:spLocks noGrp="1"/>
          </p:cNvSpPr>
          <p:nvPr>
            <p:ph type="ftr" sz="quarter" idx="20"/>
          </p:nvPr>
        </p:nvSpPr>
        <p:spPr>
          <a:xfrm>
            <a:off x="882210" y="6264275"/>
            <a:ext cx="4554218" cy="365125"/>
          </a:xfrm>
        </p:spPr>
        <p:txBody>
          <a:bodyPr/>
          <a:lstStyle/>
          <a:p>
            <a:r>
              <a:rPr lang="en-US"/>
              <a:t>Presentation Title Goes Here</a:t>
            </a:r>
            <a:endParaRPr lang="en-US" dirty="0"/>
          </a:p>
        </p:txBody>
      </p:sp>
      <p:sp>
        <p:nvSpPr>
          <p:cNvPr id="5" name="TextBox 4">
            <a:extLst>
              <a:ext uri="{FF2B5EF4-FFF2-40B4-BE49-F238E27FC236}">
                <a16:creationId xmlns:a16="http://schemas.microsoft.com/office/drawing/2014/main" id="{6730ABEF-5300-57A8-7D1F-A79B33E06121}"/>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pic>
        <p:nvPicPr>
          <p:cNvPr id="6" name="Picture 5">
            <a:extLst>
              <a:ext uri="{FF2B5EF4-FFF2-40B4-BE49-F238E27FC236}">
                <a16:creationId xmlns:a16="http://schemas.microsoft.com/office/drawing/2014/main" id="{14ABCF8F-A1EE-400E-951C-E1BD0E137332}"/>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7" name="TextBox 6">
            <a:extLst>
              <a:ext uri="{FF2B5EF4-FFF2-40B4-BE49-F238E27FC236}">
                <a16:creationId xmlns:a16="http://schemas.microsoft.com/office/drawing/2014/main" id="{C421C3BE-1B49-B72B-9851-97689F89ACE1}"/>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38474604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4 Column ">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6907D1E-10D7-5D0C-B02D-0A49F809A69C}"/>
              </a:ext>
            </a:extLst>
          </p:cNvPr>
          <p:cNvSpPr>
            <a:spLocks noGrp="1" noRot="1" noMove="1" noResize="1" noEditPoints="1" noAdjustHandles="1" noChangeArrowheads="1" noChangeShapeType="1"/>
          </p:cNvSpPr>
          <p:nvPr/>
        </p:nvSpPr>
        <p:spPr>
          <a:xfrm>
            <a:off x="6096000" y="0"/>
            <a:ext cx="2967790" cy="6858000"/>
          </a:xfrm>
          <a:prstGeom prst="rect">
            <a:avLst/>
          </a:prstGeom>
          <a:gradFill>
            <a:gsLst>
              <a:gs pos="0">
                <a:schemeClr val="accent3"/>
              </a:gs>
              <a:gs pos="99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81AD486-BB6E-4F73-F19D-2D62D81726FF}"/>
              </a:ext>
            </a:extLst>
          </p:cNvPr>
          <p:cNvSpPr>
            <a:spLocks noGrp="1" noRot="1" noMove="1" noResize="1" noEditPoints="1" noAdjustHandles="1" noChangeArrowheads="1" noChangeShapeType="1"/>
          </p:cNvSpPr>
          <p:nvPr/>
        </p:nvSpPr>
        <p:spPr>
          <a:xfrm>
            <a:off x="9063790" y="0"/>
            <a:ext cx="3128210" cy="6858000"/>
          </a:xfrm>
          <a:prstGeom prst="rect">
            <a:avLst/>
          </a:prstGeom>
          <a:gradFill>
            <a:gsLst>
              <a:gs pos="0">
                <a:schemeClr val="accent5"/>
              </a:gs>
              <a:gs pos="99000">
                <a:schemeClr val="accent3"/>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C144C2D4-77DF-4445-3005-1D0D21203979}"/>
              </a:ext>
            </a:extLst>
          </p:cNvPr>
          <p:cNvSpPr>
            <a:spLocks noGrp="1" noRot="1" noMove="1" noResize="1" noEditPoints="1" noAdjustHandles="1" noChangeArrowheads="1" noChangeShapeType="1"/>
          </p:cNvSpPr>
          <p:nvPr/>
        </p:nvSpPr>
        <p:spPr>
          <a:xfrm>
            <a:off x="4011" y="0"/>
            <a:ext cx="3128210" cy="6858000"/>
          </a:xfrm>
          <a:prstGeom prst="rect">
            <a:avLst/>
          </a:prstGeom>
          <a:gradFill>
            <a:gsLst>
              <a:gs pos="0">
                <a:schemeClr val="accent1"/>
              </a:gs>
              <a:gs pos="99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C3AF998-DAC6-320A-7C2A-DE5FA1C7F375}"/>
              </a:ext>
            </a:extLst>
          </p:cNvPr>
          <p:cNvSpPr>
            <a:spLocks noGrp="1" noRot="1" noMove="1" noResize="1" noEditPoints="1" noAdjustHandles="1" noChangeArrowheads="1" noChangeShapeType="1"/>
          </p:cNvSpPr>
          <p:nvPr/>
        </p:nvSpPr>
        <p:spPr>
          <a:xfrm>
            <a:off x="3136231" y="0"/>
            <a:ext cx="2967790" cy="6858000"/>
          </a:xfrm>
          <a:prstGeom prst="rect">
            <a:avLst/>
          </a:prstGeom>
          <a:gradFill>
            <a:gsLst>
              <a:gs pos="0">
                <a:schemeClr val="accent5"/>
              </a:gs>
              <a:gs pos="99000">
                <a:schemeClr val="accent4"/>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 Placeholder 2">
            <a:extLst>
              <a:ext uri="{FF2B5EF4-FFF2-40B4-BE49-F238E27FC236}">
                <a16:creationId xmlns:a16="http://schemas.microsoft.com/office/drawing/2014/main" id="{83DD1B15-1F89-D692-96DF-15C1A83CCE42}"/>
              </a:ext>
            </a:extLst>
          </p:cNvPr>
          <p:cNvSpPr>
            <a:spLocks noGrp="1"/>
          </p:cNvSpPr>
          <p:nvPr>
            <p:ph type="body" idx="19" hasCustomPrompt="1"/>
          </p:nvPr>
        </p:nvSpPr>
        <p:spPr>
          <a:xfrm>
            <a:off x="509939" y="2716252"/>
            <a:ext cx="2292816" cy="509121"/>
          </a:xfrm>
          <a:prstGeom prst="rect">
            <a:avLst/>
          </a:prstGeom>
        </p:spPr>
        <p:txBody>
          <a:bodyPr lIns="0" anchor="t">
            <a:noAutofit/>
          </a:bodyPr>
          <a:lstStyle>
            <a:lvl1pPr marL="0" indent="0">
              <a:buNone/>
              <a:defRPr sz="6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30" name="Content Placeholder 3">
            <a:extLst>
              <a:ext uri="{FF2B5EF4-FFF2-40B4-BE49-F238E27FC236}">
                <a16:creationId xmlns:a16="http://schemas.microsoft.com/office/drawing/2014/main" id="{A7B7FB43-7EC8-AC76-0A14-9E1277430781}"/>
              </a:ext>
            </a:extLst>
          </p:cNvPr>
          <p:cNvSpPr>
            <a:spLocks noGrp="1"/>
          </p:cNvSpPr>
          <p:nvPr>
            <p:ph sz="half" idx="20" hasCustomPrompt="1"/>
          </p:nvPr>
        </p:nvSpPr>
        <p:spPr>
          <a:xfrm>
            <a:off x="509939" y="3253488"/>
            <a:ext cx="2292816" cy="683276"/>
          </a:xfrm>
          <a:prstGeom prst="rect">
            <a:avLst/>
          </a:prstGeom>
        </p:spPr>
        <p:txBody>
          <a:bodyPr lIns="0" anchor="ctr">
            <a:noAutofit/>
          </a:bodyPr>
          <a:lstStyle>
            <a:lvl1pPr marL="0" indent="0">
              <a:buNone/>
              <a:defRPr sz="1800" b="0" i="0">
                <a:solidFill>
                  <a:schemeClr val="tx1"/>
                </a:solidFill>
                <a:latin typeface="Space Grotesk Medium" pitchFamily="2" charset="77"/>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a:t>
            </a:r>
          </a:p>
        </p:txBody>
      </p:sp>
      <p:pic>
        <p:nvPicPr>
          <p:cNvPr id="44" name="Picture 43">
            <a:extLst>
              <a:ext uri="{FF2B5EF4-FFF2-40B4-BE49-F238E27FC236}">
                <a16:creationId xmlns:a16="http://schemas.microsoft.com/office/drawing/2014/main" id="{6C6032DA-FF80-88C3-2E14-1B874B380ABA}"/>
              </a:ext>
            </a:extLst>
          </p:cNvPr>
          <p:cNvPicPr>
            <a:picLocks noChangeAspect="1"/>
          </p:cNvPicPr>
          <p:nvPr/>
        </p:nvPicPr>
        <p:blipFill>
          <a:blip r:embed="rId2"/>
          <a:srcRect/>
          <a:stretch/>
        </p:blipFill>
        <p:spPr>
          <a:xfrm>
            <a:off x="10236204" y="6365323"/>
            <a:ext cx="1117593" cy="184284"/>
          </a:xfrm>
          <a:prstGeom prst="rect">
            <a:avLst/>
          </a:prstGeom>
        </p:spPr>
      </p:pic>
      <p:sp>
        <p:nvSpPr>
          <p:cNvPr id="3" name="Content Placeholder 3">
            <a:extLst>
              <a:ext uri="{FF2B5EF4-FFF2-40B4-BE49-F238E27FC236}">
                <a16:creationId xmlns:a16="http://schemas.microsoft.com/office/drawing/2014/main" id="{399AB83B-3970-AA58-5E5A-9FB4D6E2E6D9}"/>
              </a:ext>
            </a:extLst>
          </p:cNvPr>
          <p:cNvSpPr>
            <a:spLocks noGrp="1"/>
          </p:cNvSpPr>
          <p:nvPr>
            <p:ph sz="half" idx="28" hasCustomPrompt="1"/>
          </p:nvPr>
        </p:nvSpPr>
        <p:spPr>
          <a:xfrm>
            <a:off x="509939" y="3951320"/>
            <a:ext cx="2292816" cy="683276"/>
          </a:xfrm>
          <a:prstGeom prst="rect">
            <a:avLst/>
          </a:prstGeom>
        </p:spPr>
        <p:txBody>
          <a:bodyPr lIns="0">
            <a:noAutofit/>
          </a:bodyPr>
          <a:lstStyle>
            <a:lvl1pPr marL="0" indent="0">
              <a:lnSpc>
                <a:spcPts val="2200"/>
              </a:lnSpc>
              <a:buNone/>
              <a:defRPr sz="1400">
                <a:solidFill>
                  <a:schemeClr val="bg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0" name="Text Placeholder 2">
            <a:extLst>
              <a:ext uri="{FF2B5EF4-FFF2-40B4-BE49-F238E27FC236}">
                <a16:creationId xmlns:a16="http://schemas.microsoft.com/office/drawing/2014/main" id="{B3D24C33-3C7E-EC7B-E277-8FDC091E9755}"/>
              </a:ext>
            </a:extLst>
          </p:cNvPr>
          <p:cNvSpPr>
            <a:spLocks noGrp="1"/>
          </p:cNvSpPr>
          <p:nvPr>
            <p:ph type="body" idx="29" hasCustomPrompt="1"/>
          </p:nvPr>
        </p:nvSpPr>
        <p:spPr>
          <a:xfrm>
            <a:off x="3469708" y="2716252"/>
            <a:ext cx="2292816" cy="509121"/>
          </a:xfrm>
          <a:prstGeom prst="rect">
            <a:avLst/>
          </a:prstGeom>
        </p:spPr>
        <p:txBody>
          <a:bodyPr lIns="0" anchor="t">
            <a:noAutofit/>
          </a:bodyPr>
          <a:lstStyle>
            <a:lvl1pPr marL="0" indent="0">
              <a:buNone/>
              <a:defRPr sz="6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12" name="Content Placeholder 3">
            <a:extLst>
              <a:ext uri="{FF2B5EF4-FFF2-40B4-BE49-F238E27FC236}">
                <a16:creationId xmlns:a16="http://schemas.microsoft.com/office/drawing/2014/main" id="{F64DA85F-9085-2E52-C671-86CC8901922B}"/>
              </a:ext>
            </a:extLst>
          </p:cNvPr>
          <p:cNvSpPr>
            <a:spLocks noGrp="1"/>
          </p:cNvSpPr>
          <p:nvPr>
            <p:ph sz="half" idx="30" hasCustomPrompt="1"/>
          </p:nvPr>
        </p:nvSpPr>
        <p:spPr>
          <a:xfrm>
            <a:off x="3469708" y="3253488"/>
            <a:ext cx="2292816" cy="683276"/>
          </a:xfrm>
          <a:prstGeom prst="rect">
            <a:avLst/>
          </a:prstGeom>
        </p:spPr>
        <p:txBody>
          <a:bodyPr lIns="0" anchor="ctr">
            <a:noAutofit/>
          </a:bodyPr>
          <a:lstStyle>
            <a:lvl1pPr marL="0" indent="0">
              <a:buNone/>
              <a:defRPr sz="1800" b="0" i="0">
                <a:solidFill>
                  <a:schemeClr val="tx1"/>
                </a:solidFill>
                <a:latin typeface="Space Grotesk Medium" pitchFamily="2" charset="77"/>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a:t>
            </a:r>
          </a:p>
        </p:txBody>
      </p:sp>
      <p:sp>
        <p:nvSpPr>
          <p:cNvPr id="13" name="Content Placeholder 3">
            <a:extLst>
              <a:ext uri="{FF2B5EF4-FFF2-40B4-BE49-F238E27FC236}">
                <a16:creationId xmlns:a16="http://schemas.microsoft.com/office/drawing/2014/main" id="{899B2E82-1E78-8C35-F5BA-628C6B92828E}"/>
              </a:ext>
            </a:extLst>
          </p:cNvPr>
          <p:cNvSpPr>
            <a:spLocks noGrp="1"/>
          </p:cNvSpPr>
          <p:nvPr>
            <p:ph sz="half" idx="31" hasCustomPrompt="1"/>
          </p:nvPr>
        </p:nvSpPr>
        <p:spPr>
          <a:xfrm>
            <a:off x="3469708" y="3951320"/>
            <a:ext cx="2292816" cy="683276"/>
          </a:xfrm>
          <a:prstGeom prst="rect">
            <a:avLst/>
          </a:prstGeom>
        </p:spPr>
        <p:txBody>
          <a:bodyPr lIns="0">
            <a:noAutofit/>
          </a:bodyPr>
          <a:lstStyle>
            <a:lvl1pPr marL="0" indent="0">
              <a:lnSpc>
                <a:spcPts val="2200"/>
              </a:lnSpc>
              <a:buNone/>
              <a:defRPr sz="1400">
                <a:solidFill>
                  <a:schemeClr val="bg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5" name="Text Placeholder 2">
            <a:extLst>
              <a:ext uri="{FF2B5EF4-FFF2-40B4-BE49-F238E27FC236}">
                <a16:creationId xmlns:a16="http://schemas.microsoft.com/office/drawing/2014/main" id="{8485C90F-3AE9-352D-14C8-3473FC59EFA4}"/>
              </a:ext>
            </a:extLst>
          </p:cNvPr>
          <p:cNvSpPr>
            <a:spLocks noGrp="1"/>
          </p:cNvSpPr>
          <p:nvPr>
            <p:ph type="body" idx="32" hasCustomPrompt="1"/>
          </p:nvPr>
        </p:nvSpPr>
        <p:spPr>
          <a:xfrm>
            <a:off x="6419206" y="2716252"/>
            <a:ext cx="2292816" cy="509121"/>
          </a:xfrm>
          <a:prstGeom prst="rect">
            <a:avLst/>
          </a:prstGeom>
        </p:spPr>
        <p:txBody>
          <a:bodyPr lIns="0" anchor="t">
            <a:noAutofit/>
          </a:bodyPr>
          <a:lstStyle>
            <a:lvl1pPr marL="0" indent="0">
              <a:buNone/>
              <a:defRPr sz="6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16" name="Content Placeholder 3">
            <a:extLst>
              <a:ext uri="{FF2B5EF4-FFF2-40B4-BE49-F238E27FC236}">
                <a16:creationId xmlns:a16="http://schemas.microsoft.com/office/drawing/2014/main" id="{07B8F4AE-B6DA-CB07-CFD5-196177AD9FB6}"/>
              </a:ext>
            </a:extLst>
          </p:cNvPr>
          <p:cNvSpPr>
            <a:spLocks noGrp="1"/>
          </p:cNvSpPr>
          <p:nvPr>
            <p:ph sz="half" idx="33" hasCustomPrompt="1"/>
          </p:nvPr>
        </p:nvSpPr>
        <p:spPr>
          <a:xfrm>
            <a:off x="6441508" y="3253488"/>
            <a:ext cx="2292816" cy="683276"/>
          </a:xfrm>
          <a:prstGeom prst="rect">
            <a:avLst/>
          </a:prstGeom>
        </p:spPr>
        <p:txBody>
          <a:bodyPr lIns="0" anchor="ctr">
            <a:noAutofit/>
          </a:bodyPr>
          <a:lstStyle>
            <a:lvl1pPr marL="0" indent="0">
              <a:buNone/>
              <a:defRPr sz="1800" b="0" i="0">
                <a:solidFill>
                  <a:schemeClr val="tx1"/>
                </a:solidFill>
                <a:latin typeface="Space Grotesk Medium" pitchFamily="2" charset="77"/>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a:t>
            </a:r>
          </a:p>
        </p:txBody>
      </p:sp>
      <p:sp>
        <p:nvSpPr>
          <p:cNvPr id="17" name="Content Placeholder 3">
            <a:extLst>
              <a:ext uri="{FF2B5EF4-FFF2-40B4-BE49-F238E27FC236}">
                <a16:creationId xmlns:a16="http://schemas.microsoft.com/office/drawing/2014/main" id="{5918C8E5-B32F-30DB-1A2F-FBD93C9A782D}"/>
              </a:ext>
            </a:extLst>
          </p:cNvPr>
          <p:cNvSpPr>
            <a:spLocks noGrp="1"/>
          </p:cNvSpPr>
          <p:nvPr>
            <p:ph sz="half" idx="34" hasCustomPrompt="1"/>
          </p:nvPr>
        </p:nvSpPr>
        <p:spPr>
          <a:xfrm>
            <a:off x="6441508" y="3951320"/>
            <a:ext cx="2292816" cy="683276"/>
          </a:xfrm>
          <a:prstGeom prst="rect">
            <a:avLst/>
          </a:prstGeom>
        </p:spPr>
        <p:txBody>
          <a:bodyPr lIns="0">
            <a:noAutofit/>
          </a:bodyPr>
          <a:lstStyle>
            <a:lvl1pPr marL="0" indent="0">
              <a:lnSpc>
                <a:spcPts val="2200"/>
              </a:lnSpc>
              <a:buNone/>
              <a:defRPr sz="1400">
                <a:solidFill>
                  <a:schemeClr val="bg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8" name="Text Placeholder 2">
            <a:extLst>
              <a:ext uri="{FF2B5EF4-FFF2-40B4-BE49-F238E27FC236}">
                <a16:creationId xmlns:a16="http://schemas.microsoft.com/office/drawing/2014/main" id="{C88905B0-1F7A-3098-3D87-B4D0C46DEEA4}"/>
              </a:ext>
            </a:extLst>
          </p:cNvPr>
          <p:cNvSpPr>
            <a:spLocks noGrp="1"/>
          </p:cNvSpPr>
          <p:nvPr>
            <p:ph type="body" idx="35" hasCustomPrompt="1"/>
          </p:nvPr>
        </p:nvSpPr>
        <p:spPr>
          <a:xfrm>
            <a:off x="9401277" y="2716252"/>
            <a:ext cx="2292816" cy="509121"/>
          </a:xfrm>
          <a:prstGeom prst="rect">
            <a:avLst/>
          </a:prstGeom>
        </p:spPr>
        <p:txBody>
          <a:bodyPr lIns="0" anchor="t">
            <a:noAutofit/>
          </a:bodyPr>
          <a:lstStyle>
            <a:lvl1pPr marL="0" indent="0">
              <a:buNone/>
              <a:defRPr sz="6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04</a:t>
            </a:r>
          </a:p>
        </p:txBody>
      </p:sp>
      <p:sp>
        <p:nvSpPr>
          <p:cNvPr id="19" name="Content Placeholder 3">
            <a:extLst>
              <a:ext uri="{FF2B5EF4-FFF2-40B4-BE49-F238E27FC236}">
                <a16:creationId xmlns:a16="http://schemas.microsoft.com/office/drawing/2014/main" id="{C38F0F01-8CA0-322D-FD81-5A3BAA3B2DA9}"/>
              </a:ext>
            </a:extLst>
          </p:cNvPr>
          <p:cNvSpPr>
            <a:spLocks noGrp="1"/>
          </p:cNvSpPr>
          <p:nvPr>
            <p:ph sz="half" idx="36" hasCustomPrompt="1"/>
          </p:nvPr>
        </p:nvSpPr>
        <p:spPr>
          <a:xfrm>
            <a:off x="9401277" y="3253488"/>
            <a:ext cx="2292816" cy="683276"/>
          </a:xfrm>
          <a:prstGeom prst="rect">
            <a:avLst/>
          </a:prstGeom>
        </p:spPr>
        <p:txBody>
          <a:bodyPr lIns="0" anchor="ctr">
            <a:noAutofit/>
          </a:bodyPr>
          <a:lstStyle>
            <a:lvl1pPr marL="0" indent="0">
              <a:buNone/>
              <a:defRPr sz="1800" b="0" i="0">
                <a:solidFill>
                  <a:schemeClr val="tx1"/>
                </a:solidFill>
                <a:latin typeface="Space Grotesk Medium" pitchFamily="2" charset="77"/>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a:t>
            </a:r>
          </a:p>
        </p:txBody>
      </p:sp>
      <p:sp>
        <p:nvSpPr>
          <p:cNvPr id="23" name="Content Placeholder 3">
            <a:extLst>
              <a:ext uri="{FF2B5EF4-FFF2-40B4-BE49-F238E27FC236}">
                <a16:creationId xmlns:a16="http://schemas.microsoft.com/office/drawing/2014/main" id="{35DEC288-D3AB-E659-AF92-FAC2AD0187D8}"/>
              </a:ext>
            </a:extLst>
          </p:cNvPr>
          <p:cNvSpPr>
            <a:spLocks noGrp="1"/>
          </p:cNvSpPr>
          <p:nvPr>
            <p:ph sz="half" idx="37" hasCustomPrompt="1"/>
          </p:nvPr>
        </p:nvSpPr>
        <p:spPr>
          <a:xfrm>
            <a:off x="9401277" y="3951320"/>
            <a:ext cx="2292816" cy="683276"/>
          </a:xfrm>
          <a:prstGeom prst="rect">
            <a:avLst/>
          </a:prstGeom>
        </p:spPr>
        <p:txBody>
          <a:bodyPr lIns="0">
            <a:noAutofit/>
          </a:bodyPr>
          <a:lstStyle>
            <a:lvl1pPr marL="0" indent="0">
              <a:lnSpc>
                <a:spcPts val="2200"/>
              </a:lnSpc>
              <a:buNone/>
              <a:defRPr sz="1400">
                <a:solidFill>
                  <a:schemeClr val="bg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2" name="Slide Number Placeholder 28">
            <a:extLst>
              <a:ext uri="{FF2B5EF4-FFF2-40B4-BE49-F238E27FC236}">
                <a16:creationId xmlns:a16="http://schemas.microsoft.com/office/drawing/2014/main" id="{3F3DCBD3-8820-D724-EEA9-9FC57E8E3035}"/>
              </a:ext>
            </a:extLst>
          </p:cNvPr>
          <p:cNvSpPr>
            <a:spLocks noGrp="1"/>
          </p:cNvSpPr>
          <p:nvPr>
            <p:ph type="sldNum" sz="quarter" idx="38"/>
          </p:nvPr>
        </p:nvSpPr>
        <p:spPr>
          <a:xfrm>
            <a:off x="558800" y="6264275"/>
            <a:ext cx="279400" cy="365125"/>
          </a:xfrm>
        </p:spPr>
        <p:txBody>
          <a:bodyPr/>
          <a:lstStyle>
            <a:lvl1pPr>
              <a:defRPr>
                <a:solidFill>
                  <a:schemeClr val="bg1"/>
                </a:solidFill>
              </a:defRPr>
            </a:lvl1p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F75EB40D-C290-1A00-A30A-209415A36DCC}"/>
              </a:ext>
            </a:extLst>
          </p:cNvPr>
          <p:cNvSpPr>
            <a:spLocks noGrp="1"/>
          </p:cNvSpPr>
          <p:nvPr>
            <p:ph type="ftr" sz="quarter" idx="39"/>
          </p:nvPr>
        </p:nvSpPr>
        <p:spPr>
          <a:xfrm>
            <a:off x="882210" y="6264275"/>
            <a:ext cx="4554218" cy="365125"/>
          </a:xfrm>
        </p:spPr>
        <p:txBody>
          <a:bodyPr/>
          <a:lstStyle>
            <a:lvl1pPr>
              <a:defRPr>
                <a:solidFill>
                  <a:schemeClr val="bg1"/>
                </a:solidFill>
              </a:defRPr>
            </a:lvl1pPr>
          </a:lstStyle>
          <a:p>
            <a:r>
              <a:rPr lang="en-US"/>
              <a:t>Presentation Title Goes Here</a:t>
            </a:r>
            <a:endParaRPr lang="en-US" dirty="0"/>
          </a:p>
        </p:txBody>
      </p:sp>
      <p:cxnSp>
        <p:nvCxnSpPr>
          <p:cNvPr id="14" name="Straight Connector 13">
            <a:extLst>
              <a:ext uri="{FF2B5EF4-FFF2-40B4-BE49-F238E27FC236}">
                <a16:creationId xmlns:a16="http://schemas.microsoft.com/office/drawing/2014/main" id="{73BB7E62-83FD-FA61-4E49-3B99F77A837E}"/>
              </a:ext>
            </a:extLst>
          </p:cNvPr>
          <p:cNvCxnSpPr/>
          <p:nvPr/>
        </p:nvCxnSpPr>
        <p:spPr>
          <a:xfrm>
            <a:off x="3132221" y="0"/>
            <a:ext cx="0" cy="68580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BA89E524-D6E2-1C64-420B-D281ADA4C1D8}"/>
              </a:ext>
            </a:extLst>
          </p:cNvPr>
          <p:cNvCxnSpPr/>
          <p:nvPr/>
        </p:nvCxnSpPr>
        <p:spPr>
          <a:xfrm>
            <a:off x="6098445" y="0"/>
            <a:ext cx="0" cy="68580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016DA8CF-AE55-D0E1-C112-E1756297E0C6}"/>
              </a:ext>
            </a:extLst>
          </p:cNvPr>
          <p:cNvCxnSpPr/>
          <p:nvPr/>
        </p:nvCxnSpPr>
        <p:spPr>
          <a:xfrm>
            <a:off x="9064669" y="0"/>
            <a:ext cx="0" cy="68580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6AD33249-039D-AC22-0A89-43D02D29E3A4}"/>
              </a:ext>
            </a:extLst>
          </p:cNvPr>
          <p:cNvSpPr/>
          <p:nvPr userDrawn="1"/>
        </p:nvSpPr>
        <p:spPr>
          <a:xfrm>
            <a:off x="6096000" y="0"/>
            <a:ext cx="2967790" cy="6858000"/>
          </a:xfrm>
          <a:prstGeom prst="rect">
            <a:avLst/>
          </a:prstGeom>
          <a:gradFill>
            <a:gsLst>
              <a:gs pos="0">
                <a:schemeClr val="accent3"/>
              </a:gs>
              <a:gs pos="99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505B6E0-AB40-E960-9235-BF4153697875}"/>
              </a:ext>
            </a:extLst>
          </p:cNvPr>
          <p:cNvSpPr/>
          <p:nvPr userDrawn="1"/>
        </p:nvSpPr>
        <p:spPr>
          <a:xfrm>
            <a:off x="9063790" y="0"/>
            <a:ext cx="3128210" cy="6858000"/>
          </a:xfrm>
          <a:prstGeom prst="rect">
            <a:avLst/>
          </a:prstGeom>
          <a:gradFill>
            <a:gsLst>
              <a:gs pos="0">
                <a:schemeClr val="accent5"/>
              </a:gs>
              <a:gs pos="99000">
                <a:schemeClr val="accent3"/>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863B9B4D-A870-0BEB-A0B3-52CC747D2FDD}"/>
              </a:ext>
            </a:extLst>
          </p:cNvPr>
          <p:cNvSpPr/>
          <p:nvPr userDrawn="1"/>
        </p:nvSpPr>
        <p:spPr>
          <a:xfrm>
            <a:off x="4011" y="0"/>
            <a:ext cx="3128210" cy="6858000"/>
          </a:xfrm>
          <a:prstGeom prst="rect">
            <a:avLst/>
          </a:prstGeom>
          <a:gradFill>
            <a:gsLst>
              <a:gs pos="0">
                <a:schemeClr val="accent1"/>
              </a:gs>
              <a:gs pos="99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627E9E3A-AF92-3E1D-0EF9-6F03DFFDB6E7}"/>
              </a:ext>
            </a:extLst>
          </p:cNvPr>
          <p:cNvSpPr/>
          <p:nvPr userDrawn="1"/>
        </p:nvSpPr>
        <p:spPr>
          <a:xfrm>
            <a:off x="3136231" y="0"/>
            <a:ext cx="2967790" cy="6858000"/>
          </a:xfrm>
          <a:prstGeom prst="rect">
            <a:avLst/>
          </a:prstGeom>
          <a:gradFill>
            <a:gsLst>
              <a:gs pos="0">
                <a:schemeClr val="accent5"/>
              </a:gs>
              <a:gs pos="99000">
                <a:schemeClr val="accent4"/>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6CAB9828-DAF4-35BF-A049-7E2B47C35AD0}"/>
              </a:ext>
            </a:extLst>
          </p:cNvPr>
          <p:cNvPicPr>
            <a:picLocks noChangeAspect="1"/>
          </p:cNvPicPr>
          <p:nvPr userDrawn="1"/>
        </p:nvPicPr>
        <p:blipFill>
          <a:blip r:embed="rId2"/>
          <a:srcRect/>
          <a:stretch/>
        </p:blipFill>
        <p:spPr>
          <a:xfrm>
            <a:off x="10236204" y="6365323"/>
            <a:ext cx="1117593" cy="184284"/>
          </a:xfrm>
          <a:prstGeom prst="rect">
            <a:avLst/>
          </a:prstGeom>
        </p:spPr>
      </p:pic>
      <p:cxnSp>
        <p:nvCxnSpPr>
          <p:cNvPr id="26" name="Straight Connector 25">
            <a:extLst>
              <a:ext uri="{FF2B5EF4-FFF2-40B4-BE49-F238E27FC236}">
                <a16:creationId xmlns:a16="http://schemas.microsoft.com/office/drawing/2014/main" id="{5447B09A-CA54-8CDA-1DBF-9DA93238FCA8}"/>
              </a:ext>
            </a:extLst>
          </p:cNvPr>
          <p:cNvCxnSpPr/>
          <p:nvPr userDrawn="1"/>
        </p:nvCxnSpPr>
        <p:spPr>
          <a:xfrm>
            <a:off x="3132221" y="0"/>
            <a:ext cx="0" cy="68580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B053FD5D-5ED9-4C17-B5E0-8DF22D53133D}"/>
              </a:ext>
            </a:extLst>
          </p:cNvPr>
          <p:cNvCxnSpPr/>
          <p:nvPr userDrawn="1"/>
        </p:nvCxnSpPr>
        <p:spPr>
          <a:xfrm>
            <a:off x="6098445" y="0"/>
            <a:ext cx="0" cy="68580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2F157BEB-6C1B-00C0-9212-E2288AC94A75}"/>
              </a:ext>
            </a:extLst>
          </p:cNvPr>
          <p:cNvCxnSpPr/>
          <p:nvPr userDrawn="1"/>
        </p:nvCxnSpPr>
        <p:spPr>
          <a:xfrm>
            <a:off x="9064669" y="0"/>
            <a:ext cx="0" cy="68580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894309"/>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Large Image + Caption">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2548307F-569A-ACEB-7613-0AB60345B8B5}"/>
              </a:ext>
            </a:extLst>
          </p:cNvPr>
          <p:cNvSpPr>
            <a:spLocks noGrp="1"/>
          </p:cNvSpPr>
          <p:nvPr>
            <p:ph type="pic" sz="quarter" idx="14"/>
          </p:nvPr>
        </p:nvSpPr>
        <p:spPr>
          <a:xfrm>
            <a:off x="0" y="0"/>
            <a:ext cx="12192000" cy="6858000"/>
          </a:xfrm>
        </p:spPr>
        <p:txBody>
          <a:bodyPr/>
          <a:lstStyle>
            <a:lvl1pPr marL="0" indent="0">
              <a:buNone/>
              <a:defRPr/>
            </a:lvl1pPr>
          </a:lstStyle>
          <a:p>
            <a:r>
              <a:rPr lang="en-US"/>
              <a:t>Click icon to add picture</a:t>
            </a:r>
            <a:endParaRPr lang="en-US" dirty="0"/>
          </a:p>
        </p:txBody>
      </p:sp>
      <p:pic>
        <p:nvPicPr>
          <p:cNvPr id="13" name="Picture 12">
            <a:extLst>
              <a:ext uri="{FF2B5EF4-FFF2-40B4-BE49-F238E27FC236}">
                <a16:creationId xmlns:a16="http://schemas.microsoft.com/office/drawing/2014/main" id="{01017E3D-D397-2D38-6EEC-C7BC987CB07B}"/>
              </a:ext>
            </a:extLst>
          </p:cNvPr>
          <p:cNvPicPr>
            <a:picLocks noChangeAspect="1"/>
          </p:cNvPicPr>
          <p:nvPr/>
        </p:nvPicPr>
        <p:blipFill>
          <a:blip r:embed="rId2"/>
          <a:srcRect/>
          <a:stretch/>
        </p:blipFill>
        <p:spPr>
          <a:xfrm>
            <a:off x="10236204" y="6365323"/>
            <a:ext cx="1117593" cy="184284"/>
          </a:xfrm>
          <a:prstGeom prst="rect">
            <a:avLst/>
          </a:prstGeom>
        </p:spPr>
      </p:pic>
      <p:pic>
        <p:nvPicPr>
          <p:cNvPr id="2" name="Picture 1">
            <a:extLst>
              <a:ext uri="{FF2B5EF4-FFF2-40B4-BE49-F238E27FC236}">
                <a16:creationId xmlns:a16="http://schemas.microsoft.com/office/drawing/2014/main" id="{2B4B549E-17E7-C87E-42CF-8E0A5CD82392}"/>
              </a:ext>
            </a:extLst>
          </p:cNvPr>
          <p:cNvPicPr>
            <a:picLocks noChangeAspect="1"/>
          </p:cNvPicPr>
          <p:nvPr userDrawn="1"/>
        </p:nvPicPr>
        <p:blipFill>
          <a:blip r:embed="rId2"/>
          <a:srcRect/>
          <a:stretch/>
        </p:blipFill>
        <p:spPr>
          <a:xfrm>
            <a:off x="10236204" y="6365323"/>
            <a:ext cx="1117593" cy="184284"/>
          </a:xfrm>
          <a:prstGeom prst="rect">
            <a:avLst/>
          </a:prstGeom>
        </p:spPr>
      </p:pic>
    </p:spTree>
    <p:extLst>
      <p:ext uri="{BB962C8B-B14F-4D97-AF65-F5344CB8AC3E}">
        <p14:creationId xmlns:p14="http://schemas.microsoft.com/office/powerpoint/2010/main" val="12246121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asic Backgroun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1017E3D-D397-2D38-6EEC-C7BC987CB07B}"/>
              </a:ext>
            </a:extLst>
          </p:cNvPr>
          <p:cNvPicPr>
            <a:picLocks noChangeAspect="1"/>
          </p:cNvPicPr>
          <p:nvPr/>
        </p:nvPicPr>
        <p:blipFill>
          <a:blip r:embed="rId2"/>
          <a:srcRect/>
          <a:stretch/>
        </p:blipFill>
        <p:spPr>
          <a:xfrm>
            <a:off x="10236204" y="6365323"/>
            <a:ext cx="1117593" cy="184284"/>
          </a:xfrm>
          <a:prstGeom prst="rect">
            <a:avLst/>
          </a:prstGeom>
        </p:spPr>
      </p:pic>
      <p:pic>
        <p:nvPicPr>
          <p:cNvPr id="2" name="Picture 1">
            <a:extLst>
              <a:ext uri="{FF2B5EF4-FFF2-40B4-BE49-F238E27FC236}">
                <a16:creationId xmlns:a16="http://schemas.microsoft.com/office/drawing/2014/main" id="{90B398FF-4608-3C59-217C-6A40D911543C}"/>
              </a:ext>
            </a:extLst>
          </p:cNvPr>
          <p:cNvPicPr>
            <a:picLocks noChangeAspect="1"/>
          </p:cNvPicPr>
          <p:nvPr/>
        </p:nvPicPr>
        <p:blipFill>
          <a:blip r:embed="rId3"/>
          <a:srcRect/>
          <a:stretch/>
        </p:blipFill>
        <p:spPr>
          <a:xfrm>
            <a:off x="10236201" y="6365323"/>
            <a:ext cx="1117599" cy="184284"/>
          </a:xfrm>
          <a:prstGeom prst="rect">
            <a:avLst/>
          </a:prstGeom>
        </p:spPr>
      </p:pic>
      <p:sp>
        <p:nvSpPr>
          <p:cNvPr id="5" name="TextBox 4">
            <a:extLst>
              <a:ext uri="{FF2B5EF4-FFF2-40B4-BE49-F238E27FC236}">
                <a16:creationId xmlns:a16="http://schemas.microsoft.com/office/drawing/2014/main" id="{FFA7D4A0-1063-2432-FE10-22E229854B0F}"/>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pic>
        <p:nvPicPr>
          <p:cNvPr id="3" name="Picture 2">
            <a:extLst>
              <a:ext uri="{FF2B5EF4-FFF2-40B4-BE49-F238E27FC236}">
                <a16:creationId xmlns:a16="http://schemas.microsoft.com/office/drawing/2014/main" id="{63175FA3-A4F3-A079-AD28-E72F8A221A8F}"/>
              </a:ext>
            </a:extLst>
          </p:cNvPr>
          <p:cNvPicPr>
            <a:picLocks noChangeAspect="1"/>
          </p:cNvPicPr>
          <p:nvPr userDrawn="1"/>
        </p:nvPicPr>
        <p:blipFill>
          <a:blip r:embed="rId2"/>
          <a:srcRect/>
          <a:stretch/>
        </p:blipFill>
        <p:spPr>
          <a:xfrm>
            <a:off x="10236204" y="6365323"/>
            <a:ext cx="1117593" cy="184284"/>
          </a:xfrm>
          <a:prstGeom prst="rect">
            <a:avLst/>
          </a:prstGeom>
        </p:spPr>
      </p:pic>
      <p:pic>
        <p:nvPicPr>
          <p:cNvPr id="4" name="Picture 3">
            <a:extLst>
              <a:ext uri="{FF2B5EF4-FFF2-40B4-BE49-F238E27FC236}">
                <a16:creationId xmlns:a16="http://schemas.microsoft.com/office/drawing/2014/main" id="{E2071067-DDE6-73AB-ABAC-A2E2FDA92421}"/>
              </a:ext>
            </a:extLst>
          </p:cNvPr>
          <p:cNvPicPr>
            <a:picLocks noChangeAspect="1"/>
          </p:cNvPicPr>
          <p:nvPr userDrawn="1"/>
        </p:nvPicPr>
        <p:blipFill>
          <a:blip r:embed="rId3"/>
          <a:srcRect/>
          <a:stretch/>
        </p:blipFill>
        <p:spPr>
          <a:xfrm>
            <a:off x="10236201" y="6365323"/>
            <a:ext cx="1117599" cy="184284"/>
          </a:xfrm>
          <a:prstGeom prst="rect">
            <a:avLst/>
          </a:prstGeom>
        </p:spPr>
      </p:pic>
      <p:sp>
        <p:nvSpPr>
          <p:cNvPr id="6" name="TextBox 5">
            <a:extLst>
              <a:ext uri="{FF2B5EF4-FFF2-40B4-BE49-F238E27FC236}">
                <a16:creationId xmlns:a16="http://schemas.microsoft.com/office/drawing/2014/main" id="{7686B18A-906E-A9D8-8071-EF6A4D884E72}"/>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33093561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1_Basic Background">
    <p:bg>
      <p:bgPr>
        <a:solidFill>
          <a:schemeClr val="tx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1017E3D-D397-2D38-6EEC-C7BC987CB07B}"/>
              </a:ext>
            </a:extLst>
          </p:cNvPr>
          <p:cNvPicPr>
            <a:picLocks noChangeAspect="1"/>
          </p:cNvPicPr>
          <p:nvPr/>
        </p:nvPicPr>
        <p:blipFill>
          <a:blip r:embed="rId2"/>
          <a:srcRect/>
          <a:stretch/>
        </p:blipFill>
        <p:spPr>
          <a:xfrm>
            <a:off x="10236204" y="6365323"/>
            <a:ext cx="1117593" cy="184284"/>
          </a:xfrm>
          <a:prstGeom prst="rect">
            <a:avLst/>
          </a:prstGeom>
        </p:spPr>
      </p:pic>
      <p:sp>
        <p:nvSpPr>
          <p:cNvPr id="5" name="TextBox 4">
            <a:extLst>
              <a:ext uri="{FF2B5EF4-FFF2-40B4-BE49-F238E27FC236}">
                <a16:creationId xmlns:a16="http://schemas.microsoft.com/office/drawing/2014/main" id="{FFA7D4A0-1063-2432-FE10-22E229854B0F}"/>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bg1"/>
                </a:solidFill>
                <a:latin typeface="Space Grotesk Light" pitchFamily="2" charset="77"/>
              </a:rPr>
              <a:t>P3ADAPTIVE.COM</a:t>
            </a:r>
          </a:p>
        </p:txBody>
      </p:sp>
      <p:pic>
        <p:nvPicPr>
          <p:cNvPr id="2" name="Picture 1">
            <a:extLst>
              <a:ext uri="{FF2B5EF4-FFF2-40B4-BE49-F238E27FC236}">
                <a16:creationId xmlns:a16="http://schemas.microsoft.com/office/drawing/2014/main" id="{15E845C4-9D9F-90AC-12ED-C1B33483F822}"/>
              </a:ext>
            </a:extLst>
          </p:cNvPr>
          <p:cNvPicPr>
            <a:picLocks noChangeAspect="1"/>
          </p:cNvPicPr>
          <p:nvPr userDrawn="1"/>
        </p:nvPicPr>
        <p:blipFill>
          <a:blip r:embed="rId2"/>
          <a:srcRect/>
          <a:stretch/>
        </p:blipFill>
        <p:spPr>
          <a:xfrm>
            <a:off x="10236204" y="6365323"/>
            <a:ext cx="1117593" cy="184284"/>
          </a:xfrm>
          <a:prstGeom prst="rect">
            <a:avLst/>
          </a:prstGeom>
        </p:spPr>
      </p:pic>
      <p:sp>
        <p:nvSpPr>
          <p:cNvPr id="3" name="TextBox 2">
            <a:extLst>
              <a:ext uri="{FF2B5EF4-FFF2-40B4-BE49-F238E27FC236}">
                <a16:creationId xmlns:a16="http://schemas.microsoft.com/office/drawing/2014/main" id="{5110545B-3E1D-7211-7FB9-B3D951F4B79B}"/>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bg1"/>
                </a:solidFill>
                <a:latin typeface="Space Grotesk Light" pitchFamily="2" charset="77"/>
              </a:rPr>
              <a:t>P3ADAPTIVE.COM</a:t>
            </a:r>
          </a:p>
        </p:txBody>
      </p:sp>
    </p:spTree>
    <p:extLst>
      <p:ext uri="{BB962C8B-B14F-4D97-AF65-F5344CB8AC3E}">
        <p14:creationId xmlns:p14="http://schemas.microsoft.com/office/powerpoint/2010/main" val="332724087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_Simple List - Bla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8200" y="228601"/>
            <a:ext cx="10517188" cy="1371600"/>
          </a:xfrm>
        </p:spPr>
        <p:txBody>
          <a:bodyPr lIns="0" anchor="b"/>
          <a:lstStyle>
            <a:lvl1pPr>
              <a:defRPr>
                <a:solidFill>
                  <a:schemeClr val="tx1"/>
                </a:solidFill>
              </a:defRPr>
            </a:lvl1pPr>
          </a:lstStyle>
          <a:p>
            <a:r>
              <a:rPr lang="en-US" dirty="0"/>
              <a:t>Click to edit Master title style</a:t>
            </a:r>
          </a:p>
        </p:txBody>
      </p:sp>
      <p:sp>
        <p:nvSpPr>
          <p:cNvPr id="12" name="Text Placeholder 2">
            <a:extLst>
              <a:ext uri="{FF2B5EF4-FFF2-40B4-BE49-F238E27FC236}">
                <a16:creationId xmlns:a16="http://schemas.microsoft.com/office/drawing/2014/main" id="{84F4E837-B477-25CB-E59D-D51511D028F9}"/>
              </a:ext>
            </a:extLst>
          </p:cNvPr>
          <p:cNvSpPr>
            <a:spLocks noGrp="1"/>
          </p:cNvSpPr>
          <p:nvPr>
            <p:ph idx="1"/>
          </p:nvPr>
        </p:nvSpPr>
        <p:spPr>
          <a:xfrm>
            <a:off x="838200" y="2057400"/>
            <a:ext cx="10547242" cy="4114800"/>
          </a:xfrm>
          <a:prstGeom prst="rect">
            <a:avLst/>
          </a:prstGeom>
        </p:spPr>
        <p:txBody>
          <a:bodyPr vert="horz" lIns="0" tIns="45720" rIns="91440" bIns="45720" rtlCol="0">
            <a:normAutofit/>
          </a:bodyPr>
          <a:lstStyle>
            <a:lvl1pPr>
              <a:defRPr sz="1800"/>
            </a:lvl1pPr>
            <a:lvl2pPr>
              <a:defRPr sz="18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8">
            <a:extLst>
              <a:ext uri="{FF2B5EF4-FFF2-40B4-BE49-F238E27FC236}">
                <a16:creationId xmlns:a16="http://schemas.microsoft.com/office/drawing/2014/main" id="{81120EEF-FE29-542E-B62F-FBA1DF0DA081}"/>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pic>
        <p:nvPicPr>
          <p:cNvPr id="13" name="Picture 12">
            <a:extLst>
              <a:ext uri="{FF2B5EF4-FFF2-40B4-BE49-F238E27FC236}">
                <a16:creationId xmlns:a16="http://schemas.microsoft.com/office/drawing/2014/main" id="{8F46D13B-7DBD-2DFF-345B-C42514F67D5C}"/>
              </a:ext>
            </a:extLst>
          </p:cNvPr>
          <p:cNvPicPr>
            <a:picLocks noChangeAspect="1"/>
          </p:cNvPicPr>
          <p:nvPr userDrawn="1"/>
        </p:nvPicPr>
        <p:blipFill>
          <a:blip r:embed="rId2"/>
          <a:srcRect/>
          <a:stretch/>
        </p:blipFill>
        <p:spPr>
          <a:xfrm>
            <a:off x="10236204" y="6365323"/>
            <a:ext cx="1117593" cy="184284"/>
          </a:xfrm>
          <a:prstGeom prst="rect">
            <a:avLst/>
          </a:prstGeom>
        </p:spPr>
      </p:pic>
    </p:spTree>
    <p:extLst>
      <p:ext uri="{BB962C8B-B14F-4D97-AF65-F5344CB8AC3E}">
        <p14:creationId xmlns:p14="http://schemas.microsoft.com/office/powerpoint/2010/main" val="12460585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itle - Partnership/Logos">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25A5785-D0A1-3155-049E-3E6B065C8BE2}"/>
              </a:ext>
            </a:extLst>
          </p:cNvPr>
          <p:cNvSpPr>
            <a:spLocks noGrp="1" noRot="1" noMove="1" noResize="1" noEditPoints="1" noAdjustHandles="1" noChangeArrowheads="1" noChangeShapeType="1"/>
          </p:cNvSpPr>
          <p:nvPr userDrawn="1"/>
        </p:nvSpPr>
        <p:spPr>
          <a:xfrm>
            <a:off x="0" y="0"/>
            <a:ext cx="12192000" cy="6858000"/>
          </a:xfrm>
          <a:prstGeom prst="rect">
            <a:avLst/>
          </a:prstGeom>
          <a:gradFill>
            <a:gsLst>
              <a:gs pos="0">
                <a:schemeClr val="accent2">
                  <a:alpha val="10000"/>
                </a:schemeClr>
              </a:gs>
              <a:gs pos="100000">
                <a:schemeClr val="accent1">
                  <a:alpha val="3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5D4AF3-2440-4267-15A6-29BC874FF240}"/>
              </a:ext>
            </a:extLst>
          </p:cNvPr>
          <p:cNvSpPr>
            <a:spLocks noGrp="1"/>
          </p:cNvSpPr>
          <p:nvPr>
            <p:ph type="ctrTitle" hasCustomPrompt="1"/>
          </p:nvPr>
        </p:nvSpPr>
        <p:spPr>
          <a:xfrm>
            <a:off x="858433" y="2239343"/>
            <a:ext cx="9209905" cy="2387600"/>
          </a:xfrm>
        </p:spPr>
        <p:txBody>
          <a:bodyPr lIns="0" anchor="b">
            <a:noAutofit/>
          </a:bodyPr>
          <a:lstStyle>
            <a:lvl1pPr algn="l">
              <a:lnSpc>
                <a:spcPct val="80000"/>
              </a:lnSpc>
              <a:defRPr sz="8000"/>
            </a:lvl1pPr>
          </a:lstStyle>
          <a:p>
            <a:r>
              <a:rPr lang="en-US" dirty="0"/>
              <a:t>Click To Edit Master Title Style</a:t>
            </a:r>
          </a:p>
        </p:txBody>
      </p:sp>
      <p:pic>
        <p:nvPicPr>
          <p:cNvPr id="9" name="Picture 8" descr="A black background with white lines&#10;&#10;Description automatically generated">
            <a:extLst>
              <a:ext uri="{FF2B5EF4-FFF2-40B4-BE49-F238E27FC236}">
                <a16:creationId xmlns:a16="http://schemas.microsoft.com/office/drawing/2014/main" id="{9EA8E350-8FE0-C635-CEA4-E67702C206D7}"/>
              </a:ext>
            </a:extLst>
          </p:cNvPr>
          <p:cNvPicPr>
            <a:picLocks noChangeAspect="1"/>
          </p:cNvPicPr>
          <p:nvPr userDrawn="1"/>
        </p:nvPicPr>
        <p:blipFill rotWithShape="1">
          <a:blip r:embed="rId2"/>
          <a:srcRect l="8607" t="-4663" r="8607" b="86478"/>
          <a:stretch/>
        </p:blipFill>
        <p:spPr>
          <a:xfrm>
            <a:off x="0" y="5735637"/>
            <a:ext cx="12192000" cy="1122363"/>
          </a:xfrm>
          <a:prstGeom prst="rect">
            <a:avLst/>
          </a:prstGeom>
        </p:spPr>
      </p:pic>
      <p:sp>
        <p:nvSpPr>
          <p:cNvPr id="10" name="Date Placeholder 9">
            <a:extLst>
              <a:ext uri="{FF2B5EF4-FFF2-40B4-BE49-F238E27FC236}">
                <a16:creationId xmlns:a16="http://schemas.microsoft.com/office/drawing/2014/main" id="{B7064F56-7EE7-8C33-462D-DCEF0BE31B9F}"/>
              </a:ext>
            </a:extLst>
          </p:cNvPr>
          <p:cNvSpPr>
            <a:spLocks noGrp="1"/>
          </p:cNvSpPr>
          <p:nvPr>
            <p:ph type="dt" sz="half" idx="10"/>
          </p:nvPr>
        </p:nvSpPr>
        <p:spPr>
          <a:xfrm>
            <a:off x="858434" y="1839641"/>
            <a:ext cx="2813330" cy="365125"/>
          </a:xfrm>
          <a:prstGeom prst="rect">
            <a:avLst/>
          </a:prstGeom>
        </p:spPr>
        <p:txBody>
          <a:bodyPr lIns="0"/>
          <a:lstStyle>
            <a:lvl1pPr>
              <a:defRPr b="0" i="0">
                <a:solidFill>
                  <a:schemeClr val="accent1"/>
                </a:solidFill>
                <a:latin typeface="Space Grotesk" pitchFamily="2" charset="77"/>
              </a:defRPr>
            </a:lvl1pPr>
          </a:lstStyle>
          <a:p>
            <a:r>
              <a:rPr lang="en-US" dirty="0"/>
              <a:t>DATE</a:t>
            </a:r>
          </a:p>
        </p:txBody>
      </p:sp>
      <p:sp>
        <p:nvSpPr>
          <p:cNvPr id="4" name="Date Placeholder 9">
            <a:extLst>
              <a:ext uri="{FF2B5EF4-FFF2-40B4-BE49-F238E27FC236}">
                <a16:creationId xmlns:a16="http://schemas.microsoft.com/office/drawing/2014/main" id="{7893F2CA-7CEB-500D-6636-67665110625B}"/>
              </a:ext>
            </a:extLst>
          </p:cNvPr>
          <p:cNvSpPr txBox="1">
            <a:spLocks/>
          </p:cNvSpPr>
          <p:nvPr userDrawn="1"/>
        </p:nvSpPr>
        <p:spPr>
          <a:xfrm>
            <a:off x="2875125" y="5093068"/>
            <a:ext cx="218804" cy="365125"/>
          </a:xfrm>
          <a:prstGeom prst="rect">
            <a:avLst/>
          </a:prstGeom>
        </p:spPr>
        <p:txBody>
          <a:bodyPr lIns="0"/>
          <a:lstStyle>
            <a:defPPr>
              <a:defRPr lang="en-US"/>
            </a:defPPr>
            <a:lvl1pPr marL="0" algn="l" defTabSz="914400" rtl="0" eaLnBrk="1" latinLnBrk="0" hangingPunct="1">
              <a:defRPr sz="1800" b="0" i="0" kern="1200">
                <a:solidFill>
                  <a:schemeClr val="accent1"/>
                </a:solidFill>
                <a:latin typeface="Space Grotesk"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207190445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3 Icons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0"/>
            <a:ext cx="10515600" cy="1371600"/>
          </a:xfrm>
        </p:spPr>
        <p:txBody>
          <a:bodyPr lIns="0" anchor="b"/>
          <a:lstStyle>
            <a:lvl1pPr>
              <a:defRPr>
                <a:solidFill>
                  <a:schemeClr val="tx1"/>
                </a:solidFill>
              </a:defRPr>
            </a:lvl1pPr>
          </a:lstStyle>
          <a:p>
            <a:r>
              <a:rPr lang="en-US"/>
              <a:t>Click to edit Master title style</a:t>
            </a:r>
          </a:p>
        </p:txBody>
      </p:sp>
      <p:sp>
        <p:nvSpPr>
          <p:cNvPr id="3" name="Text Placeholder 2">
            <a:extLst>
              <a:ext uri="{FF2B5EF4-FFF2-40B4-BE49-F238E27FC236}">
                <a16:creationId xmlns:a16="http://schemas.microsoft.com/office/drawing/2014/main" id="{78D8919D-F591-6F57-9A52-45A82132CF17}"/>
              </a:ext>
            </a:extLst>
          </p:cNvPr>
          <p:cNvSpPr>
            <a:spLocks noGrp="1"/>
          </p:cNvSpPr>
          <p:nvPr>
            <p:ph type="body" idx="1" hasCustomPrompt="1"/>
          </p:nvPr>
        </p:nvSpPr>
        <p:spPr>
          <a:xfrm>
            <a:off x="839788"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4" name="Content Placeholder 3">
            <a:extLst>
              <a:ext uri="{FF2B5EF4-FFF2-40B4-BE49-F238E27FC236}">
                <a16:creationId xmlns:a16="http://schemas.microsoft.com/office/drawing/2014/main" id="{C76C3678-136B-4BE3-A41D-B160452A91AD}"/>
              </a:ext>
            </a:extLst>
          </p:cNvPr>
          <p:cNvSpPr>
            <a:spLocks noGrp="1"/>
          </p:cNvSpPr>
          <p:nvPr>
            <p:ph sz="half" idx="2" hasCustomPrompt="1"/>
          </p:nvPr>
        </p:nvSpPr>
        <p:spPr>
          <a:xfrm>
            <a:off x="839788" y="3632200"/>
            <a:ext cx="3198812" cy="2057400"/>
          </a:xfrm>
          <a:prstGeom prst="rect">
            <a:avLst/>
          </a:prstGeom>
        </p:spPr>
        <p:txBody>
          <a:bodyPr lIns="0">
            <a:normAutofit/>
          </a:bodyPr>
          <a:lstStyle>
            <a:lvl1pPr marL="0" indent="0">
              <a:lnSpc>
                <a:spcPts val="2400"/>
              </a:lnSpc>
              <a:buNone/>
              <a:defRPr sz="1600" b="0" i="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14" name="Straight Connector 13">
            <a:extLst>
              <a:ext uri="{FF2B5EF4-FFF2-40B4-BE49-F238E27FC236}">
                <a16:creationId xmlns:a16="http://schemas.microsoft.com/office/drawing/2014/main" id="{EE313EF0-0C68-7F83-268F-B4EE9602537D}"/>
              </a:ext>
            </a:extLst>
          </p:cNvPr>
          <p:cNvCxnSpPr>
            <a:cxnSpLocks/>
          </p:cNvCxnSpPr>
          <p:nvPr userDrawn="1"/>
        </p:nvCxnSpPr>
        <p:spPr>
          <a:xfrm flipH="1">
            <a:off x="838200" y="3521462"/>
            <a:ext cx="3200400" cy="0"/>
          </a:xfrm>
          <a:prstGeom prst="line">
            <a:avLst/>
          </a:prstGeom>
          <a:ln w="19050">
            <a:gradFill>
              <a:gsLst>
                <a:gs pos="0">
                  <a:schemeClr val="bg1"/>
                </a:gs>
                <a:gs pos="100000">
                  <a:schemeClr val="tx2"/>
                </a:gs>
              </a:gsLst>
              <a:lin ang="10800000" scaled="0"/>
            </a:gradFill>
          </a:ln>
        </p:spPr>
        <p:style>
          <a:lnRef idx="2">
            <a:schemeClr val="accent1"/>
          </a:lnRef>
          <a:fillRef idx="0">
            <a:schemeClr val="accent1"/>
          </a:fillRef>
          <a:effectRef idx="1">
            <a:schemeClr val="accent1"/>
          </a:effectRef>
          <a:fontRef idx="minor">
            <a:schemeClr val="tx1"/>
          </a:fontRef>
        </p:style>
      </p:cxnSp>
      <p:sp>
        <p:nvSpPr>
          <p:cNvPr id="16" name="Picture Placeholder 15">
            <a:extLst>
              <a:ext uri="{FF2B5EF4-FFF2-40B4-BE49-F238E27FC236}">
                <a16:creationId xmlns:a16="http://schemas.microsoft.com/office/drawing/2014/main" id="{45300034-1C70-8F94-8152-2D872C0B4DD0}"/>
              </a:ext>
            </a:extLst>
          </p:cNvPr>
          <p:cNvSpPr>
            <a:spLocks noGrp="1"/>
          </p:cNvSpPr>
          <p:nvPr>
            <p:ph type="pic" sz="quarter" idx="11"/>
          </p:nvPr>
        </p:nvSpPr>
        <p:spPr>
          <a:xfrm>
            <a:off x="838201" y="2366107"/>
            <a:ext cx="513618" cy="513617"/>
          </a:xfrm>
          <a:prstGeom prst="rect">
            <a:avLst/>
          </a:prstGeom>
          <a:noFill/>
        </p:spPr>
        <p:txBody>
          <a:bodyPr>
            <a:normAutofit/>
          </a:bodyPr>
          <a:lstStyle>
            <a:lvl1pPr marL="0" indent="0" algn="ctr">
              <a:buNone/>
              <a:defRPr sz="700">
                <a:solidFill>
                  <a:schemeClr val="tx2"/>
                </a:solidFill>
              </a:defRPr>
            </a:lvl1pPr>
          </a:lstStyle>
          <a:p>
            <a:endParaRPr lang="en-US"/>
          </a:p>
        </p:txBody>
      </p:sp>
      <p:sp>
        <p:nvSpPr>
          <p:cNvPr id="20" name="Text Placeholder 2">
            <a:extLst>
              <a:ext uri="{FF2B5EF4-FFF2-40B4-BE49-F238E27FC236}">
                <a16:creationId xmlns:a16="http://schemas.microsoft.com/office/drawing/2014/main" id="{67E3876F-C624-2E08-9CC5-F736C0191B74}"/>
              </a:ext>
            </a:extLst>
          </p:cNvPr>
          <p:cNvSpPr>
            <a:spLocks noGrp="1"/>
          </p:cNvSpPr>
          <p:nvPr>
            <p:ph type="body" idx="12" hasCustomPrompt="1"/>
          </p:nvPr>
        </p:nvSpPr>
        <p:spPr>
          <a:xfrm>
            <a:off x="4497387"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1" name="Content Placeholder 3">
            <a:extLst>
              <a:ext uri="{FF2B5EF4-FFF2-40B4-BE49-F238E27FC236}">
                <a16:creationId xmlns:a16="http://schemas.microsoft.com/office/drawing/2014/main" id="{301404FB-5DA1-8F62-9D35-22037631E03E}"/>
              </a:ext>
            </a:extLst>
          </p:cNvPr>
          <p:cNvSpPr>
            <a:spLocks noGrp="1"/>
          </p:cNvSpPr>
          <p:nvPr>
            <p:ph sz="half" idx="13" hasCustomPrompt="1"/>
          </p:nvPr>
        </p:nvSpPr>
        <p:spPr>
          <a:xfrm>
            <a:off x="4497387" y="3632200"/>
            <a:ext cx="3198812" cy="2057400"/>
          </a:xfrm>
          <a:prstGeom prst="rect">
            <a:avLst/>
          </a:prstGeom>
        </p:spPr>
        <p:txBody>
          <a:bodyPr lIns="0">
            <a:normAutofit/>
          </a:bodyPr>
          <a:lstStyle>
            <a:lvl1pPr marL="0" indent="0">
              <a:lnSpc>
                <a:spcPts val="24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22" name="Straight Connector 21">
            <a:extLst>
              <a:ext uri="{FF2B5EF4-FFF2-40B4-BE49-F238E27FC236}">
                <a16:creationId xmlns:a16="http://schemas.microsoft.com/office/drawing/2014/main" id="{ABDE6AB5-6AE0-82CE-AD34-3A98094FEAE4}"/>
              </a:ext>
            </a:extLst>
          </p:cNvPr>
          <p:cNvCxnSpPr>
            <a:cxnSpLocks/>
          </p:cNvCxnSpPr>
          <p:nvPr userDrawn="1"/>
        </p:nvCxnSpPr>
        <p:spPr>
          <a:xfrm flipH="1">
            <a:off x="4495799" y="3521462"/>
            <a:ext cx="3200400" cy="0"/>
          </a:xfrm>
          <a:prstGeom prst="line">
            <a:avLst/>
          </a:prstGeom>
          <a:ln w="19050">
            <a:gradFill>
              <a:gsLst>
                <a:gs pos="0">
                  <a:schemeClr val="bg1"/>
                </a:gs>
                <a:gs pos="100000">
                  <a:schemeClr val="tx2"/>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3" name="Text Placeholder 2">
            <a:extLst>
              <a:ext uri="{FF2B5EF4-FFF2-40B4-BE49-F238E27FC236}">
                <a16:creationId xmlns:a16="http://schemas.microsoft.com/office/drawing/2014/main" id="{528C2E57-6B66-2EDE-A231-33EE4C6664E9}"/>
              </a:ext>
            </a:extLst>
          </p:cNvPr>
          <p:cNvSpPr>
            <a:spLocks noGrp="1"/>
          </p:cNvSpPr>
          <p:nvPr>
            <p:ph type="body" idx="14" hasCustomPrompt="1"/>
          </p:nvPr>
        </p:nvSpPr>
        <p:spPr>
          <a:xfrm>
            <a:off x="8138659"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4" name="Content Placeholder 3">
            <a:extLst>
              <a:ext uri="{FF2B5EF4-FFF2-40B4-BE49-F238E27FC236}">
                <a16:creationId xmlns:a16="http://schemas.microsoft.com/office/drawing/2014/main" id="{1CF29EB2-553C-147C-7F22-A92742616605}"/>
              </a:ext>
            </a:extLst>
          </p:cNvPr>
          <p:cNvSpPr>
            <a:spLocks noGrp="1"/>
          </p:cNvSpPr>
          <p:nvPr>
            <p:ph sz="half" idx="15" hasCustomPrompt="1"/>
          </p:nvPr>
        </p:nvSpPr>
        <p:spPr>
          <a:xfrm>
            <a:off x="8138659" y="3632200"/>
            <a:ext cx="3198812" cy="2057400"/>
          </a:xfrm>
          <a:prstGeom prst="rect">
            <a:avLst/>
          </a:prstGeom>
        </p:spPr>
        <p:txBody>
          <a:bodyPr lIns="0">
            <a:normAutofit/>
          </a:bodyPr>
          <a:lstStyle>
            <a:lvl1pPr marL="0" indent="0">
              <a:lnSpc>
                <a:spcPts val="24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25" name="Straight Connector 24">
            <a:extLst>
              <a:ext uri="{FF2B5EF4-FFF2-40B4-BE49-F238E27FC236}">
                <a16:creationId xmlns:a16="http://schemas.microsoft.com/office/drawing/2014/main" id="{064A9869-93B2-2F80-EC16-5348A9B0CE24}"/>
              </a:ext>
            </a:extLst>
          </p:cNvPr>
          <p:cNvCxnSpPr>
            <a:cxnSpLocks/>
          </p:cNvCxnSpPr>
          <p:nvPr userDrawn="1"/>
        </p:nvCxnSpPr>
        <p:spPr>
          <a:xfrm flipH="1">
            <a:off x="8137071" y="3521462"/>
            <a:ext cx="3200400" cy="0"/>
          </a:xfrm>
          <a:prstGeom prst="line">
            <a:avLst/>
          </a:prstGeom>
          <a:ln w="19050">
            <a:gradFill>
              <a:gsLst>
                <a:gs pos="0">
                  <a:schemeClr val="bg1"/>
                </a:gs>
                <a:gs pos="100000">
                  <a:schemeClr val="tx2"/>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6" name="Picture Placeholder 15">
            <a:extLst>
              <a:ext uri="{FF2B5EF4-FFF2-40B4-BE49-F238E27FC236}">
                <a16:creationId xmlns:a16="http://schemas.microsoft.com/office/drawing/2014/main" id="{984633D0-2796-3674-9847-05217F066DC6}"/>
              </a:ext>
            </a:extLst>
          </p:cNvPr>
          <p:cNvSpPr>
            <a:spLocks noGrp="1"/>
          </p:cNvSpPr>
          <p:nvPr>
            <p:ph type="pic" sz="quarter" idx="16"/>
          </p:nvPr>
        </p:nvSpPr>
        <p:spPr>
          <a:xfrm>
            <a:off x="4495799" y="2366107"/>
            <a:ext cx="513618" cy="513617"/>
          </a:xfrm>
          <a:prstGeom prst="rect">
            <a:avLst/>
          </a:prstGeom>
          <a:noFill/>
        </p:spPr>
        <p:txBody>
          <a:bodyPr>
            <a:normAutofit/>
          </a:bodyPr>
          <a:lstStyle>
            <a:lvl1pPr marL="0" indent="0" algn="ctr">
              <a:buNone/>
              <a:defRPr sz="700">
                <a:solidFill>
                  <a:schemeClr val="tx2"/>
                </a:solidFill>
              </a:defRPr>
            </a:lvl1pPr>
          </a:lstStyle>
          <a:p>
            <a:endParaRPr lang="en-US"/>
          </a:p>
        </p:txBody>
      </p:sp>
      <p:sp>
        <p:nvSpPr>
          <p:cNvPr id="27" name="Picture Placeholder 15">
            <a:extLst>
              <a:ext uri="{FF2B5EF4-FFF2-40B4-BE49-F238E27FC236}">
                <a16:creationId xmlns:a16="http://schemas.microsoft.com/office/drawing/2014/main" id="{42C60FC7-5D5B-4280-5EA2-E07CBDDC52B8}"/>
              </a:ext>
            </a:extLst>
          </p:cNvPr>
          <p:cNvSpPr>
            <a:spLocks noGrp="1"/>
          </p:cNvSpPr>
          <p:nvPr>
            <p:ph type="pic" sz="quarter" idx="17"/>
          </p:nvPr>
        </p:nvSpPr>
        <p:spPr>
          <a:xfrm>
            <a:off x="8137071" y="2366107"/>
            <a:ext cx="513618" cy="513617"/>
          </a:xfrm>
          <a:prstGeom prst="rect">
            <a:avLst/>
          </a:prstGeom>
          <a:noFill/>
        </p:spPr>
        <p:txBody>
          <a:bodyPr>
            <a:normAutofit/>
          </a:bodyPr>
          <a:lstStyle>
            <a:lvl1pPr marL="0" indent="0" algn="ctr">
              <a:buNone/>
              <a:defRPr sz="700">
                <a:solidFill>
                  <a:schemeClr val="tx2"/>
                </a:solidFill>
              </a:defRPr>
            </a:lvl1pPr>
          </a:lstStyle>
          <a:p>
            <a:endParaRPr lang="en-US" dirty="0"/>
          </a:p>
        </p:txBody>
      </p:sp>
    </p:spTree>
    <p:extLst>
      <p:ext uri="{BB962C8B-B14F-4D97-AF65-F5344CB8AC3E}">
        <p14:creationId xmlns:p14="http://schemas.microsoft.com/office/powerpoint/2010/main" val="2023204882"/>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3 Column Icons - Light">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8D8919D-F591-6F57-9A52-45A82132CF17}"/>
              </a:ext>
            </a:extLst>
          </p:cNvPr>
          <p:cNvSpPr>
            <a:spLocks noGrp="1"/>
          </p:cNvSpPr>
          <p:nvPr>
            <p:ph type="body" idx="1" hasCustomPrompt="1"/>
          </p:nvPr>
        </p:nvSpPr>
        <p:spPr>
          <a:xfrm>
            <a:off x="839788"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4" name="Content Placeholder 3">
            <a:extLst>
              <a:ext uri="{FF2B5EF4-FFF2-40B4-BE49-F238E27FC236}">
                <a16:creationId xmlns:a16="http://schemas.microsoft.com/office/drawing/2014/main" id="{C76C3678-136B-4BE3-A41D-B160452A91AD}"/>
              </a:ext>
            </a:extLst>
          </p:cNvPr>
          <p:cNvSpPr>
            <a:spLocks noGrp="1"/>
          </p:cNvSpPr>
          <p:nvPr>
            <p:ph sz="half" idx="2" hasCustomPrompt="1"/>
          </p:nvPr>
        </p:nvSpPr>
        <p:spPr>
          <a:xfrm>
            <a:off x="839788" y="3632200"/>
            <a:ext cx="31988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14" name="Straight Connector 13">
            <a:extLst>
              <a:ext uri="{FF2B5EF4-FFF2-40B4-BE49-F238E27FC236}">
                <a16:creationId xmlns:a16="http://schemas.microsoft.com/office/drawing/2014/main" id="{EE313EF0-0C68-7F83-268F-B4EE9602537D}"/>
              </a:ext>
            </a:extLst>
          </p:cNvPr>
          <p:cNvCxnSpPr>
            <a:cxnSpLocks/>
          </p:cNvCxnSpPr>
          <p:nvPr userDrawn="1"/>
        </p:nvCxnSpPr>
        <p:spPr>
          <a:xfrm flipH="1">
            <a:off x="838200" y="3521462"/>
            <a:ext cx="3200400" cy="0"/>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16" name="Picture Placeholder 15">
            <a:extLst>
              <a:ext uri="{FF2B5EF4-FFF2-40B4-BE49-F238E27FC236}">
                <a16:creationId xmlns:a16="http://schemas.microsoft.com/office/drawing/2014/main" id="{45300034-1C70-8F94-8152-2D872C0B4DD0}"/>
              </a:ext>
            </a:extLst>
          </p:cNvPr>
          <p:cNvSpPr>
            <a:spLocks noGrp="1"/>
          </p:cNvSpPr>
          <p:nvPr>
            <p:ph type="pic" sz="quarter" idx="11"/>
          </p:nvPr>
        </p:nvSpPr>
        <p:spPr>
          <a:xfrm>
            <a:off x="838201" y="2353407"/>
            <a:ext cx="513618" cy="513617"/>
          </a:xfrm>
          <a:prstGeom prst="rect">
            <a:avLst/>
          </a:prstGeom>
          <a:noFill/>
        </p:spPr>
        <p:txBody>
          <a:bodyPr>
            <a:normAutofit/>
          </a:bodyPr>
          <a:lstStyle>
            <a:lvl1pPr marL="0" indent="0" algn="ctr">
              <a:buNone/>
              <a:defRPr sz="700">
                <a:solidFill>
                  <a:schemeClr val="tx2"/>
                </a:solidFill>
              </a:defRPr>
            </a:lvl1pPr>
          </a:lstStyle>
          <a:p>
            <a:endParaRPr lang="en-US"/>
          </a:p>
        </p:txBody>
      </p:sp>
      <p:sp>
        <p:nvSpPr>
          <p:cNvPr id="20" name="Text Placeholder 2">
            <a:extLst>
              <a:ext uri="{FF2B5EF4-FFF2-40B4-BE49-F238E27FC236}">
                <a16:creationId xmlns:a16="http://schemas.microsoft.com/office/drawing/2014/main" id="{67E3876F-C624-2E08-9CC5-F736C0191B74}"/>
              </a:ext>
            </a:extLst>
          </p:cNvPr>
          <p:cNvSpPr>
            <a:spLocks noGrp="1"/>
          </p:cNvSpPr>
          <p:nvPr>
            <p:ph type="body" idx="12" hasCustomPrompt="1"/>
          </p:nvPr>
        </p:nvSpPr>
        <p:spPr>
          <a:xfrm>
            <a:off x="4497387"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1" name="Content Placeholder 3">
            <a:extLst>
              <a:ext uri="{FF2B5EF4-FFF2-40B4-BE49-F238E27FC236}">
                <a16:creationId xmlns:a16="http://schemas.microsoft.com/office/drawing/2014/main" id="{301404FB-5DA1-8F62-9D35-22037631E03E}"/>
              </a:ext>
            </a:extLst>
          </p:cNvPr>
          <p:cNvSpPr>
            <a:spLocks noGrp="1"/>
          </p:cNvSpPr>
          <p:nvPr>
            <p:ph sz="half" idx="13" hasCustomPrompt="1"/>
          </p:nvPr>
        </p:nvSpPr>
        <p:spPr>
          <a:xfrm>
            <a:off x="4497387" y="3632200"/>
            <a:ext cx="31988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sp>
        <p:nvSpPr>
          <p:cNvPr id="23" name="Text Placeholder 2">
            <a:extLst>
              <a:ext uri="{FF2B5EF4-FFF2-40B4-BE49-F238E27FC236}">
                <a16:creationId xmlns:a16="http://schemas.microsoft.com/office/drawing/2014/main" id="{528C2E57-6B66-2EDE-A231-33EE4C6664E9}"/>
              </a:ext>
            </a:extLst>
          </p:cNvPr>
          <p:cNvSpPr>
            <a:spLocks noGrp="1"/>
          </p:cNvSpPr>
          <p:nvPr>
            <p:ph type="body" idx="14" hasCustomPrompt="1"/>
          </p:nvPr>
        </p:nvSpPr>
        <p:spPr>
          <a:xfrm>
            <a:off x="8138659"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4" name="Content Placeholder 3">
            <a:extLst>
              <a:ext uri="{FF2B5EF4-FFF2-40B4-BE49-F238E27FC236}">
                <a16:creationId xmlns:a16="http://schemas.microsoft.com/office/drawing/2014/main" id="{1CF29EB2-553C-147C-7F22-A92742616605}"/>
              </a:ext>
            </a:extLst>
          </p:cNvPr>
          <p:cNvSpPr>
            <a:spLocks noGrp="1"/>
          </p:cNvSpPr>
          <p:nvPr>
            <p:ph sz="half" idx="15" hasCustomPrompt="1"/>
          </p:nvPr>
        </p:nvSpPr>
        <p:spPr>
          <a:xfrm>
            <a:off x="8138659" y="3632200"/>
            <a:ext cx="31988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sp>
        <p:nvSpPr>
          <p:cNvPr id="26" name="Picture Placeholder 15">
            <a:extLst>
              <a:ext uri="{FF2B5EF4-FFF2-40B4-BE49-F238E27FC236}">
                <a16:creationId xmlns:a16="http://schemas.microsoft.com/office/drawing/2014/main" id="{984633D0-2796-3674-9847-05217F066DC6}"/>
              </a:ext>
            </a:extLst>
          </p:cNvPr>
          <p:cNvSpPr>
            <a:spLocks noGrp="1"/>
          </p:cNvSpPr>
          <p:nvPr>
            <p:ph type="pic" sz="quarter" idx="16"/>
          </p:nvPr>
        </p:nvSpPr>
        <p:spPr>
          <a:xfrm>
            <a:off x="4495799" y="2353407"/>
            <a:ext cx="513618" cy="513617"/>
          </a:xfrm>
          <a:prstGeom prst="rect">
            <a:avLst/>
          </a:prstGeom>
          <a:noFill/>
        </p:spPr>
        <p:txBody>
          <a:bodyPr>
            <a:normAutofit/>
          </a:bodyPr>
          <a:lstStyle>
            <a:lvl1pPr marL="0" indent="0" algn="ctr">
              <a:buNone/>
              <a:defRPr sz="700">
                <a:solidFill>
                  <a:schemeClr val="tx2"/>
                </a:solidFill>
              </a:defRPr>
            </a:lvl1pPr>
          </a:lstStyle>
          <a:p>
            <a:endParaRPr lang="en-US"/>
          </a:p>
        </p:txBody>
      </p:sp>
      <p:sp>
        <p:nvSpPr>
          <p:cNvPr id="27" name="Picture Placeholder 15">
            <a:extLst>
              <a:ext uri="{FF2B5EF4-FFF2-40B4-BE49-F238E27FC236}">
                <a16:creationId xmlns:a16="http://schemas.microsoft.com/office/drawing/2014/main" id="{42C60FC7-5D5B-4280-5EA2-E07CBDDC52B8}"/>
              </a:ext>
            </a:extLst>
          </p:cNvPr>
          <p:cNvSpPr>
            <a:spLocks noGrp="1"/>
          </p:cNvSpPr>
          <p:nvPr>
            <p:ph type="pic" sz="quarter" idx="17"/>
          </p:nvPr>
        </p:nvSpPr>
        <p:spPr>
          <a:xfrm>
            <a:off x="8137071" y="2353407"/>
            <a:ext cx="513618" cy="513617"/>
          </a:xfrm>
          <a:prstGeom prst="rect">
            <a:avLst/>
          </a:prstGeom>
          <a:noFill/>
        </p:spPr>
        <p:txBody>
          <a:bodyPr>
            <a:normAutofit/>
          </a:bodyPr>
          <a:lstStyle>
            <a:lvl1pPr marL="0" indent="0" algn="ctr">
              <a:buNone/>
              <a:defRPr sz="700">
                <a:solidFill>
                  <a:schemeClr val="tx2"/>
                </a:solidFill>
              </a:defRPr>
            </a:lvl1pPr>
          </a:lstStyle>
          <a:p>
            <a:endParaRPr lang="en-US" dirty="0"/>
          </a:p>
        </p:txBody>
      </p:sp>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0"/>
            <a:ext cx="10515600" cy="1371600"/>
          </a:xfrm>
        </p:spPr>
        <p:txBody>
          <a:bodyPr lIns="0" anchor="b"/>
          <a:lstStyle>
            <a:lvl1pPr>
              <a:defRPr>
                <a:solidFill>
                  <a:schemeClr val="tx1"/>
                </a:solidFill>
              </a:defRPr>
            </a:lvl1pPr>
          </a:lstStyle>
          <a:p>
            <a:r>
              <a:rPr lang="en-US"/>
              <a:t>Click to edit Master title style</a:t>
            </a:r>
          </a:p>
        </p:txBody>
      </p:sp>
      <p:sp>
        <p:nvSpPr>
          <p:cNvPr id="6" name="Slide Number Placeholder 28">
            <a:extLst>
              <a:ext uri="{FF2B5EF4-FFF2-40B4-BE49-F238E27FC236}">
                <a16:creationId xmlns:a16="http://schemas.microsoft.com/office/drawing/2014/main" id="{27A0ACAE-1B01-F61E-9BBE-4F974D6B82FD}"/>
              </a:ext>
            </a:extLst>
          </p:cNvPr>
          <p:cNvSpPr>
            <a:spLocks noGrp="1"/>
          </p:cNvSpPr>
          <p:nvPr>
            <p:ph type="sldNum" sz="quarter" idx="19"/>
          </p:nvPr>
        </p:nvSpPr>
        <p:spPr>
          <a:xfrm>
            <a:off x="558800" y="6264275"/>
            <a:ext cx="279400" cy="365125"/>
          </a:xfrm>
          <a:prstGeom prst="rect">
            <a:avLst/>
          </a:prstGeom>
        </p:spPr>
        <p:txBody>
          <a:bodyPr/>
          <a:lstStyle/>
          <a:p>
            <a:fld id="{2E1C8E04-61AE-364F-9D16-6A67B5591D25}" type="slidenum">
              <a:rPr lang="en-US" smtClean="0"/>
              <a:pPr/>
              <a:t>‹#›</a:t>
            </a:fld>
            <a:endParaRPr lang="en-US" dirty="0"/>
          </a:p>
        </p:txBody>
      </p:sp>
      <p:cxnSp>
        <p:nvCxnSpPr>
          <p:cNvPr id="9" name="Straight Connector 8">
            <a:extLst>
              <a:ext uri="{FF2B5EF4-FFF2-40B4-BE49-F238E27FC236}">
                <a16:creationId xmlns:a16="http://schemas.microsoft.com/office/drawing/2014/main" id="{9549201C-BE26-0FE5-82A9-CA5F7D003F5F}"/>
              </a:ext>
            </a:extLst>
          </p:cNvPr>
          <p:cNvCxnSpPr>
            <a:cxnSpLocks/>
          </p:cNvCxnSpPr>
          <p:nvPr userDrawn="1"/>
        </p:nvCxnSpPr>
        <p:spPr>
          <a:xfrm flipH="1">
            <a:off x="4495799" y="3521462"/>
            <a:ext cx="3200400" cy="0"/>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5A535BD-1E42-29C4-9A38-42ACFD0663D1}"/>
              </a:ext>
            </a:extLst>
          </p:cNvPr>
          <p:cNvCxnSpPr>
            <a:cxnSpLocks/>
          </p:cNvCxnSpPr>
          <p:nvPr userDrawn="1"/>
        </p:nvCxnSpPr>
        <p:spPr>
          <a:xfrm flipH="1">
            <a:off x="8137071" y="3529486"/>
            <a:ext cx="3200400" cy="0"/>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6837730"/>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5 Column Light">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8D8919D-F591-6F57-9A52-45A82132CF17}"/>
              </a:ext>
            </a:extLst>
          </p:cNvPr>
          <p:cNvSpPr>
            <a:spLocks noGrp="1"/>
          </p:cNvSpPr>
          <p:nvPr>
            <p:ph type="body" idx="1" hasCustomPrompt="1"/>
          </p:nvPr>
        </p:nvSpPr>
        <p:spPr>
          <a:xfrm>
            <a:off x="839788"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4" name="Content Placeholder 3">
            <a:extLst>
              <a:ext uri="{FF2B5EF4-FFF2-40B4-BE49-F238E27FC236}">
                <a16:creationId xmlns:a16="http://schemas.microsoft.com/office/drawing/2014/main" id="{C76C3678-136B-4BE3-A41D-B160452A91AD}"/>
              </a:ext>
            </a:extLst>
          </p:cNvPr>
          <p:cNvSpPr>
            <a:spLocks noGrp="1"/>
          </p:cNvSpPr>
          <p:nvPr>
            <p:ph sz="half" idx="2" hasCustomPrompt="1"/>
          </p:nvPr>
        </p:nvSpPr>
        <p:spPr>
          <a:xfrm>
            <a:off x="839788"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14" name="Straight Connector 13">
            <a:extLst>
              <a:ext uri="{FF2B5EF4-FFF2-40B4-BE49-F238E27FC236}">
                <a16:creationId xmlns:a16="http://schemas.microsoft.com/office/drawing/2014/main" id="{EE313EF0-0C68-7F83-268F-B4EE9602537D}"/>
              </a:ext>
            </a:extLst>
          </p:cNvPr>
          <p:cNvCxnSpPr>
            <a:cxnSpLocks/>
          </p:cNvCxnSpPr>
          <p:nvPr userDrawn="1"/>
        </p:nvCxnSpPr>
        <p:spPr>
          <a:xfrm flipH="1" flipV="1">
            <a:off x="838200"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0"/>
            <a:ext cx="10515600" cy="1371600"/>
          </a:xfrm>
        </p:spPr>
        <p:txBody>
          <a:bodyPr lIns="0" anchor="b"/>
          <a:lstStyle>
            <a:lvl1pPr>
              <a:defRPr>
                <a:solidFill>
                  <a:schemeClr val="tx1"/>
                </a:solidFill>
              </a:defRPr>
            </a:lvl1pPr>
          </a:lstStyle>
          <a:p>
            <a:r>
              <a:rPr lang="en-US"/>
              <a:t>Click to edit Master title style</a:t>
            </a:r>
          </a:p>
        </p:txBody>
      </p:sp>
      <p:sp>
        <p:nvSpPr>
          <p:cNvPr id="6" name="Slide Number Placeholder 28">
            <a:extLst>
              <a:ext uri="{FF2B5EF4-FFF2-40B4-BE49-F238E27FC236}">
                <a16:creationId xmlns:a16="http://schemas.microsoft.com/office/drawing/2014/main" id="{27A0ACAE-1B01-F61E-9BBE-4F974D6B82FD}"/>
              </a:ext>
            </a:extLst>
          </p:cNvPr>
          <p:cNvSpPr>
            <a:spLocks noGrp="1"/>
          </p:cNvSpPr>
          <p:nvPr>
            <p:ph type="sldNum" sz="quarter" idx="19"/>
          </p:nvPr>
        </p:nvSpPr>
        <p:spPr>
          <a:xfrm>
            <a:off x="558800" y="6264275"/>
            <a:ext cx="279400" cy="365125"/>
          </a:xfrm>
          <a:prstGeom prst="rect">
            <a:avLst/>
          </a:prstGeom>
        </p:spPr>
        <p:txBody>
          <a:bodyPr/>
          <a:lstStyle/>
          <a:p>
            <a:fld id="{2E1C8E04-61AE-364F-9D16-6A67B5591D25}" type="slidenum">
              <a:rPr lang="en-US" smtClean="0"/>
              <a:pPr/>
              <a:t>‹#›</a:t>
            </a:fld>
            <a:endParaRPr lang="en-US" dirty="0"/>
          </a:p>
        </p:txBody>
      </p:sp>
      <p:sp>
        <p:nvSpPr>
          <p:cNvPr id="7" name="Footer Placeholder 29">
            <a:extLst>
              <a:ext uri="{FF2B5EF4-FFF2-40B4-BE49-F238E27FC236}">
                <a16:creationId xmlns:a16="http://schemas.microsoft.com/office/drawing/2014/main" id="{5A507428-CA05-067B-1CD3-11F25B16828E}"/>
              </a:ext>
            </a:extLst>
          </p:cNvPr>
          <p:cNvSpPr>
            <a:spLocks noGrp="1"/>
          </p:cNvSpPr>
          <p:nvPr>
            <p:ph type="ftr" sz="quarter" idx="20"/>
          </p:nvPr>
        </p:nvSpPr>
        <p:spPr>
          <a:xfrm>
            <a:off x="882210" y="6264275"/>
            <a:ext cx="4554218" cy="365125"/>
          </a:xfrm>
          <a:prstGeom prst="rect">
            <a:avLst/>
          </a:prstGeom>
        </p:spPr>
        <p:txBody>
          <a:bodyPr/>
          <a:lstStyle/>
          <a:p>
            <a:r>
              <a:rPr lang="en-US" dirty="0"/>
              <a:t>Presentation Title Goes Here</a:t>
            </a:r>
          </a:p>
        </p:txBody>
      </p:sp>
      <p:sp>
        <p:nvSpPr>
          <p:cNvPr id="15" name="Text Placeholder 2">
            <a:extLst>
              <a:ext uri="{FF2B5EF4-FFF2-40B4-BE49-F238E27FC236}">
                <a16:creationId xmlns:a16="http://schemas.microsoft.com/office/drawing/2014/main" id="{FD067527-C4F7-8075-1C76-31F6461A819F}"/>
              </a:ext>
            </a:extLst>
          </p:cNvPr>
          <p:cNvSpPr>
            <a:spLocks noGrp="1"/>
          </p:cNvSpPr>
          <p:nvPr>
            <p:ph type="body" idx="21" hasCustomPrompt="1"/>
          </p:nvPr>
        </p:nvSpPr>
        <p:spPr>
          <a:xfrm>
            <a:off x="3004919"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17" name="Content Placeholder 3">
            <a:extLst>
              <a:ext uri="{FF2B5EF4-FFF2-40B4-BE49-F238E27FC236}">
                <a16:creationId xmlns:a16="http://schemas.microsoft.com/office/drawing/2014/main" id="{606BE312-02AC-3AB8-BE70-EB304F73793C}"/>
              </a:ext>
            </a:extLst>
          </p:cNvPr>
          <p:cNvSpPr>
            <a:spLocks noGrp="1"/>
          </p:cNvSpPr>
          <p:nvPr>
            <p:ph sz="half" idx="22" hasCustomPrompt="1"/>
          </p:nvPr>
        </p:nvSpPr>
        <p:spPr>
          <a:xfrm>
            <a:off x="3004919"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18" name="Straight Connector 17">
            <a:extLst>
              <a:ext uri="{FF2B5EF4-FFF2-40B4-BE49-F238E27FC236}">
                <a16:creationId xmlns:a16="http://schemas.microsoft.com/office/drawing/2014/main" id="{4655305C-E303-08CD-27B2-2923661E6819}"/>
              </a:ext>
            </a:extLst>
          </p:cNvPr>
          <p:cNvCxnSpPr>
            <a:cxnSpLocks/>
          </p:cNvCxnSpPr>
          <p:nvPr userDrawn="1"/>
        </p:nvCxnSpPr>
        <p:spPr>
          <a:xfrm flipH="1" flipV="1">
            <a:off x="3003331"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19" name="Text Placeholder 2">
            <a:extLst>
              <a:ext uri="{FF2B5EF4-FFF2-40B4-BE49-F238E27FC236}">
                <a16:creationId xmlns:a16="http://schemas.microsoft.com/office/drawing/2014/main" id="{6A73B36A-D817-F94F-9277-49776BDA05D4}"/>
              </a:ext>
            </a:extLst>
          </p:cNvPr>
          <p:cNvSpPr>
            <a:spLocks noGrp="1"/>
          </p:cNvSpPr>
          <p:nvPr>
            <p:ph type="body" idx="23" hasCustomPrompt="1"/>
          </p:nvPr>
        </p:nvSpPr>
        <p:spPr>
          <a:xfrm>
            <a:off x="5138519"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2" name="Content Placeholder 3">
            <a:extLst>
              <a:ext uri="{FF2B5EF4-FFF2-40B4-BE49-F238E27FC236}">
                <a16:creationId xmlns:a16="http://schemas.microsoft.com/office/drawing/2014/main" id="{398B28E0-58F9-E14C-B4E4-9CB8DB376A69}"/>
              </a:ext>
            </a:extLst>
          </p:cNvPr>
          <p:cNvSpPr>
            <a:spLocks noGrp="1"/>
          </p:cNvSpPr>
          <p:nvPr>
            <p:ph sz="half" idx="24" hasCustomPrompt="1"/>
          </p:nvPr>
        </p:nvSpPr>
        <p:spPr>
          <a:xfrm>
            <a:off x="5138519"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25" name="Straight Connector 24">
            <a:extLst>
              <a:ext uri="{FF2B5EF4-FFF2-40B4-BE49-F238E27FC236}">
                <a16:creationId xmlns:a16="http://schemas.microsoft.com/office/drawing/2014/main" id="{CFCC8B13-6CE4-13D7-DCF1-50A0FD93EB9D}"/>
              </a:ext>
            </a:extLst>
          </p:cNvPr>
          <p:cNvCxnSpPr>
            <a:cxnSpLocks/>
          </p:cNvCxnSpPr>
          <p:nvPr userDrawn="1"/>
        </p:nvCxnSpPr>
        <p:spPr>
          <a:xfrm flipH="1" flipV="1">
            <a:off x="5136931"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8" name="Text Placeholder 2">
            <a:extLst>
              <a:ext uri="{FF2B5EF4-FFF2-40B4-BE49-F238E27FC236}">
                <a16:creationId xmlns:a16="http://schemas.microsoft.com/office/drawing/2014/main" id="{3B0BF586-CBE6-ABDD-67A1-3A6AEF972813}"/>
              </a:ext>
            </a:extLst>
          </p:cNvPr>
          <p:cNvSpPr>
            <a:spLocks noGrp="1"/>
          </p:cNvSpPr>
          <p:nvPr>
            <p:ph type="body" idx="25" hasCustomPrompt="1"/>
          </p:nvPr>
        </p:nvSpPr>
        <p:spPr>
          <a:xfrm>
            <a:off x="7282629"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9" name="Content Placeholder 3">
            <a:extLst>
              <a:ext uri="{FF2B5EF4-FFF2-40B4-BE49-F238E27FC236}">
                <a16:creationId xmlns:a16="http://schemas.microsoft.com/office/drawing/2014/main" id="{FB0F3C7D-7321-AFED-48C5-24F69A1669C7}"/>
              </a:ext>
            </a:extLst>
          </p:cNvPr>
          <p:cNvSpPr>
            <a:spLocks noGrp="1"/>
          </p:cNvSpPr>
          <p:nvPr>
            <p:ph sz="half" idx="26" hasCustomPrompt="1"/>
          </p:nvPr>
        </p:nvSpPr>
        <p:spPr>
          <a:xfrm>
            <a:off x="7282629"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30" name="Straight Connector 29">
            <a:extLst>
              <a:ext uri="{FF2B5EF4-FFF2-40B4-BE49-F238E27FC236}">
                <a16:creationId xmlns:a16="http://schemas.microsoft.com/office/drawing/2014/main" id="{64562D21-4C31-797F-92D7-700DED4A645E}"/>
              </a:ext>
            </a:extLst>
          </p:cNvPr>
          <p:cNvCxnSpPr>
            <a:cxnSpLocks/>
          </p:cNvCxnSpPr>
          <p:nvPr userDrawn="1"/>
        </p:nvCxnSpPr>
        <p:spPr>
          <a:xfrm flipH="1" flipV="1">
            <a:off x="7281041"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32" name="Text Placeholder 2">
            <a:extLst>
              <a:ext uri="{FF2B5EF4-FFF2-40B4-BE49-F238E27FC236}">
                <a16:creationId xmlns:a16="http://schemas.microsoft.com/office/drawing/2014/main" id="{28012A17-E353-8938-22FA-3EA49D311487}"/>
              </a:ext>
            </a:extLst>
          </p:cNvPr>
          <p:cNvSpPr>
            <a:spLocks noGrp="1"/>
          </p:cNvSpPr>
          <p:nvPr>
            <p:ph type="body" idx="27" hasCustomPrompt="1"/>
          </p:nvPr>
        </p:nvSpPr>
        <p:spPr>
          <a:xfrm>
            <a:off x="9447760"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33" name="Content Placeholder 3">
            <a:extLst>
              <a:ext uri="{FF2B5EF4-FFF2-40B4-BE49-F238E27FC236}">
                <a16:creationId xmlns:a16="http://schemas.microsoft.com/office/drawing/2014/main" id="{0ABEDEB6-178F-F4F5-CFFE-2C6199857F68}"/>
              </a:ext>
            </a:extLst>
          </p:cNvPr>
          <p:cNvSpPr>
            <a:spLocks noGrp="1"/>
          </p:cNvSpPr>
          <p:nvPr>
            <p:ph sz="half" idx="28" hasCustomPrompt="1"/>
          </p:nvPr>
        </p:nvSpPr>
        <p:spPr>
          <a:xfrm>
            <a:off x="9447760"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34" name="Straight Connector 33">
            <a:extLst>
              <a:ext uri="{FF2B5EF4-FFF2-40B4-BE49-F238E27FC236}">
                <a16:creationId xmlns:a16="http://schemas.microsoft.com/office/drawing/2014/main" id="{48CF2F9D-53F4-AA57-73A2-63866B50D116}"/>
              </a:ext>
            </a:extLst>
          </p:cNvPr>
          <p:cNvCxnSpPr>
            <a:cxnSpLocks/>
          </p:cNvCxnSpPr>
          <p:nvPr userDrawn="1"/>
        </p:nvCxnSpPr>
        <p:spPr>
          <a:xfrm flipH="1" flipV="1">
            <a:off x="9446172"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67588184"/>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3 Steps +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hasCustomPrompt="1"/>
          </p:nvPr>
        </p:nvSpPr>
        <p:spPr>
          <a:xfrm>
            <a:off x="838200" y="228600"/>
            <a:ext cx="5257800" cy="1828799"/>
          </a:xfrm>
        </p:spPr>
        <p:txBody>
          <a:bodyPr lIns="0" anchor="b"/>
          <a:lstStyle>
            <a:lvl1pPr>
              <a:defRPr>
                <a:solidFill>
                  <a:schemeClr val="tx1"/>
                </a:solidFill>
              </a:defRPr>
            </a:lvl1pPr>
          </a:lstStyle>
          <a:p>
            <a:r>
              <a:rPr lang="en-US" dirty="0"/>
              <a:t>Click To Edit Master Title Style</a:t>
            </a:r>
          </a:p>
        </p:txBody>
      </p:sp>
      <p:pic>
        <p:nvPicPr>
          <p:cNvPr id="18" name="Picture 17">
            <a:extLst>
              <a:ext uri="{FF2B5EF4-FFF2-40B4-BE49-F238E27FC236}">
                <a16:creationId xmlns:a16="http://schemas.microsoft.com/office/drawing/2014/main" id="{69BBD459-1C0D-AEC2-6EAB-6FE0EB31CE9D}"/>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3" name="Picture Placeholder 5">
            <a:extLst>
              <a:ext uri="{FF2B5EF4-FFF2-40B4-BE49-F238E27FC236}">
                <a16:creationId xmlns:a16="http://schemas.microsoft.com/office/drawing/2014/main" id="{045062FF-2E9A-87D2-17A5-9C6FDFBB5D2A}"/>
              </a:ext>
            </a:extLst>
          </p:cNvPr>
          <p:cNvSpPr>
            <a:spLocks noGrp="1"/>
          </p:cNvSpPr>
          <p:nvPr>
            <p:ph type="pic" sz="quarter" idx="13"/>
          </p:nvPr>
        </p:nvSpPr>
        <p:spPr>
          <a:xfrm>
            <a:off x="6726238" y="1143000"/>
            <a:ext cx="5465762" cy="4559969"/>
          </a:xfrm>
          <a:solidFill>
            <a:schemeClr val="bg2"/>
          </a:solidFill>
        </p:spPr>
        <p:txBody>
          <a:bodyPr anchor="ctr">
            <a:normAutofit/>
          </a:bodyPr>
          <a:lstStyle>
            <a:lvl1pPr marL="0" indent="0" algn="ctr">
              <a:buNone/>
              <a:defRPr sz="1400">
                <a:solidFill>
                  <a:schemeClr val="bg1"/>
                </a:solidFill>
              </a:defRPr>
            </a:lvl1pPr>
          </a:lstStyle>
          <a:p>
            <a:endParaRPr lang="en-US"/>
          </a:p>
        </p:txBody>
      </p:sp>
      <p:sp>
        <p:nvSpPr>
          <p:cNvPr id="4" name="Text Placeholder 2">
            <a:extLst>
              <a:ext uri="{FF2B5EF4-FFF2-40B4-BE49-F238E27FC236}">
                <a16:creationId xmlns:a16="http://schemas.microsoft.com/office/drawing/2014/main" id="{3105F4A7-3BAB-95AF-02B9-0F2D8213B716}"/>
              </a:ext>
            </a:extLst>
          </p:cNvPr>
          <p:cNvSpPr>
            <a:spLocks noGrp="1"/>
          </p:cNvSpPr>
          <p:nvPr>
            <p:ph type="body" idx="1" hasCustomPrompt="1"/>
          </p:nvPr>
        </p:nvSpPr>
        <p:spPr>
          <a:xfrm>
            <a:off x="1257858" y="2596994"/>
            <a:ext cx="3901975" cy="428951"/>
          </a:xfrm>
          <a:prstGeom prst="rect">
            <a:avLst/>
          </a:prstGeom>
        </p:spPr>
        <p:txBody>
          <a:bodyPr lIns="0" anchor="b">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5" name="Content Placeholder 3">
            <a:extLst>
              <a:ext uri="{FF2B5EF4-FFF2-40B4-BE49-F238E27FC236}">
                <a16:creationId xmlns:a16="http://schemas.microsoft.com/office/drawing/2014/main" id="{2420EB32-A56E-67B5-93A1-392B67B4F8BC}"/>
              </a:ext>
            </a:extLst>
          </p:cNvPr>
          <p:cNvSpPr>
            <a:spLocks noGrp="1"/>
          </p:cNvSpPr>
          <p:nvPr>
            <p:ph sz="half" idx="2" hasCustomPrompt="1"/>
          </p:nvPr>
        </p:nvSpPr>
        <p:spPr>
          <a:xfrm>
            <a:off x="1257859" y="2979647"/>
            <a:ext cx="4620431" cy="637674"/>
          </a:xfrm>
          <a:prstGeom prst="rect">
            <a:avLst/>
          </a:prstGeom>
        </p:spPr>
        <p:txBody>
          <a:bodyPr lIns="0">
            <a:norm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6" name="Text Placeholder 2">
            <a:extLst>
              <a:ext uri="{FF2B5EF4-FFF2-40B4-BE49-F238E27FC236}">
                <a16:creationId xmlns:a16="http://schemas.microsoft.com/office/drawing/2014/main" id="{203CB6BF-1C08-8CB4-CD16-5D148A5C112A}"/>
              </a:ext>
            </a:extLst>
          </p:cNvPr>
          <p:cNvSpPr>
            <a:spLocks noGrp="1"/>
          </p:cNvSpPr>
          <p:nvPr>
            <p:ph type="body" idx="14" hasCustomPrompt="1"/>
          </p:nvPr>
        </p:nvSpPr>
        <p:spPr>
          <a:xfrm>
            <a:off x="-158620" y="2793290"/>
            <a:ext cx="1171744" cy="1066630"/>
          </a:xfrm>
          <a:prstGeom prst="rect">
            <a:avLst/>
          </a:prstGeom>
        </p:spPr>
        <p:txBody>
          <a:bodyPr lIns="0" tIns="0" bIns="0" anchor="ctr">
            <a:noAutofit/>
          </a:bodyPr>
          <a:lstStyle>
            <a:lvl1pPr marL="0" indent="0">
              <a:spcBef>
                <a:spcPts val="0"/>
              </a:spcBef>
              <a:buNone/>
              <a:defRPr sz="7200" b="1" spc="-150">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7" name="Text Placeholder 2">
            <a:extLst>
              <a:ext uri="{FF2B5EF4-FFF2-40B4-BE49-F238E27FC236}">
                <a16:creationId xmlns:a16="http://schemas.microsoft.com/office/drawing/2014/main" id="{8F992088-131E-8890-C67F-7B7266CA3992}"/>
              </a:ext>
            </a:extLst>
          </p:cNvPr>
          <p:cNvSpPr>
            <a:spLocks noGrp="1"/>
          </p:cNvSpPr>
          <p:nvPr>
            <p:ph type="body" idx="15" hasCustomPrompt="1"/>
          </p:nvPr>
        </p:nvSpPr>
        <p:spPr>
          <a:xfrm>
            <a:off x="1257858" y="3788121"/>
            <a:ext cx="3901975" cy="428951"/>
          </a:xfrm>
          <a:prstGeom prst="rect">
            <a:avLst/>
          </a:prstGeom>
        </p:spPr>
        <p:txBody>
          <a:bodyPr lIns="0" anchor="b">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8" name="Content Placeholder 3">
            <a:extLst>
              <a:ext uri="{FF2B5EF4-FFF2-40B4-BE49-F238E27FC236}">
                <a16:creationId xmlns:a16="http://schemas.microsoft.com/office/drawing/2014/main" id="{D943D6F3-F48B-C789-556E-E841DEA64E8C}"/>
              </a:ext>
            </a:extLst>
          </p:cNvPr>
          <p:cNvSpPr>
            <a:spLocks noGrp="1"/>
          </p:cNvSpPr>
          <p:nvPr>
            <p:ph sz="half" idx="16" hasCustomPrompt="1"/>
          </p:nvPr>
        </p:nvSpPr>
        <p:spPr>
          <a:xfrm>
            <a:off x="1257859" y="4170774"/>
            <a:ext cx="4620431" cy="637674"/>
          </a:xfrm>
          <a:prstGeom prst="rect">
            <a:avLst/>
          </a:prstGeom>
        </p:spPr>
        <p:txBody>
          <a:bodyPr lIns="0">
            <a:norm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9" name="Text Placeholder 2">
            <a:extLst>
              <a:ext uri="{FF2B5EF4-FFF2-40B4-BE49-F238E27FC236}">
                <a16:creationId xmlns:a16="http://schemas.microsoft.com/office/drawing/2014/main" id="{C5FDA803-361A-5347-6DCB-47EB903F4587}"/>
              </a:ext>
            </a:extLst>
          </p:cNvPr>
          <p:cNvSpPr>
            <a:spLocks noGrp="1"/>
          </p:cNvSpPr>
          <p:nvPr>
            <p:ph type="body" idx="17" hasCustomPrompt="1"/>
          </p:nvPr>
        </p:nvSpPr>
        <p:spPr>
          <a:xfrm>
            <a:off x="-176381" y="3984417"/>
            <a:ext cx="1325911" cy="1066630"/>
          </a:xfrm>
          <a:prstGeom prst="rect">
            <a:avLst/>
          </a:prstGeom>
        </p:spPr>
        <p:txBody>
          <a:bodyPr lIns="0" tIns="0" bIns="0" anchor="ctr">
            <a:noAutofit/>
          </a:bodyPr>
          <a:lstStyle>
            <a:lvl1pPr marL="0" indent="0">
              <a:spcBef>
                <a:spcPts val="0"/>
              </a:spcBef>
              <a:buNone/>
              <a:defRPr sz="7200" b="1" spc="-300">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10" name="Text Placeholder 2">
            <a:extLst>
              <a:ext uri="{FF2B5EF4-FFF2-40B4-BE49-F238E27FC236}">
                <a16:creationId xmlns:a16="http://schemas.microsoft.com/office/drawing/2014/main" id="{CC671B1A-B0C7-B253-736F-ABD6DBF267C3}"/>
              </a:ext>
            </a:extLst>
          </p:cNvPr>
          <p:cNvSpPr>
            <a:spLocks noGrp="1"/>
          </p:cNvSpPr>
          <p:nvPr>
            <p:ph type="body" idx="18" hasCustomPrompt="1"/>
          </p:nvPr>
        </p:nvSpPr>
        <p:spPr>
          <a:xfrm>
            <a:off x="1257858" y="4979247"/>
            <a:ext cx="3901975" cy="428951"/>
          </a:xfrm>
          <a:prstGeom prst="rect">
            <a:avLst/>
          </a:prstGeom>
        </p:spPr>
        <p:txBody>
          <a:bodyPr lIns="0" anchor="b">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13" name="Content Placeholder 3">
            <a:extLst>
              <a:ext uri="{FF2B5EF4-FFF2-40B4-BE49-F238E27FC236}">
                <a16:creationId xmlns:a16="http://schemas.microsoft.com/office/drawing/2014/main" id="{860CD164-D678-A78B-B985-B79D61B8FBB9}"/>
              </a:ext>
            </a:extLst>
          </p:cNvPr>
          <p:cNvSpPr>
            <a:spLocks noGrp="1"/>
          </p:cNvSpPr>
          <p:nvPr>
            <p:ph sz="half" idx="19" hasCustomPrompt="1"/>
          </p:nvPr>
        </p:nvSpPr>
        <p:spPr>
          <a:xfrm>
            <a:off x="1257859" y="5361900"/>
            <a:ext cx="4620431" cy="637674"/>
          </a:xfrm>
          <a:prstGeom prst="rect">
            <a:avLst/>
          </a:prstGeom>
        </p:spPr>
        <p:txBody>
          <a:bodyPr lIns="0">
            <a:norm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14" name="Text Placeholder 2">
            <a:extLst>
              <a:ext uri="{FF2B5EF4-FFF2-40B4-BE49-F238E27FC236}">
                <a16:creationId xmlns:a16="http://schemas.microsoft.com/office/drawing/2014/main" id="{24B88C2F-DEB0-551C-F214-DE099A3A0785}"/>
              </a:ext>
            </a:extLst>
          </p:cNvPr>
          <p:cNvSpPr>
            <a:spLocks noGrp="1"/>
          </p:cNvSpPr>
          <p:nvPr>
            <p:ph type="body" idx="20" hasCustomPrompt="1"/>
          </p:nvPr>
        </p:nvSpPr>
        <p:spPr>
          <a:xfrm>
            <a:off x="-158620" y="5175543"/>
            <a:ext cx="1308149" cy="1066630"/>
          </a:xfrm>
          <a:prstGeom prst="rect">
            <a:avLst/>
          </a:prstGeom>
        </p:spPr>
        <p:txBody>
          <a:bodyPr lIns="0" tIns="0" bIns="0" anchor="ctr">
            <a:noAutofit/>
          </a:bodyPr>
          <a:lstStyle>
            <a:lvl1pPr marL="0" indent="0">
              <a:spcBef>
                <a:spcPts val="0"/>
              </a:spcBef>
              <a:buNone/>
              <a:defRPr sz="7200" b="1" spc="-300">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11" name="Slide Number Placeholder 28">
            <a:extLst>
              <a:ext uri="{FF2B5EF4-FFF2-40B4-BE49-F238E27FC236}">
                <a16:creationId xmlns:a16="http://schemas.microsoft.com/office/drawing/2014/main" id="{C31B5BFF-91E9-CFA8-0A41-2D761022FDE5}"/>
              </a:ext>
            </a:extLst>
          </p:cNvPr>
          <p:cNvSpPr>
            <a:spLocks noGrp="1"/>
          </p:cNvSpPr>
          <p:nvPr>
            <p:ph type="sldNum" sz="quarter" idx="21"/>
          </p:nvPr>
        </p:nvSpPr>
        <p:spPr>
          <a:xfrm>
            <a:off x="558800" y="6264275"/>
            <a:ext cx="279400" cy="365125"/>
          </a:xfrm>
        </p:spPr>
        <p:txBody>
          <a:bodyPr/>
          <a:lstStyle/>
          <a:p>
            <a:fld id="{2E1C8E04-61AE-364F-9D16-6A67B5591D25}" type="slidenum">
              <a:rPr lang="en-US" smtClean="0"/>
              <a:pPr/>
              <a:t>‹#›</a:t>
            </a:fld>
            <a:endParaRPr lang="en-US" dirty="0"/>
          </a:p>
        </p:txBody>
      </p:sp>
      <p:sp>
        <p:nvSpPr>
          <p:cNvPr id="12" name="Footer Placeholder 29">
            <a:extLst>
              <a:ext uri="{FF2B5EF4-FFF2-40B4-BE49-F238E27FC236}">
                <a16:creationId xmlns:a16="http://schemas.microsoft.com/office/drawing/2014/main" id="{9F5E5A31-F52A-BB8E-23CB-7AA74BBA4486}"/>
              </a:ext>
            </a:extLst>
          </p:cNvPr>
          <p:cNvSpPr>
            <a:spLocks noGrp="1"/>
          </p:cNvSpPr>
          <p:nvPr>
            <p:ph type="ftr" sz="quarter" idx="22"/>
          </p:nvPr>
        </p:nvSpPr>
        <p:spPr>
          <a:xfrm>
            <a:off x="882210" y="6264275"/>
            <a:ext cx="4554218" cy="365125"/>
          </a:xfrm>
        </p:spPr>
        <p:txBody>
          <a:bodyPr/>
          <a:lstStyle/>
          <a:p>
            <a:r>
              <a:rPr lang="en-US" dirty="0"/>
              <a:t>Presentation Title Goes Here</a:t>
            </a:r>
          </a:p>
        </p:txBody>
      </p:sp>
      <p:sp>
        <p:nvSpPr>
          <p:cNvPr id="19" name="TextBox 18">
            <a:extLst>
              <a:ext uri="{FF2B5EF4-FFF2-40B4-BE49-F238E27FC236}">
                <a16:creationId xmlns:a16="http://schemas.microsoft.com/office/drawing/2014/main" id="{7FA3650B-F664-A8EA-3D76-9CB48A743F91}"/>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4103805213"/>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Agenda">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hasCustomPrompt="1"/>
          </p:nvPr>
        </p:nvSpPr>
        <p:spPr>
          <a:xfrm>
            <a:off x="1554890" y="620872"/>
            <a:ext cx="8449491" cy="1027445"/>
          </a:xfrm>
        </p:spPr>
        <p:txBody>
          <a:bodyPr lIns="0" anchor="b"/>
          <a:lstStyle>
            <a:lvl1pPr>
              <a:defRPr>
                <a:solidFill>
                  <a:schemeClr val="tx1"/>
                </a:solidFill>
              </a:defRPr>
            </a:lvl1pPr>
          </a:lstStyle>
          <a:p>
            <a:r>
              <a:rPr lang="en-US" dirty="0"/>
              <a:t>Click To Edit Master Title Style</a:t>
            </a:r>
          </a:p>
        </p:txBody>
      </p:sp>
      <p:pic>
        <p:nvPicPr>
          <p:cNvPr id="18" name="Picture 17">
            <a:extLst>
              <a:ext uri="{FF2B5EF4-FFF2-40B4-BE49-F238E27FC236}">
                <a16:creationId xmlns:a16="http://schemas.microsoft.com/office/drawing/2014/main" id="{69BBD459-1C0D-AEC2-6EAB-6FE0EB31CE9D}"/>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4" name="Text Placeholder 2">
            <a:extLst>
              <a:ext uri="{FF2B5EF4-FFF2-40B4-BE49-F238E27FC236}">
                <a16:creationId xmlns:a16="http://schemas.microsoft.com/office/drawing/2014/main" id="{3105F4A7-3BAB-95AF-02B9-0F2D8213B716}"/>
              </a:ext>
            </a:extLst>
          </p:cNvPr>
          <p:cNvSpPr>
            <a:spLocks noGrp="1"/>
          </p:cNvSpPr>
          <p:nvPr>
            <p:ph type="body" idx="1" hasCustomPrompt="1"/>
          </p:nvPr>
        </p:nvSpPr>
        <p:spPr>
          <a:xfrm>
            <a:off x="2374515" y="1946215"/>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6" name="Text Placeholder 2">
            <a:extLst>
              <a:ext uri="{FF2B5EF4-FFF2-40B4-BE49-F238E27FC236}">
                <a16:creationId xmlns:a16="http://schemas.microsoft.com/office/drawing/2014/main" id="{203CB6BF-1C08-8CB4-CD16-5D148A5C112A}"/>
              </a:ext>
            </a:extLst>
          </p:cNvPr>
          <p:cNvSpPr>
            <a:spLocks noGrp="1"/>
          </p:cNvSpPr>
          <p:nvPr>
            <p:ph type="body" idx="14" hasCustomPrompt="1"/>
          </p:nvPr>
        </p:nvSpPr>
        <p:spPr>
          <a:xfrm>
            <a:off x="1554891" y="2047591"/>
            <a:ext cx="654170" cy="309632"/>
          </a:xfrm>
          <a:prstGeom prst="rect">
            <a:avLst/>
          </a:prstGeom>
        </p:spPr>
        <p:txBody>
          <a:bodyPr lIns="0" tIns="0" bIns="0" anchor="ctr">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11" name="Slide Number Placeholder 28">
            <a:extLst>
              <a:ext uri="{FF2B5EF4-FFF2-40B4-BE49-F238E27FC236}">
                <a16:creationId xmlns:a16="http://schemas.microsoft.com/office/drawing/2014/main" id="{C31B5BFF-91E9-CFA8-0A41-2D761022FDE5}"/>
              </a:ext>
            </a:extLst>
          </p:cNvPr>
          <p:cNvSpPr>
            <a:spLocks noGrp="1"/>
          </p:cNvSpPr>
          <p:nvPr>
            <p:ph type="sldNum" sz="quarter" idx="21"/>
          </p:nvPr>
        </p:nvSpPr>
        <p:spPr>
          <a:xfrm>
            <a:off x="558800" y="6264275"/>
            <a:ext cx="279400" cy="365125"/>
          </a:xfrm>
        </p:spPr>
        <p:txBody>
          <a:bodyPr/>
          <a:lstStyle/>
          <a:p>
            <a:fld id="{2E1C8E04-61AE-364F-9D16-6A67B5591D25}" type="slidenum">
              <a:rPr lang="en-US" smtClean="0"/>
              <a:pPr/>
              <a:t>‹#›</a:t>
            </a:fld>
            <a:endParaRPr lang="en-US" dirty="0"/>
          </a:p>
        </p:txBody>
      </p:sp>
      <p:sp>
        <p:nvSpPr>
          <p:cNvPr id="12" name="Footer Placeholder 29">
            <a:extLst>
              <a:ext uri="{FF2B5EF4-FFF2-40B4-BE49-F238E27FC236}">
                <a16:creationId xmlns:a16="http://schemas.microsoft.com/office/drawing/2014/main" id="{9F5E5A31-F52A-BB8E-23CB-7AA74BBA4486}"/>
              </a:ext>
            </a:extLst>
          </p:cNvPr>
          <p:cNvSpPr>
            <a:spLocks noGrp="1"/>
          </p:cNvSpPr>
          <p:nvPr>
            <p:ph type="ftr" sz="quarter" idx="22"/>
          </p:nvPr>
        </p:nvSpPr>
        <p:spPr>
          <a:xfrm>
            <a:off x="882210" y="6264275"/>
            <a:ext cx="4554218" cy="365125"/>
          </a:xfrm>
        </p:spPr>
        <p:txBody>
          <a:bodyPr/>
          <a:lstStyle/>
          <a:p>
            <a:r>
              <a:rPr lang="en-US" dirty="0"/>
              <a:t>Presentation Title Goes Here</a:t>
            </a:r>
          </a:p>
        </p:txBody>
      </p:sp>
      <p:sp>
        <p:nvSpPr>
          <p:cNvPr id="19" name="TextBox 18">
            <a:extLst>
              <a:ext uri="{FF2B5EF4-FFF2-40B4-BE49-F238E27FC236}">
                <a16:creationId xmlns:a16="http://schemas.microsoft.com/office/drawing/2014/main" id="{7FA3650B-F664-A8EA-3D76-9CB48A743F91}"/>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
        <p:nvSpPr>
          <p:cNvPr id="16" name="Text Placeholder 2">
            <a:extLst>
              <a:ext uri="{FF2B5EF4-FFF2-40B4-BE49-F238E27FC236}">
                <a16:creationId xmlns:a16="http://schemas.microsoft.com/office/drawing/2014/main" id="{6AC3937B-8387-C36E-4336-B1B4D1F1C3CF}"/>
              </a:ext>
            </a:extLst>
          </p:cNvPr>
          <p:cNvSpPr>
            <a:spLocks noGrp="1"/>
          </p:cNvSpPr>
          <p:nvPr>
            <p:ph type="body" idx="23" hasCustomPrompt="1"/>
          </p:nvPr>
        </p:nvSpPr>
        <p:spPr>
          <a:xfrm>
            <a:off x="2374515" y="2511687"/>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17" name="Text Placeholder 2">
            <a:extLst>
              <a:ext uri="{FF2B5EF4-FFF2-40B4-BE49-F238E27FC236}">
                <a16:creationId xmlns:a16="http://schemas.microsoft.com/office/drawing/2014/main" id="{7EA35BCB-921E-7BB6-8FE5-8D026D00D4BB}"/>
              </a:ext>
            </a:extLst>
          </p:cNvPr>
          <p:cNvSpPr>
            <a:spLocks noGrp="1"/>
          </p:cNvSpPr>
          <p:nvPr>
            <p:ph type="body" idx="24" hasCustomPrompt="1"/>
          </p:nvPr>
        </p:nvSpPr>
        <p:spPr>
          <a:xfrm>
            <a:off x="1554891" y="2597529"/>
            <a:ext cx="654171" cy="30963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20" name="Text Placeholder 2">
            <a:extLst>
              <a:ext uri="{FF2B5EF4-FFF2-40B4-BE49-F238E27FC236}">
                <a16:creationId xmlns:a16="http://schemas.microsoft.com/office/drawing/2014/main" id="{191ABE57-3685-636E-69CD-71CA2EB96A77}"/>
              </a:ext>
            </a:extLst>
          </p:cNvPr>
          <p:cNvSpPr>
            <a:spLocks noGrp="1"/>
          </p:cNvSpPr>
          <p:nvPr>
            <p:ph type="body" idx="25" hasCustomPrompt="1"/>
          </p:nvPr>
        </p:nvSpPr>
        <p:spPr>
          <a:xfrm>
            <a:off x="2374515" y="3063199"/>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21" name="Text Placeholder 2">
            <a:extLst>
              <a:ext uri="{FF2B5EF4-FFF2-40B4-BE49-F238E27FC236}">
                <a16:creationId xmlns:a16="http://schemas.microsoft.com/office/drawing/2014/main" id="{DE247DE7-2E4E-A3B7-F301-2AA18D40CA04}"/>
              </a:ext>
            </a:extLst>
          </p:cNvPr>
          <p:cNvSpPr>
            <a:spLocks noGrp="1"/>
          </p:cNvSpPr>
          <p:nvPr>
            <p:ph type="body" idx="26" hasCustomPrompt="1"/>
          </p:nvPr>
        </p:nvSpPr>
        <p:spPr>
          <a:xfrm>
            <a:off x="1554891" y="3155219"/>
            <a:ext cx="654171" cy="30963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22" name="Text Placeholder 2">
            <a:extLst>
              <a:ext uri="{FF2B5EF4-FFF2-40B4-BE49-F238E27FC236}">
                <a16:creationId xmlns:a16="http://schemas.microsoft.com/office/drawing/2014/main" id="{6DB9AE65-FAF1-7118-2F64-7A99C0DA5092}"/>
              </a:ext>
            </a:extLst>
          </p:cNvPr>
          <p:cNvSpPr>
            <a:spLocks noGrp="1"/>
          </p:cNvSpPr>
          <p:nvPr>
            <p:ph type="body" idx="27" hasCustomPrompt="1"/>
          </p:nvPr>
        </p:nvSpPr>
        <p:spPr>
          <a:xfrm>
            <a:off x="2374515" y="3614711"/>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23" name="Text Placeholder 2">
            <a:extLst>
              <a:ext uri="{FF2B5EF4-FFF2-40B4-BE49-F238E27FC236}">
                <a16:creationId xmlns:a16="http://schemas.microsoft.com/office/drawing/2014/main" id="{0D8AF796-A7D2-63C0-3125-C63F3DAA7AF3}"/>
              </a:ext>
            </a:extLst>
          </p:cNvPr>
          <p:cNvSpPr>
            <a:spLocks noGrp="1"/>
          </p:cNvSpPr>
          <p:nvPr>
            <p:ph type="body" idx="28" hasCustomPrompt="1"/>
          </p:nvPr>
        </p:nvSpPr>
        <p:spPr>
          <a:xfrm>
            <a:off x="1554890" y="3712909"/>
            <a:ext cx="654171" cy="30963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04</a:t>
            </a:r>
          </a:p>
        </p:txBody>
      </p:sp>
      <p:sp>
        <p:nvSpPr>
          <p:cNvPr id="24" name="Text Placeholder 2">
            <a:extLst>
              <a:ext uri="{FF2B5EF4-FFF2-40B4-BE49-F238E27FC236}">
                <a16:creationId xmlns:a16="http://schemas.microsoft.com/office/drawing/2014/main" id="{5C96A97B-0ECD-C592-95EE-BE10DD46F058}"/>
              </a:ext>
            </a:extLst>
          </p:cNvPr>
          <p:cNvSpPr>
            <a:spLocks noGrp="1"/>
          </p:cNvSpPr>
          <p:nvPr>
            <p:ph type="body" idx="29" hasCustomPrompt="1"/>
          </p:nvPr>
        </p:nvSpPr>
        <p:spPr>
          <a:xfrm>
            <a:off x="2374515" y="4166223"/>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25" name="Text Placeholder 2">
            <a:extLst>
              <a:ext uri="{FF2B5EF4-FFF2-40B4-BE49-F238E27FC236}">
                <a16:creationId xmlns:a16="http://schemas.microsoft.com/office/drawing/2014/main" id="{604170A4-007E-6618-EF68-18924E4A7122}"/>
              </a:ext>
            </a:extLst>
          </p:cNvPr>
          <p:cNvSpPr>
            <a:spLocks noGrp="1"/>
          </p:cNvSpPr>
          <p:nvPr>
            <p:ph type="body" idx="30" hasCustomPrompt="1"/>
          </p:nvPr>
        </p:nvSpPr>
        <p:spPr>
          <a:xfrm>
            <a:off x="1554890" y="4258852"/>
            <a:ext cx="654171" cy="31979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05</a:t>
            </a:r>
          </a:p>
        </p:txBody>
      </p:sp>
      <p:sp>
        <p:nvSpPr>
          <p:cNvPr id="26" name="Text Placeholder 2">
            <a:extLst>
              <a:ext uri="{FF2B5EF4-FFF2-40B4-BE49-F238E27FC236}">
                <a16:creationId xmlns:a16="http://schemas.microsoft.com/office/drawing/2014/main" id="{467351FB-D92D-4C43-D63C-956448F067FD}"/>
              </a:ext>
            </a:extLst>
          </p:cNvPr>
          <p:cNvSpPr>
            <a:spLocks noGrp="1"/>
          </p:cNvSpPr>
          <p:nvPr>
            <p:ph type="body" idx="31" hasCustomPrompt="1"/>
          </p:nvPr>
        </p:nvSpPr>
        <p:spPr>
          <a:xfrm>
            <a:off x="2374515" y="4697564"/>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27" name="Text Placeholder 2">
            <a:extLst>
              <a:ext uri="{FF2B5EF4-FFF2-40B4-BE49-F238E27FC236}">
                <a16:creationId xmlns:a16="http://schemas.microsoft.com/office/drawing/2014/main" id="{8C6A0E7E-D03C-3A0D-0C4C-75D94CCF507B}"/>
              </a:ext>
            </a:extLst>
          </p:cNvPr>
          <p:cNvSpPr>
            <a:spLocks noGrp="1"/>
          </p:cNvSpPr>
          <p:nvPr>
            <p:ph type="body" idx="32" hasCustomPrompt="1"/>
          </p:nvPr>
        </p:nvSpPr>
        <p:spPr>
          <a:xfrm>
            <a:off x="1554890" y="4790193"/>
            <a:ext cx="654171" cy="31979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06</a:t>
            </a:r>
          </a:p>
        </p:txBody>
      </p:sp>
    </p:spTree>
    <p:extLst>
      <p:ext uri="{BB962C8B-B14F-4D97-AF65-F5344CB8AC3E}">
        <p14:creationId xmlns:p14="http://schemas.microsoft.com/office/powerpoint/2010/main" val="1501120579"/>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List + Image">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53AD636-376F-F676-6A8D-3EDE4E869F90}"/>
              </a:ext>
            </a:extLst>
          </p:cNvPr>
          <p:cNvSpPr/>
          <p:nvPr userDrawn="1"/>
        </p:nvSpPr>
        <p:spPr>
          <a:xfrm>
            <a:off x="8839200" y="0"/>
            <a:ext cx="33528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2154E4-6EDB-9CEB-7F28-50E7E38B47FE}"/>
              </a:ext>
            </a:extLst>
          </p:cNvPr>
          <p:cNvSpPr>
            <a:spLocks noGrp="1"/>
          </p:cNvSpPr>
          <p:nvPr>
            <p:ph type="title" hasCustomPrompt="1"/>
          </p:nvPr>
        </p:nvSpPr>
        <p:spPr>
          <a:xfrm>
            <a:off x="838200" y="228600"/>
            <a:ext cx="5257800" cy="1828799"/>
          </a:xfrm>
        </p:spPr>
        <p:txBody>
          <a:bodyPr lIns="0" anchor="b"/>
          <a:lstStyle>
            <a:lvl1pPr>
              <a:defRPr>
                <a:solidFill>
                  <a:schemeClr val="tx1"/>
                </a:solidFill>
              </a:defRPr>
            </a:lvl1pPr>
          </a:lstStyle>
          <a:p>
            <a:r>
              <a:rPr lang="en-US" dirty="0"/>
              <a:t>Click To Edit Master Title Style</a:t>
            </a:r>
          </a:p>
        </p:txBody>
      </p:sp>
      <p:sp>
        <p:nvSpPr>
          <p:cNvPr id="3" name="Picture Placeholder 5">
            <a:extLst>
              <a:ext uri="{FF2B5EF4-FFF2-40B4-BE49-F238E27FC236}">
                <a16:creationId xmlns:a16="http://schemas.microsoft.com/office/drawing/2014/main" id="{045062FF-2E9A-87D2-17A5-9C6FDFBB5D2A}"/>
              </a:ext>
            </a:extLst>
          </p:cNvPr>
          <p:cNvSpPr>
            <a:spLocks noGrp="1"/>
          </p:cNvSpPr>
          <p:nvPr>
            <p:ph type="pic" sz="quarter" idx="13"/>
          </p:nvPr>
        </p:nvSpPr>
        <p:spPr>
          <a:xfrm>
            <a:off x="6726238" y="1480930"/>
            <a:ext cx="5101327" cy="4065105"/>
          </a:xfrm>
          <a:solidFill>
            <a:schemeClr val="bg2"/>
          </a:solidFill>
        </p:spPr>
        <p:txBody>
          <a:bodyPr anchor="ctr">
            <a:normAutofit/>
          </a:bodyPr>
          <a:lstStyle>
            <a:lvl1pPr marL="0" indent="0" algn="ctr">
              <a:buNone/>
              <a:defRPr sz="1400">
                <a:solidFill>
                  <a:schemeClr val="bg1"/>
                </a:solidFill>
              </a:defRPr>
            </a:lvl1pPr>
          </a:lstStyle>
          <a:p>
            <a:endParaRPr lang="en-US"/>
          </a:p>
        </p:txBody>
      </p:sp>
      <p:sp>
        <p:nvSpPr>
          <p:cNvPr id="5" name="Content Placeholder 3">
            <a:extLst>
              <a:ext uri="{FF2B5EF4-FFF2-40B4-BE49-F238E27FC236}">
                <a16:creationId xmlns:a16="http://schemas.microsoft.com/office/drawing/2014/main" id="{2420EB32-A56E-67B5-93A1-392B67B4F8BC}"/>
              </a:ext>
            </a:extLst>
          </p:cNvPr>
          <p:cNvSpPr>
            <a:spLocks noGrp="1"/>
          </p:cNvSpPr>
          <p:nvPr>
            <p:ph sz="half" idx="2" hasCustomPrompt="1"/>
          </p:nvPr>
        </p:nvSpPr>
        <p:spPr>
          <a:xfrm>
            <a:off x="862849" y="2550693"/>
            <a:ext cx="5233151" cy="3152275"/>
          </a:xfrm>
          <a:prstGeom prst="rect">
            <a:avLst/>
          </a:prstGeom>
        </p:spPr>
        <p:txBody>
          <a:bodyPr lIns="0">
            <a:normAutofit/>
          </a:bodyPr>
          <a:lstStyle>
            <a:lvl1pPr marL="285750" indent="-285750">
              <a:buFont typeface="Arial" panose="020B0604020202020204" pitchFamily="34" charset="0"/>
              <a:buChar char="•"/>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lvl="0"/>
            <a:endParaRPr lang="en-US" dirty="0"/>
          </a:p>
        </p:txBody>
      </p:sp>
      <p:sp>
        <p:nvSpPr>
          <p:cNvPr id="4" name="Slide Number Placeholder 28">
            <a:extLst>
              <a:ext uri="{FF2B5EF4-FFF2-40B4-BE49-F238E27FC236}">
                <a16:creationId xmlns:a16="http://schemas.microsoft.com/office/drawing/2014/main" id="{65BD9209-71AA-E282-C46F-2F9E068C9E89}"/>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6" name="Footer Placeholder 29">
            <a:extLst>
              <a:ext uri="{FF2B5EF4-FFF2-40B4-BE49-F238E27FC236}">
                <a16:creationId xmlns:a16="http://schemas.microsoft.com/office/drawing/2014/main" id="{376BCAA8-8730-C56E-D398-058D215EBFF0}"/>
              </a:ext>
            </a:extLst>
          </p:cNvPr>
          <p:cNvSpPr>
            <a:spLocks noGrp="1"/>
          </p:cNvSpPr>
          <p:nvPr>
            <p:ph type="ftr" sz="quarter" idx="20"/>
          </p:nvPr>
        </p:nvSpPr>
        <p:spPr>
          <a:xfrm>
            <a:off x="882210" y="6264275"/>
            <a:ext cx="4554218" cy="365125"/>
          </a:xfrm>
        </p:spPr>
        <p:txBody>
          <a:bodyPr/>
          <a:lstStyle/>
          <a:p>
            <a:r>
              <a:rPr lang="en-US" dirty="0"/>
              <a:t>Presentation Title Goes Here</a:t>
            </a:r>
          </a:p>
        </p:txBody>
      </p:sp>
    </p:spTree>
    <p:extLst>
      <p:ext uri="{BB962C8B-B14F-4D97-AF65-F5344CB8AC3E}">
        <p14:creationId xmlns:p14="http://schemas.microsoft.com/office/powerpoint/2010/main" val="2519919362"/>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Split Screen">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53AD636-376F-F676-6A8D-3EDE4E869F90}"/>
              </a:ext>
            </a:extLst>
          </p:cNvPr>
          <p:cNvSpPr/>
          <p:nvPr userDrawn="1"/>
        </p:nvSpPr>
        <p:spPr>
          <a:xfrm>
            <a:off x="6140010" y="0"/>
            <a:ext cx="605199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 name="Content Placeholder 3">
            <a:extLst>
              <a:ext uri="{FF2B5EF4-FFF2-40B4-BE49-F238E27FC236}">
                <a16:creationId xmlns:a16="http://schemas.microsoft.com/office/drawing/2014/main" id="{2420EB32-A56E-67B5-93A1-392B67B4F8BC}"/>
              </a:ext>
            </a:extLst>
          </p:cNvPr>
          <p:cNvSpPr>
            <a:spLocks noGrp="1"/>
          </p:cNvSpPr>
          <p:nvPr>
            <p:ph sz="half" idx="2" hasCustomPrompt="1"/>
          </p:nvPr>
        </p:nvSpPr>
        <p:spPr>
          <a:xfrm>
            <a:off x="862850" y="2924375"/>
            <a:ext cx="4573578" cy="2416071"/>
          </a:xfrm>
          <a:prstGeom prst="rect">
            <a:avLst/>
          </a:prstGeom>
        </p:spPr>
        <p:txBody>
          <a:bodyPr lIns="0">
            <a:normAutofit/>
          </a:bodyPr>
          <a:lstStyle>
            <a:lvl1pPr marL="285750" indent="-285750">
              <a:buFont typeface="Arial" panose="020B0604020202020204" pitchFamily="34" charset="0"/>
              <a:buChar char="•"/>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4" name="Slide Number Placeholder 28">
            <a:extLst>
              <a:ext uri="{FF2B5EF4-FFF2-40B4-BE49-F238E27FC236}">
                <a16:creationId xmlns:a16="http://schemas.microsoft.com/office/drawing/2014/main" id="{65BD9209-71AA-E282-C46F-2F9E068C9E89}"/>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6" name="Footer Placeholder 29">
            <a:extLst>
              <a:ext uri="{FF2B5EF4-FFF2-40B4-BE49-F238E27FC236}">
                <a16:creationId xmlns:a16="http://schemas.microsoft.com/office/drawing/2014/main" id="{376BCAA8-8730-C56E-D398-058D215EBFF0}"/>
              </a:ext>
            </a:extLst>
          </p:cNvPr>
          <p:cNvSpPr>
            <a:spLocks noGrp="1"/>
          </p:cNvSpPr>
          <p:nvPr>
            <p:ph type="ftr" sz="quarter" idx="20"/>
          </p:nvPr>
        </p:nvSpPr>
        <p:spPr>
          <a:xfrm>
            <a:off x="882210" y="6264275"/>
            <a:ext cx="4554218" cy="365125"/>
          </a:xfrm>
        </p:spPr>
        <p:txBody>
          <a:bodyPr/>
          <a:lstStyle/>
          <a:p>
            <a:r>
              <a:rPr lang="en-US" dirty="0"/>
              <a:t>Presentation Title Goes Here</a:t>
            </a:r>
          </a:p>
        </p:txBody>
      </p:sp>
      <p:sp>
        <p:nvSpPr>
          <p:cNvPr id="10" name="Content Placeholder 3">
            <a:extLst>
              <a:ext uri="{FF2B5EF4-FFF2-40B4-BE49-F238E27FC236}">
                <a16:creationId xmlns:a16="http://schemas.microsoft.com/office/drawing/2014/main" id="{1CF5F177-6AAB-74D9-C357-13D38F92C2DC}"/>
              </a:ext>
            </a:extLst>
          </p:cNvPr>
          <p:cNvSpPr>
            <a:spLocks noGrp="1"/>
          </p:cNvSpPr>
          <p:nvPr>
            <p:ph sz="half" idx="21" hasCustomPrompt="1"/>
          </p:nvPr>
        </p:nvSpPr>
        <p:spPr>
          <a:xfrm>
            <a:off x="6843520" y="2924375"/>
            <a:ext cx="4573578" cy="2416071"/>
          </a:xfrm>
          <a:prstGeom prst="rect">
            <a:avLst/>
          </a:prstGeom>
        </p:spPr>
        <p:txBody>
          <a:bodyPr lIns="0">
            <a:normAutofit/>
          </a:bodyPr>
          <a:lstStyle>
            <a:lvl1pPr marL="285750" indent="-285750">
              <a:buFont typeface="Arial" panose="020B0604020202020204" pitchFamily="34" charset="0"/>
              <a:buChar char="•"/>
              <a:defRPr sz="1800">
                <a:solidFill>
                  <a:schemeClr val="bg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13" name="Title 1">
            <a:extLst>
              <a:ext uri="{FF2B5EF4-FFF2-40B4-BE49-F238E27FC236}">
                <a16:creationId xmlns:a16="http://schemas.microsoft.com/office/drawing/2014/main" id="{A2D6E5D8-C34F-5146-A88D-DA045D19147E}"/>
              </a:ext>
            </a:extLst>
          </p:cNvPr>
          <p:cNvSpPr>
            <a:spLocks noGrp="1"/>
          </p:cNvSpPr>
          <p:nvPr>
            <p:ph type="title"/>
          </p:nvPr>
        </p:nvSpPr>
        <p:spPr>
          <a:xfrm>
            <a:off x="839788" y="228600"/>
            <a:ext cx="5212203" cy="1371600"/>
          </a:xfrm>
        </p:spPr>
        <p:txBody>
          <a:bodyPr lIns="0" anchor="b"/>
          <a:lstStyle>
            <a:lvl1pPr>
              <a:defRPr>
                <a:solidFill>
                  <a:schemeClr val="tx1"/>
                </a:solidFill>
              </a:defRPr>
            </a:lvl1pPr>
          </a:lstStyle>
          <a:p>
            <a:r>
              <a:rPr lang="en-US"/>
              <a:t>Click to edit Master title style</a:t>
            </a:r>
          </a:p>
        </p:txBody>
      </p:sp>
      <p:sp>
        <p:nvSpPr>
          <p:cNvPr id="15" name="Text Placeholder 14">
            <a:extLst>
              <a:ext uri="{FF2B5EF4-FFF2-40B4-BE49-F238E27FC236}">
                <a16:creationId xmlns:a16="http://schemas.microsoft.com/office/drawing/2014/main" id="{5DD327D0-CA7F-E525-7915-08EB934CB1C6}"/>
              </a:ext>
            </a:extLst>
          </p:cNvPr>
          <p:cNvSpPr>
            <a:spLocks noGrp="1"/>
          </p:cNvSpPr>
          <p:nvPr>
            <p:ph type="body" sz="quarter" idx="22"/>
          </p:nvPr>
        </p:nvSpPr>
        <p:spPr>
          <a:xfrm>
            <a:off x="882650" y="2286001"/>
            <a:ext cx="4554538" cy="439589"/>
          </a:xfrm>
        </p:spPr>
        <p:txBody>
          <a:bodyPr/>
          <a:lstStyle>
            <a:lvl1pPr marL="0" indent="0">
              <a:buNone/>
              <a:defRPr b="1"/>
            </a:lvl1pPr>
            <a:lvl2pPr marL="457200" indent="0">
              <a:buNone/>
              <a:defRPr b="1"/>
            </a:lvl2pPr>
            <a:lvl3pPr marL="914400" indent="0">
              <a:buNone/>
              <a:defRPr b="1"/>
            </a:lvl3pPr>
            <a:lvl4pPr marL="1371600" indent="0">
              <a:buNone/>
              <a:defRPr b="1"/>
            </a:lvl4pPr>
            <a:lvl5pPr marL="1828800" indent="0">
              <a:buNone/>
              <a:defRPr b="1"/>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4">
            <a:extLst>
              <a:ext uri="{FF2B5EF4-FFF2-40B4-BE49-F238E27FC236}">
                <a16:creationId xmlns:a16="http://schemas.microsoft.com/office/drawing/2014/main" id="{91D3655D-0E01-751A-C4AD-D72B543EF80D}"/>
              </a:ext>
            </a:extLst>
          </p:cNvPr>
          <p:cNvSpPr>
            <a:spLocks noGrp="1"/>
          </p:cNvSpPr>
          <p:nvPr>
            <p:ph type="body" sz="quarter" idx="23"/>
          </p:nvPr>
        </p:nvSpPr>
        <p:spPr>
          <a:xfrm>
            <a:off x="6838607" y="2286001"/>
            <a:ext cx="4554538" cy="439589"/>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66868563"/>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Simple List - Whit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8200" y="228601"/>
            <a:ext cx="10517188" cy="1371600"/>
          </a:xfrm>
        </p:spPr>
        <p:txBody>
          <a:bodyPr lIns="0" anchor="b"/>
          <a:lstStyle>
            <a:lvl1pPr>
              <a:defRPr>
                <a:solidFill>
                  <a:schemeClr val="tx1"/>
                </a:solidFill>
              </a:defRPr>
            </a:lvl1pPr>
          </a:lstStyle>
          <a:p>
            <a:r>
              <a:rPr lang="en-US" dirty="0"/>
              <a:t>Click to edit Master title style</a:t>
            </a:r>
          </a:p>
        </p:txBody>
      </p:sp>
      <p:sp>
        <p:nvSpPr>
          <p:cNvPr id="12" name="Text Placeholder 2">
            <a:extLst>
              <a:ext uri="{FF2B5EF4-FFF2-40B4-BE49-F238E27FC236}">
                <a16:creationId xmlns:a16="http://schemas.microsoft.com/office/drawing/2014/main" id="{84F4E837-B477-25CB-E59D-D51511D028F9}"/>
              </a:ext>
            </a:extLst>
          </p:cNvPr>
          <p:cNvSpPr>
            <a:spLocks noGrp="1"/>
          </p:cNvSpPr>
          <p:nvPr>
            <p:ph idx="1"/>
          </p:nvPr>
        </p:nvSpPr>
        <p:spPr>
          <a:xfrm>
            <a:off x="838200" y="2057400"/>
            <a:ext cx="10547242" cy="4114800"/>
          </a:xfrm>
          <a:prstGeom prst="rect">
            <a:avLst/>
          </a:prstGeom>
        </p:spPr>
        <p:txBody>
          <a:bodyPr vert="horz" lIns="0" tIns="45720" rIns="91440" bIns="45720" rtlCol="0">
            <a:normAutofit/>
          </a:bodyPr>
          <a:lstStyle>
            <a:lvl1pPr>
              <a:defRPr sz="1800"/>
            </a:lvl1pPr>
            <a:lvl2pPr>
              <a:defRPr sz="18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8" name="Picture 17">
            <a:extLst>
              <a:ext uri="{FF2B5EF4-FFF2-40B4-BE49-F238E27FC236}">
                <a16:creationId xmlns:a16="http://schemas.microsoft.com/office/drawing/2014/main" id="{69BBD459-1C0D-AEC2-6EAB-6FE0EB31CE9D}"/>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3" name="Slide Number Placeholder 28">
            <a:extLst>
              <a:ext uri="{FF2B5EF4-FFF2-40B4-BE49-F238E27FC236}">
                <a16:creationId xmlns:a16="http://schemas.microsoft.com/office/drawing/2014/main" id="{81120EEF-FE29-542E-B62F-FBA1DF0DA081}"/>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74EE49F3-7BD7-7BFF-32D1-B625565C5B42}"/>
              </a:ext>
            </a:extLst>
          </p:cNvPr>
          <p:cNvSpPr>
            <a:spLocks noGrp="1"/>
          </p:cNvSpPr>
          <p:nvPr>
            <p:ph type="ftr" sz="quarter" idx="20"/>
          </p:nvPr>
        </p:nvSpPr>
        <p:spPr>
          <a:xfrm>
            <a:off x="882210" y="6264275"/>
            <a:ext cx="4554218" cy="365125"/>
          </a:xfrm>
        </p:spPr>
        <p:txBody>
          <a:bodyPr/>
          <a:lstStyle/>
          <a:p>
            <a:r>
              <a:rPr lang="en-US" dirty="0"/>
              <a:t>Presentation Title Goes Here</a:t>
            </a:r>
          </a:p>
        </p:txBody>
      </p:sp>
      <p:sp>
        <p:nvSpPr>
          <p:cNvPr id="5" name="TextBox 4">
            <a:extLst>
              <a:ext uri="{FF2B5EF4-FFF2-40B4-BE49-F238E27FC236}">
                <a16:creationId xmlns:a16="http://schemas.microsoft.com/office/drawing/2014/main" id="{62CFEE7E-FB78-B03C-5313-1A7D5CBF0C5B}"/>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pic>
        <p:nvPicPr>
          <p:cNvPr id="6" name="Picture 5" descr="A purple circle with black background&#10;&#10;Description automatically generated">
            <a:extLst>
              <a:ext uri="{FF2B5EF4-FFF2-40B4-BE49-F238E27FC236}">
                <a16:creationId xmlns:a16="http://schemas.microsoft.com/office/drawing/2014/main" id="{252F1E04-5DF4-B8A4-988B-4D5B8DAAE5C0}"/>
              </a:ext>
            </a:extLst>
          </p:cNvPr>
          <p:cNvPicPr>
            <a:picLocks noChangeAspect="1"/>
          </p:cNvPicPr>
          <p:nvPr userDrawn="1"/>
        </p:nvPicPr>
        <p:blipFill>
          <a:blip r:embed="rId3"/>
          <a:srcRect t="48053" r="50000" b="-4546"/>
          <a:stretch/>
        </p:blipFill>
        <p:spPr>
          <a:xfrm>
            <a:off x="10431745" y="0"/>
            <a:ext cx="1760256" cy="1988856"/>
          </a:xfrm>
          <a:prstGeom prst="rect">
            <a:avLst/>
          </a:prstGeom>
        </p:spPr>
      </p:pic>
    </p:spTree>
    <p:extLst>
      <p:ext uri="{BB962C8B-B14F-4D97-AF65-F5344CB8AC3E}">
        <p14:creationId xmlns:p14="http://schemas.microsoft.com/office/powerpoint/2010/main" val="1946323338"/>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Quo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61634-63E5-256F-6266-31D044AE9BAA}"/>
              </a:ext>
            </a:extLst>
          </p:cNvPr>
          <p:cNvSpPr>
            <a:spLocks noGrp="1"/>
          </p:cNvSpPr>
          <p:nvPr>
            <p:ph type="title" hasCustomPrompt="1"/>
          </p:nvPr>
        </p:nvSpPr>
        <p:spPr>
          <a:xfrm>
            <a:off x="2017927" y="1425646"/>
            <a:ext cx="8156144" cy="2819918"/>
          </a:xfrm>
        </p:spPr>
        <p:txBody>
          <a:bodyPr lIns="0" anchor="t">
            <a:noAutofit/>
          </a:bodyPr>
          <a:lstStyle>
            <a:lvl1pPr algn="ctr">
              <a:lnSpc>
                <a:spcPts val="4200"/>
              </a:lnSpc>
              <a:defRPr sz="2800" b="0" i="0">
                <a:latin typeface="Space Grotesk Light" pitchFamily="2" charset="77"/>
              </a:defRPr>
            </a:lvl1pPr>
          </a:lstStyle>
          <a:p>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a:t>
            </a:r>
            <a:r>
              <a:rPr lang="en-US"/>
              <a:t> mod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a:t>
            </a:r>
            <a:br>
              <a:rPr lang="en-US"/>
            </a:br>
            <a:r>
              <a:rPr lang="en-US"/>
              <a:t>lorem ipsum dolor sit.</a:t>
            </a:r>
          </a:p>
        </p:txBody>
      </p:sp>
      <p:pic>
        <p:nvPicPr>
          <p:cNvPr id="10" name="Picture 9">
            <a:extLst>
              <a:ext uri="{FF2B5EF4-FFF2-40B4-BE49-F238E27FC236}">
                <a16:creationId xmlns:a16="http://schemas.microsoft.com/office/drawing/2014/main" id="{E9AFB58B-9F77-814B-EDBA-7B461F3B14ED}"/>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12" name="Text Placeholder 11">
            <a:extLst>
              <a:ext uri="{FF2B5EF4-FFF2-40B4-BE49-F238E27FC236}">
                <a16:creationId xmlns:a16="http://schemas.microsoft.com/office/drawing/2014/main" id="{A24B00F1-4190-E031-9689-223964E5C217}"/>
              </a:ext>
            </a:extLst>
          </p:cNvPr>
          <p:cNvSpPr>
            <a:spLocks noGrp="1"/>
          </p:cNvSpPr>
          <p:nvPr>
            <p:ph type="body" sz="quarter" idx="13" hasCustomPrompt="1"/>
          </p:nvPr>
        </p:nvSpPr>
        <p:spPr>
          <a:xfrm>
            <a:off x="3838114" y="4628929"/>
            <a:ext cx="4515771" cy="417271"/>
          </a:xfrm>
        </p:spPr>
        <p:txBody>
          <a:bodyPr anchor="b">
            <a:normAutofit/>
          </a:bodyPr>
          <a:lstStyle>
            <a:lvl1pPr marL="0" indent="0" algn="ctr">
              <a:buNone/>
              <a:defRPr sz="1800" b="1" i="0">
                <a:latin typeface="Inter UI" panose="020B0502030000000004" pitchFamily="34" charset="0"/>
                <a:ea typeface="Inter UI" panose="020B0502030000000004" pitchFamily="34" charset="0"/>
              </a:defRPr>
            </a:lvl1pPr>
            <a:lvl2pPr marL="457200" indent="0" algn="ctr">
              <a:buNone/>
              <a:defRPr b="0" i="0">
                <a:latin typeface="Space Grotesk Medium" pitchFamily="2" charset="77"/>
              </a:defRPr>
            </a:lvl2pPr>
            <a:lvl3pPr marL="914400" indent="0" algn="ctr">
              <a:buNone/>
              <a:defRPr b="0" i="0">
                <a:latin typeface="Space Grotesk Medium" pitchFamily="2" charset="77"/>
              </a:defRPr>
            </a:lvl3pPr>
            <a:lvl4pPr marL="1371600" indent="0" algn="ctr">
              <a:buNone/>
              <a:defRPr b="0" i="0">
                <a:latin typeface="Space Grotesk Medium" pitchFamily="2" charset="77"/>
              </a:defRPr>
            </a:lvl4pPr>
            <a:lvl5pPr marL="1828800" indent="0" algn="ctr">
              <a:buNone/>
              <a:defRPr b="0" i="0">
                <a:latin typeface="Space Grotesk Medium" pitchFamily="2" charset="77"/>
              </a:defRPr>
            </a:lvl5pPr>
          </a:lstStyle>
          <a:p>
            <a:pPr lvl="0"/>
            <a:r>
              <a:rPr lang="en-US"/>
              <a:t>Mike </a:t>
            </a:r>
            <a:r>
              <a:rPr lang="en-US" err="1"/>
              <a:t>Miskell</a:t>
            </a:r>
            <a:endParaRPr lang="en-US"/>
          </a:p>
        </p:txBody>
      </p:sp>
      <p:sp>
        <p:nvSpPr>
          <p:cNvPr id="13" name="Text Placeholder 11">
            <a:extLst>
              <a:ext uri="{FF2B5EF4-FFF2-40B4-BE49-F238E27FC236}">
                <a16:creationId xmlns:a16="http://schemas.microsoft.com/office/drawing/2014/main" id="{5F76892D-E924-8B0C-E8C4-DD08E72086C0}"/>
              </a:ext>
            </a:extLst>
          </p:cNvPr>
          <p:cNvSpPr>
            <a:spLocks noGrp="1"/>
          </p:cNvSpPr>
          <p:nvPr>
            <p:ph type="body" sz="quarter" idx="14" hasCustomPrompt="1"/>
          </p:nvPr>
        </p:nvSpPr>
        <p:spPr>
          <a:xfrm>
            <a:off x="1564326" y="5046284"/>
            <a:ext cx="9063347" cy="417271"/>
          </a:xfrm>
        </p:spPr>
        <p:txBody>
          <a:bodyPr>
            <a:normAutofit/>
          </a:bodyPr>
          <a:lstStyle>
            <a:lvl1pPr marL="0" indent="0" algn="ctr">
              <a:buNone/>
              <a:defRPr sz="1600" b="0" i="0">
                <a:latin typeface="Inter UI" panose="020B0502030000000004" pitchFamily="34" charset="0"/>
                <a:ea typeface="Inter UI" panose="020B0502030000000004" pitchFamily="34" charset="0"/>
              </a:defRPr>
            </a:lvl1pPr>
            <a:lvl2pPr marL="457200" indent="0" algn="ctr">
              <a:buNone/>
              <a:defRPr b="0" i="0">
                <a:latin typeface="Space Grotesk Medium" pitchFamily="2" charset="77"/>
              </a:defRPr>
            </a:lvl2pPr>
            <a:lvl3pPr marL="914400" indent="0" algn="ctr">
              <a:buNone/>
              <a:defRPr b="0" i="0">
                <a:latin typeface="Space Grotesk Medium" pitchFamily="2" charset="77"/>
              </a:defRPr>
            </a:lvl3pPr>
            <a:lvl4pPr marL="1371600" indent="0" algn="ctr">
              <a:buNone/>
              <a:defRPr b="0" i="0">
                <a:latin typeface="Space Grotesk Medium" pitchFamily="2" charset="77"/>
              </a:defRPr>
            </a:lvl4pPr>
            <a:lvl5pPr marL="1828800" indent="0" algn="ctr">
              <a:buNone/>
              <a:defRPr b="0" i="0">
                <a:latin typeface="Space Grotesk Medium" pitchFamily="2" charset="77"/>
              </a:defRPr>
            </a:lvl5pPr>
          </a:lstStyle>
          <a:p>
            <a:pPr lvl="0"/>
            <a:r>
              <a:rPr lang="en-US"/>
              <a:t>Director of Process Improvement, Kaman Technologies</a:t>
            </a:r>
          </a:p>
        </p:txBody>
      </p:sp>
      <p:pic>
        <p:nvPicPr>
          <p:cNvPr id="15" name="Graphic 14">
            <a:extLst>
              <a:ext uri="{FF2B5EF4-FFF2-40B4-BE49-F238E27FC236}">
                <a16:creationId xmlns:a16="http://schemas.microsoft.com/office/drawing/2014/main" id="{4D815CA7-35D6-8AB4-5240-F3C304B965A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848350" y="751357"/>
            <a:ext cx="495300" cy="406400"/>
          </a:xfrm>
          <a:prstGeom prst="rect">
            <a:avLst/>
          </a:prstGeom>
        </p:spPr>
      </p:pic>
      <p:sp>
        <p:nvSpPr>
          <p:cNvPr id="3" name="Slide Number Placeholder 28">
            <a:extLst>
              <a:ext uri="{FF2B5EF4-FFF2-40B4-BE49-F238E27FC236}">
                <a16:creationId xmlns:a16="http://schemas.microsoft.com/office/drawing/2014/main" id="{B82E34AD-0CE2-C9B2-31C3-19DA8FCCF267}"/>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a:p>
        </p:txBody>
      </p:sp>
      <p:sp>
        <p:nvSpPr>
          <p:cNvPr id="4" name="Footer Placeholder 29">
            <a:extLst>
              <a:ext uri="{FF2B5EF4-FFF2-40B4-BE49-F238E27FC236}">
                <a16:creationId xmlns:a16="http://schemas.microsoft.com/office/drawing/2014/main" id="{E9175CC3-84C8-DEDC-C100-B8F789588EBA}"/>
              </a:ext>
            </a:extLst>
          </p:cNvPr>
          <p:cNvSpPr>
            <a:spLocks noGrp="1"/>
          </p:cNvSpPr>
          <p:nvPr>
            <p:ph type="ftr" sz="quarter" idx="20"/>
          </p:nvPr>
        </p:nvSpPr>
        <p:spPr>
          <a:xfrm>
            <a:off x="882210" y="6264275"/>
            <a:ext cx="4554218" cy="365125"/>
          </a:xfrm>
        </p:spPr>
        <p:txBody>
          <a:bodyPr/>
          <a:lstStyle/>
          <a:p>
            <a:r>
              <a:rPr lang="en-US"/>
              <a:t>Presentation Title Goes Here</a:t>
            </a:r>
          </a:p>
        </p:txBody>
      </p:sp>
      <p:sp>
        <p:nvSpPr>
          <p:cNvPr id="5" name="TextBox 4">
            <a:extLst>
              <a:ext uri="{FF2B5EF4-FFF2-40B4-BE49-F238E27FC236}">
                <a16:creationId xmlns:a16="http://schemas.microsoft.com/office/drawing/2014/main" id="{51D42C2B-666C-EFE8-9BD8-2D1F4DB80AFA}"/>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a:solidFill>
                  <a:schemeClr val="tx1"/>
                </a:solidFill>
                <a:latin typeface="Space Grotesk Light" pitchFamily="2" charset="77"/>
              </a:rPr>
              <a:t>P3ADAPTIVE.COM</a:t>
            </a:r>
          </a:p>
        </p:txBody>
      </p:sp>
    </p:spTree>
    <p:extLst>
      <p:ext uri="{BB962C8B-B14F-4D97-AF65-F5344CB8AC3E}">
        <p14:creationId xmlns:p14="http://schemas.microsoft.com/office/powerpoint/2010/main" val="2480235199"/>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Section - Blue">
    <p:bg>
      <p:bgPr>
        <a:gradFill>
          <a:gsLst>
            <a:gs pos="100000">
              <a:schemeClr val="accent2"/>
            </a:gs>
            <a:gs pos="0">
              <a:schemeClr val="accent3"/>
            </a:gs>
          </a:gsLst>
          <a:lin ang="2700000" scaled="0"/>
        </a:gra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28813F25-85A1-B5C2-7D2C-A001E9B903A9}"/>
              </a:ext>
            </a:extLst>
          </p:cNvPr>
          <p:cNvSpPr>
            <a:spLocks noGrp="1"/>
          </p:cNvSpPr>
          <p:nvPr>
            <p:ph type="title" hasCustomPrompt="1"/>
          </p:nvPr>
        </p:nvSpPr>
        <p:spPr>
          <a:xfrm>
            <a:off x="-88900" y="1384090"/>
            <a:ext cx="10464800" cy="3559175"/>
          </a:xfrm>
        </p:spPr>
        <p:txBody>
          <a:bodyPr lIns="0" anchor="b">
            <a:noAutofit/>
          </a:bodyPr>
          <a:lstStyle>
            <a:lvl1pPr marL="0" indent="0">
              <a:lnSpc>
                <a:spcPct val="80000"/>
              </a:lnSpc>
              <a:tabLst/>
              <a:defRPr sz="20000">
                <a:solidFill>
                  <a:schemeClr val="bg1">
                    <a:alpha val="35000"/>
                  </a:schemeClr>
                </a:solidFill>
              </a:defRPr>
            </a:lvl1pPr>
          </a:lstStyle>
          <a:p>
            <a:r>
              <a:rPr lang="en-US" dirty="0"/>
              <a:t>Title</a:t>
            </a:r>
          </a:p>
        </p:txBody>
      </p:sp>
      <p:sp>
        <p:nvSpPr>
          <p:cNvPr id="3" name="Text Placeholder 2">
            <a:extLst>
              <a:ext uri="{FF2B5EF4-FFF2-40B4-BE49-F238E27FC236}">
                <a16:creationId xmlns:a16="http://schemas.microsoft.com/office/drawing/2014/main" id="{F3A16D76-2D50-E120-487A-422FCBFDC9A6}"/>
              </a:ext>
            </a:extLst>
          </p:cNvPr>
          <p:cNvSpPr>
            <a:spLocks noGrp="1"/>
          </p:cNvSpPr>
          <p:nvPr>
            <p:ph type="body" idx="1"/>
          </p:nvPr>
        </p:nvSpPr>
        <p:spPr>
          <a:xfrm>
            <a:off x="838200" y="3959225"/>
            <a:ext cx="9537700" cy="1500187"/>
          </a:xfrm>
          <a:prstGeom prst="rect">
            <a:avLst/>
          </a:prstGeom>
        </p:spPr>
        <p:txBody>
          <a:bodyPr lIns="0">
            <a:normAutofit/>
          </a:bodyPr>
          <a:lstStyle>
            <a:lvl1pPr marL="0" indent="0">
              <a:lnSpc>
                <a:spcPts val="4600"/>
              </a:lnSpc>
              <a:buNone/>
              <a:defRPr sz="4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pic>
        <p:nvPicPr>
          <p:cNvPr id="7" name="Picture 6">
            <a:extLst>
              <a:ext uri="{FF2B5EF4-FFF2-40B4-BE49-F238E27FC236}">
                <a16:creationId xmlns:a16="http://schemas.microsoft.com/office/drawing/2014/main" id="{2A18E61C-DA98-2545-49D2-98F1279C29E4}"/>
              </a:ext>
            </a:extLst>
          </p:cNvPr>
          <p:cNvPicPr>
            <a:picLocks noChangeAspect="1"/>
          </p:cNvPicPr>
          <p:nvPr userDrawn="1"/>
        </p:nvPicPr>
        <p:blipFill>
          <a:blip r:embed="rId2"/>
          <a:srcRect/>
          <a:stretch/>
        </p:blipFill>
        <p:spPr>
          <a:xfrm>
            <a:off x="9498739" y="546088"/>
            <a:ext cx="1855061" cy="305887"/>
          </a:xfrm>
          <a:prstGeom prst="rect">
            <a:avLst/>
          </a:prstGeom>
        </p:spPr>
      </p:pic>
    </p:spTree>
    <p:extLst>
      <p:ext uri="{BB962C8B-B14F-4D97-AF65-F5344CB8AC3E}">
        <p14:creationId xmlns:p14="http://schemas.microsoft.com/office/powerpoint/2010/main" val="331106715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Section - Orange">
    <p:bg>
      <p:bgPr>
        <a:gradFill>
          <a:gsLst>
            <a:gs pos="0">
              <a:schemeClr val="accent5"/>
            </a:gs>
            <a:gs pos="100000">
              <a:schemeClr val="accent4"/>
            </a:gs>
          </a:gsLst>
          <a:lin ang="2700000" scaled="0"/>
        </a:gra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6CD45233-B771-E7B0-4029-2404C7CB9B8D}"/>
              </a:ext>
            </a:extLst>
          </p:cNvPr>
          <p:cNvSpPr>
            <a:spLocks noGrp="1"/>
          </p:cNvSpPr>
          <p:nvPr>
            <p:ph type="title" hasCustomPrompt="1"/>
          </p:nvPr>
        </p:nvSpPr>
        <p:spPr>
          <a:xfrm>
            <a:off x="-88900" y="1429060"/>
            <a:ext cx="10464800" cy="3559175"/>
          </a:xfrm>
        </p:spPr>
        <p:txBody>
          <a:bodyPr lIns="0" anchor="b">
            <a:noAutofit/>
          </a:bodyPr>
          <a:lstStyle>
            <a:lvl1pPr marL="0" indent="0">
              <a:lnSpc>
                <a:spcPct val="80000"/>
              </a:lnSpc>
              <a:tabLst/>
              <a:defRPr sz="20000">
                <a:solidFill>
                  <a:schemeClr val="bg1">
                    <a:alpha val="35000"/>
                  </a:schemeClr>
                </a:solidFill>
              </a:defRPr>
            </a:lvl1pPr>
          </a:lstStyle>
          <a:p>
            <a:r>
              <a:rPr lang="en-US" dirty="0"/>
              <a:t>Title</a:t>
            </a:r>
          </a:p>
        </p:txBody>
      </p:sp>
      <p:sp>
        <p:nvSpPr>
          <p:cNvPr id="3" name="Text Placeholder 2">
            <a:extLst>
              <a:ext uri="{FF2B5EF4-FFF2-40B4-BE49-F238E27FC236}">
                <a16:creationId xmlns:a16="http://schemas.microsoft.com/office/drawing/2014/main" id="{F3A16D76-2D50-E120-487A-422FCBFDC9A6}"/>
              </a:ext>
            </a:extLst>
          </p:cNvPr>
          <p:cNvSpPr>
            <a:spLocks noGrp="1"/>
          </p:cNvSpPr>
          <p:nvPr>
            <p:ph type="body" idx="1"/>
          </p:nvPr>
        </p:nvSpPr>
        <p:spPr>
          <a:xfrm>
            <a:off x="838200" y="3959225"/>
            <a:ext cx="9537700" cy="1500187"/>
          </a:xfrm>
          <a:prstGeom prst="rect">
            <a:avLst/>
          </a:prstGeom>
        </p:spPr>
        <p:txBody>
          <a:bodyPr lIns="0">
            <a:normAutofit/>
          </a:bodyPr>
          <a:lstStyle>
            <a:lvl1pPr marL="0" indent="0">
              <a:lnSpc>
                <a:spcPts val="4600"/>
              </a:lnSpc>
              <a:buNone/>
              <a:defRPr sz="4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pic>
        <p:nvPicPr>
          <p:cNvPr id="4" name="Picture 3">
            <a:extLst>
              <a:ext uri="{FF2B5EF4-FFF2-40B4-BE49-F238E27FC236}">
                <a16:creationId xmlns:a16="http://schemas.microsoft.com/office/drawing/2014/main" id="{F4B74FD8-7056-8316-E120-B6C9474B5D38}"/>
              </a:ext>
            </a:extLst>
          </p:cNvPr>
          <p:cNvPicPr>
            <a:picLocks noChangeAspect="1"/>
          </p:cNvPicPr>
          <p:nvPr userDrawn="1"/>
        </p:nvPicPr>
        <p:blipFill>
          <a:blip r:embed="rId2"/>
          <a:srcRect/>
          <a:stretch/>
        </p:blipFill>
        <p:spPr>
          <a:xfrm>
            <a:off x="9498739" y="546088"/>
            <a:ext cx="1855061" cy="305887"/>
          </a:xfrm>
          <a:prstGeom prst="rect">
            <a:avLst/>
          </a:prstGeom>
        </p:spPr>
      </p:pic>
    </p:spTree>
    <p:extLst>
      <p:ext uri="{BB962C8B-B14F-4D97-AF65-F5344CB8AC3E}">
        <p14:creationId xmlns:p14="http://schemas.microsoft.com/office/powerpoint/2010/main" val="143327893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Section - Light">
    <p:bg>
      <p:bgPr>
        <a:gradFill>
          <a:gsLst>
            <a:gs pos="100000">
              <a:schemeClr val="bg2">
                <a:lumMod val="75000"/>
              </a:schemeClr>
            </a:gs>
            <a:gs pos="0">
              <a:schemeClr val="bg2"/>
            </a:gs>
          </a:gsLst>
          <a:lin ang="2700000" scaled="0"/>
        </a:gra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37AC1CE-E20D-80BD-9F01-7FE84DC9B96F}"/>
              </a:ext>
            </a:extLst>
          </p:cNvPr>
          <p:cNvSpPr>
            <a:spLocks noGrp="1"/>
          </p:cNvSpPr>
          <p:nvPr>
            <p:ph type="title" hasCustomPrompt="1"/>
          </p:nvPr>
        </p:nvSpPr>
        <p:spPr>
          <a:xfrm>
            <a:off x="-88900" y="1219200"/>
            <a:ext cx="10464800" cy="3559175"/>
          </a:xfrm>
        </p:spPr>
        <p:txBody>
          <a:bodyPr lIns="0" anchor="b">
            <a:noAutofit/>
          </a:bodyPr>
          <a:lstStyle>
            <a:lvl1pPr marL="0" indent="0">
              <a:lnSpc>
                <a:spcPct val="80000"/>
              </a:lnSpc>
              <a:tabLst/>
              <a:defRPr sz="20000">
                <a:solidFill>
                  <a:schemeClr val="bg1">
                    <a:alpha val="69096"/>
                  </a:schemeClr>
                </a:solidFill>
              </a:defRPr>
            </a:lvl1pPr>
          </a:lstStyle>
          <a:p>
            <a:r>
              <a:rPr lang="en-US" dirty="0"/>
              <a:t>Title</a:t>
            </a:r>
          </a:p>
        </p:txBody>
      </p:sp>
      <p:sp>
        <p:nvSpPr>
          <p:cNvPr id="4" name="Text Placeholder 2">
            <a:extLst>
              <a:ext uri="{FF2B5EF4-FFF2-40B4-BE49-F238E27FC236}">
                <a16:creationId xmlns:a16="http://schemas.microsoft.com/office/drawing/2014/main" id="{C2B79F84-DB3D-50DC-B44D-D76CC3213880}"/>
              </a:ext>
            </a:extLst>
          </p:cNvPr>
          <p:cNvSpPr>
            <a:spLocks noGrp="1"/>
          </p:cNvSpPr>
          <p:nvPr>
            <p:ph type="body" idx="1"/>
          </p:nvPr>
        </p:nvSpPr>
        <p:spPr>
          <a:xfrm>
            <a:off x="838200" y="3959225"/>
            <a:ext cx="9537700" cy="1500187"/>
          </a:xfrm>
          <a:prstGeom prst="rect">
            <a:avLst/>
          </a:prstGeom>
        </p:spPr>
        <p:txBody>
          <a:bodyPr lIns="0">
            <a:normAutofit/>
          </a:bodyPr>
          <a:lstStyle>
            <a:lvl1pPr marL="0" indent="0">
              <a:lnSpc>
                <a:spcPts val="4600"/>
              </a:lnSpc>
              <a:buNone/>
              <a:defRPr sz="4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pic>
        <p:nvPicPr>
          <p:cNvPr id="5" name="Picture 4">
            <a:extLst>
              <a:ext uri="{FF2B5EF4-FFF2-40B4-BE49-F238E27FC236}">
                <a16:creationId xmlns:a16="http://schemas.microsoft.com/office/drawing/2014/main" id="{109EEC0A-AB31-66A3-D3F4-20732E59125F}"/>
              </a:ext>
            </a:extLst>
          </p:cNvPr>
          <p:cNvPicPr>
            <a:picLocks noChangeAspect="1"/>
          </p:cNvPicPr>
          <p:nvPr userDrawn="1"/>
        </p:nvPicPr>
        <p:blipFill>
          <a:blip r:embed="rId2"/>
          <a:srcRect/>
          <a:stretch/>
        </p:blipFill>
        <p:spPr>
          <a:xfrm>
            <a:off x="9498739" y="546088"/>
            <a:ext cx="1855061" cy="305887"/>
          </a:xfrm>
          <a:prstGeom prst="rect">
            <a:avLst/>
          </a:prstGeom>
        </p:spPr>
      </p:pic>
    </p:spTree>
    <p:extLst>
      <p:ext uri="{BB962C8B-B14F-4D97-AF65-F5344CB8AC3E}">
        <p14:creationId xmlns:p14="http://schemas.microsoft.com/office/powerpoint/2010/main" val="330141372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3 Steps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1"/>
            <a:ext cx="10515600" cy="1371600"/>
          </a:xfrm>
        </p:spPr>
        <p:txBody>
          <a:bodyPr lIns="0" anchor="b"/>
          <a:lstStyle>
            <a:lvl1pPr>
              <a:defRPr>
                <a:solidFill>
                  <a:schemeClr val="tx1"/>
                </a:solidFill>
              </a:defRPr>
            </a:lvl1pPr>
          </a:lstStyle>
          <a:p>
            <a:r>
              <a:rPr lang="en-US"/>
              <a:t>Click to edit Master title style</a:t>
            </a:r>
          </a:p>
        </p:txBody>
      </p:sp>
      <p:sp>
        <p:nvSpPr>
          <p:cNvPr id="20" name="Text Placeholder 2">
            <a:extLst>
              <a:ext uri="{FF2B5EF4-FFF2-40B4-BE49-F238E27FC236}">
                <a16:creationId xmlns:a16="http://schemas.microsoft.com/office/drawing/2014/main" id="{67E3876F-C624-2E08-9CC5-F736C0191B74}"/>
              </a:ext>
            </a:extLst>
          </p:cNvPr>
          <p:cNvSpPr>
            <a:spLocks noGrp="1"/>
          </p:cNvSpPr>
          <p:nvPr>
            <p:ph type="body" idx="12" hasCustomPrompt="1"/>
          </p:nvPr>
        </p:nvSpPr>
        <p:spPr>
          <a:xfrm>
            <a:off x="47222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21" name="Content Placeholder 3">
            <a:extLst>
              <a:ext uri="{FF2B5EF4-FFF2-40B4-BE49-F238E27FC236}">
                <a16:creationId xmlns:a16="http://schemas.microsoft.com/office/drawing/2014/main" id="{301404FB-5DA1-8F62-9D35-22037631E03E}"/>
              </a:ext>
            </a:extLst>
          </p:cNvPr>
          <p:cNvSpPr>
            <a:spLocks noGrp="1"/>
          </p:cNvSpPr>
          <p:nvPr>
            <p:ph sz="half" idx="13" hasCustomPrompt="1"/>
          </p:nvPr>
        </p:nvSpPr>
        <p:spPr>
          <a:xfrm>
            <a:off x="47222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cxnSp>
        <p:nvCxnSpPr>
          <p:cNvPr id="22" name="Straight Connector 21">
            <a:extLst>
              <a:ext uri="{FF2B5EF4-FFF2-40B4-BE49-F238E27FC236}">
                <a16:creationId xmlns:a16="http://schemas.microsoft.com/office/drawing/2014/main" id="{ABDE6AB5-6AE0-82CE-AD34-3A98094FEAE4}"/>
              </a:ext>
            </a:extLst>
          </p:cNvPr>
          <p:cNvCxnSpPr>
            <a:cxnSpLocks/>
          </p:cNvCxnSpPr>
          <p:nvPr userDrawn="1"/>
        </p:nvCxnSpPr>
        <p:spPr>
          <a:xfrm>
            <a:off x="4542423" y="3632200"/>
            <a:ext cx="0" cy="1625600"/>
          </a:xfrm>
          <a:prstGeom prst="line">
            <a:avLst/>
          </a:prstGeom>
          <a:ln w="19050">
            <a:solidFill>
              <a:schemeClr val="tx2">
                <a:lumMod val="50000"/>
              </a:schemeClr>
            </a:solidFill>
          </a:ln>
        </p:spPr>
        <p:style>
          <a:lnRef idx="2">
            <a:schemeClr val="accent1"/>
          </a:lnRef>
          <a:fillRef idx="0">
            <a:schemeClr val="accent1"/>
          </a:fillRef>
          <a:effectRef idx="1">
            <a:schemeClr val="accent1"/>
          </a:effectRef>
          <a:fontRef idx="minor">
            <a:schemeClr val="tx1"/>
          </a:fontRef>
        </p:style>
      </p:cxnSp>
      <p:sp>
        <p:nvSpPr>
          <p:cNvPr id="5" name="Picture Placeholder 15">
            <a:extLst>
              <a:ext uri="{FF2B5EF4-FFF2-40B4-BE49-F238E27FC236}">
                <a16:creationId xmlns:a16="http://schemas.microsoft.com/office/drawing/2014/main" id="{326A8D08-9F14-4A4C-32DF-6C9BBCDBDABB}"/>
              </a:ext>
            </a:extLst>
          </p:cNvPr>
          <p:cNvSpPr>
            <a:spLocks noGrp="1"/>
          </p:cNvSpPr>
          <p:nvPr>
            <p:ph type="pic" sz="quarter" idx="18"/>
          </p:nvPr>
        </p:nvSpPr>
        <p:spPr>
          <a:xfrm>
            <a:off x="4704347" y="4319199"/>
            <a:ext cx="447611" cy="447610"/>
          </a:xfrm>
          <a:prstGeom prst="rect">
            <a:avLst/>
          </a:prstGeom>
          <a:noFill/>
        </p:spPr>
        <p:txBody>
          <a:bodyPr>
            <a:normAutofit/>
          </a:bodyPr>
          <a:lstStyle>
            <a:lvl1pPr marL="0" indent="0" algn="ctr">
              <a:buNone/>
              <a:defRPr sz="700">
                <a:solidFill>
                  <a:schemeClr val="tx2"/>
                </a:solidFill>
              </a:defRPr>
            </a:lvl1pPr>
          </a:lstStyle>
          <a:p>
            <a:endParaRPr lang="en-US" dirty="0"/>
          </a:p>
        </p:txBody>
      </p:sp>
      <p:cxnSp>
        <p:nvCxnSpPr>
          <p:cNvPr id="11" name="Straight Connector 10">
            <a:extLst>
              <a:ext uri="{FF2B5EF4-FFF2-40B4-BE49-F238E27FC236}">
                <a16:creationId xmlns:a16="http://schemas.microsoft.com/office/drawing/2014/main" id="{92AE66CA-D4EE-2E12-B2FB-B74908BFE6EC}"/>
              </a:ext>
            </a:extLst>
          </p:cNvPr>
          <p:cNvCxnSpPr>
            <a:cxnSpLocks/>
          </p:cNvCxnSpPr>
          <p:nvPr userDrawn="1"/>
        </p:nvCxnSpPr>
        <p:spPr>
          <a:xfrm>
            <a:off x="4542423" y="2605088"/>
            <a:ext cx="0" cy="2008701"/>
          </a:xfrm>
          <a:prstGeom prst="line">
            <a:avLst/>
          </a:prstGeom>
          <a:ln w="38100">
            <a:gradFill flip="none" rotWithShape="1">
              <a:gsLst>
                <a:gs pos="0">
                  <a:schemeClr val="accent1"/>
                </a:gs>
                <a:gs pos="99000">
                  <a:schemeClr val="accent2"/>
                </a:gs>
              </a:gsLst>
              <a:lin ang="3600000" scaled="0"/>
              <a:tileRect/>
            </a:gradFill>
          </a:ln>
        </p:spPr>
        <p:style>
          <a:lnRef idx="2">
            <a:schemeClr val="accent1"/>
          </a:lnRef>
          <a:fillRef idx="0">
            <a:schemeClr val="accent1"/>
          </a:fillRef>
          <a:effectRef idx="1">
            <a:schemeClr val="accent1"/>
          </a:effectRef>
          <a:fontRef idx="minor">
            <a:schemeClr val="tx1"/>
          </a:fontRef>
        </p:style>
      </p:cxnSp>
      <p:sp>
        <p:nvSpPr>
          <p:cNvPr id="29" name="Text Placeholder 2">
            <a:extLst>
              <a:ext uri="{FF2B5EF4-FFF2-40B4-BE49-F238E27FC236}">
                <a16:creationId xmlns:a16="http://schemas.microsoft.com/office/drawing/2014/main" id="{83DD1B15-1F89-D692-96DF-15C1A83CCE42}"/>
              </a:ext>
            </a:extLst>
          </p:cNvPr>
          <p:cNvSpPr>
            <a:spLocks noGrp="1"/>
          </p:cNvSpPr>
          <p:nvPr>
            <p:ph type="body" idx="19" hasCustomPrompt="1"/>
          </p:nvPr>
        </p:nvSpPr>
        <p:spPr>
          <a:xfrm>
            <a:off x="10519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30" name="Content Placeholder 3">
            <a:extLst>
              <a:ext uri="{FF2B5EF4-FFF2-40B4-BE49-F238E27FC236}">
                <a16:creationId xmlns:a16="http://schemas.microsoft.com/office/drawing/2014/main" id="{A7B7FB43-7EC8-AC76-0A14-9E1277430781}"/>
              </a:ext>
            </a:extLst>
          </p:cNvPr>
          <p:cNvSpPr>
            <a:spLocks noGrp="1"/>
          </p:cNvSpPr>
          <p:nvPr>
            <p:ph sz="half" idx="20" hasCustomPrompt="1"/>
          </p:nvPr>
        </p:nvSpPr>
        <p:spPr>
          <a:xfrm>
            <a:off x="10519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cxnSp>
        <p:nvCxnSpPr>
          <p:cNvPr id="31" name="Straight Connector 30">
            <a:extLst>
              <a:ext uri="{FF2B5EF4-FFF2-40B4-BE49-F238E27FC236}">
                <a16:creationId xmlns:a16="http://schemas.microsoft.com/office/drawing/2014/main" id="{9A76B0C2-3052-DD16-45A9-7663A2CD150A}"/>
              </a:ext>
            </a:extLst>
          </p:cNvPr>
          <p:cNvCxnSpPr>
            <a:cxnSpLocks/>
          </p:cNvCxnSpPr>
          <p:nvPr userDrawn="1"/>
        </p:nvCxnSpPr>
        <p:spPr>
          <a:xfrm>
            <a:off x="872123" y="3632200"/>
            <a:ext cx="0" cy="1625600"/>
          </a:xfrm>
          <a:prstGeom prst="line">
            <a:avLst/>
          </a:prstGeom>
          <a:ln w="19050">
            <a:solidFill>
              <a:schemeClr val="tx2">
                <a:lumMod val="50000"/>
              </a:schemeClr>
            </a:solidFill>
          </a:ln>
        </p:spPr>
        <p:style>
          <a:lnRef idx="2">
            <a:schemeClr val="accent1"/>
          </a:lnRef>
          <a:fillRef idx="0">
            <a:schemeClr val="accent1"/>
          </a:fillRef>
          <a:effectRef idx="1">
            <a:schemeClr val="accent1"/>
          </a:effectRef>
          <a:fontRef idx="minor">
            <a:schemeClr val="tx1"/>
          </a:fontRef>
        </p:style>
      </p:cxnSp>
      <p:sp>
        <p:nvSpPr>
          <p:cNvPr id="32" name="Picture Placeholder 15">
            <a:extLst>
              <a:ext uri="{FF2B5EF4-FFF2-40B4-BE49-F238E27FC236}">
                <a16:creationId xmlns:a16="http://schemas.microsoft.com/office/drawing/2014/main" id="{B48EFF02-6B39-3CE9-E7D1-AE9BDEC0A032}"/>
              </a:ext>
            </a:extLst>
          </p:cNvPr>
          <p:cNvSpPr>
            <a:spLocks noGrp="1"/>
          </p:cNvSpPr>
          <p:nvPr>
            <p:ph type="pic" sz="quarter" idx="21"/>
          </p:nvPr>
        </p:nvSpPr>
        <p:spPr>
          <a:xfrm>
            <a:off x="1034047" y="4319195"/>
            <a:ext cx="447615" cy="447614"/>
          </a:xfrm>
          <a:prstGeom prst="rect">
            <a:avLst/>
          </a:prstGeom>
          <a:noFill/>
        </p:spPr>
        <p:txBody>
          <a:bodyPr>
            <a:normAutofit/>
          </a:bodyPr>
          <a:lstStyle>
            <a:lvl1pPr marL="0" indent="0" algn="ctr">
              <a:buNone/>
              <a:defRPr sz="700">
                <a:solidFill>
                  <a:schemeClr val="tx2"/>
                </a:solidFill>
              </a:defRPr>
            </a:lvl1pPr>
          </a:lstStyle>
          <a:p>
            <a:endParaRPr lang="en-US" dirty="0"/>
          </a:p>
        </p:txBody>
      </p:sp>
      <p:cxnSp>
        <p:nvCxnSpPr>
          <p:cNvPr id="33" name="Straight Connector 32">
            <a:extLst>
              <a:ext uri="{FF2B5EF4-FFF2-40B4-BE49-F238E27FC236}">
                <a16:creationId xmlns:a16="http://schemas.microsoft.com/office/drawing/2014/main" id="{949309B4-304A-FC0D-8549-80591AD1CE64}"/>
              </a:ext>
            </a:extLst>
          </p:cNvPr>
          <p:cNvCxnSpPr>
            <a:cxnSpLocks/>
          </p:cNvCxnSpPr>
          <p:nvPr userDrawn="1"/>
        </p:nvCxnSpPr>
        <p:spPr>
          <a:xfrm>
            <a:off x="872123" y="2605088"/>
            <a:ext cx="0" cy="2008701"/>
          </a:xfrm>
          <a:prstGeom prst="line">
            <a:avLst/>
          </a:prstGeom>
          <a:ln w="38100">
            <a:gradFill flip="none" rotWithShape="1">
              <a:gsLst>
                <a:gs pos="0">
                  <a:schemeClr val="accent5"/>
                </a:gs>
                <a:gs pos="99000">
                  <a:schemeClr val="accent4"/>
                </a:gs>
              </a:gsLst>
              <a:lin ang="3600000" scaled="0"/>
              <a:tileRect/>
            </a:gradFill>
          </a:ln>
        </p:spPr>
        <p:style>
          <a:lnRef idx="2">
            <a:schemeClr val="accent1"/>
          </a:lnRef>
          <a:fillRef idx="0">
            <a:schemeClr val="accent1"/>
          </a:fillRef>
          <a:effectRef idx="1">
            <a:schemeClr val="accent1"/>
          </a:effectRef>
          <a:fontRef idx="minor">
            <a:schemeClr val="tx1"/>
          </a:fontRef>
        </p:style>
      </p:cxnSp>
      <p:sp>
        <p:nvSpPr>
          <p:cNvPr id="34" name="Text Placeholder 2">
            <a:extLst>
              <a:ext uri="{FF2B5EF4-FFF2-40B4-BE49-F238E27FC236}">
                <a16:creationId xmlns:a16="http://schemas.microsoft.com/office/drawing/2014/main" id="{763B3056-5701-ED0F-13B7-F2662F97FC32}"/>
              </a:ext>
            </a:extLst>
          </p:cNvPr>
          <p:cNvSpPr>
            <a:spLocks noGrp="1"/>
          </p:cNvSpPr>
          <p:nvPr>
            <p:ph type="body" idx="22" hasCustomPrompt="1"/>
          </p:nvPr>
        </p:nvSpPr>
        <p:spPr>
          <a:xfrm>
            <a:off x="86084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35" name="Content Placeholder 3">
            <a:extLst>
              <a:ext uri="{FF2B5EF4-FFF2-40B4-BE49-F238E27FC236}">
                <a16:creationId xmlns:a16="http://schemas.microsoft.com/office/drawing/2014/main" id="{EF08A56E-B343-F409-94C2-D32AAB44CAB4}"/>
              </a:ext>
            </a:extLst>
          </p:cNvPr>
          <p:cNvSpPr>
            <a:spLocks noGrp="1"/>
          </p:cNvSpPr>
          <p:nvPr>
            <p:ph sz="half" idx="23" hasCustomPrompt="1"/>
          </p:nvPr>
        </p:nvSpPr>
        <p:spPr>
          <a:xfrm>
            <a:off x="86084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cxnSp>
        <p:nvCxnSpPr>
          <p:cNvPr id="36" name="Straight Connector 35">
            <a:extLst>
              <a:ext uri="{FF2B5EF4-FFF2-40B4-BE49-F238E27FC236}">
                <a16:creationId xmlns:a16="http://schemas.microsoft.com/office/drawing/2014/main" id="{E199A15F-CAF8-027F-0AEC-393C05604CE8}"/>
              </a:ext>
            </a:extLst>
          </p:cNvPr>
          <p:cNvCxnSpPr>
            <a:cxnSpLocks/>
          </p:cNvCxnSpPr>
          <p:nvPr userDrawn="1"/>
        </p:nvCxnSpPr>
        <p:spPr>
          <a:xfrm>
            <a:off x="8428623" y="3632200"/>
            <a:ext cx="0" cy="1625600"/>
          </a:xfrm>
          <a:prstGeom prst="line">
            <a:avLst/>
          </a:prstGeom>
          <a:ln w="19050">
            <a:solidFill>
              <a:schemeClr val="tx2">
                <a:lumMod val="50000"/>
              </a:schemeClr>
            </a:solidFill>
          </a:ln>
        </p:spPr>
        <p:style>
          <a:lnRef idx="2">
            <a:schemeClr val="accent1"/>
          </a:lnRef>
          <a:fillRef idx="0">
            <a:schemeClr val="accent1"/>
          </a:fillRef>
          <a:effectRef idx="1">
            <a:schemeClr val="accent1"/>
          </a:effectRef>
          <a:fontRef idx="minor">
            <a:schemeClr val="tx1"/>
          </a:fontRef>
        </p:style>
      </p:cxnSp>
      <p:sp>
        <p:nvSpPr>
          <p:cNvPr id="37" name="Picture Placeholder 15">
            <a:extLst>
              <a:ext uri="{FF2B5EF4-FFF2-40B4-BE49-F238E27FC236}">
                <a16:creationId xmlns:a16="http://schemas.microsoft.com/office/drawing/2014/main" id="{21447A28-4F4E-3BE3-B526-E0056E7CC7C1}"/>
              </a:ext>
            </a:extLst>
          </p:cNvPr>
          <p:cNvSpPr>
            <a:spLocks noGrp="1"/>
          </p:cNvSpPr>
          <p:nvPr>
            <p:ph type="pic" sz="quarter" idx="24"/>
          </p:nvPr>
        </p:nvSpPr>
        <p:spPr>
          <a:xfrm>
            <a:off x="8590548" y="4319195"/>
            <a:ext cx="447614" cy="447613"/>
          </a:xfrm>
          <a:prstGeom prst="rect">
            <a:avLst/>
          </a:prstGeom>
          <a:noFill/>
        </p:spPr>
        <p:txBody>
          <a:bodyPr>
            <a:normAutofit/>
          </a:bodyPr>
          <a:lstStyle>
            <a:lvl1pPr marL="0" indent="0" algn="ctr">
              <a:buNone/>
              <a:defRPr sz="700">
                <a:solidFill>
                  <a:schemeClr val="tx2"/>
                </a:solidFill>
              </a:defRPr>
            </a:lvl1pPr>
          </a:lstStyle>
          <a:p>
            <a:endParaRPr lang="en-US" dirty="0"/>
          </a:p>
        </p:txBody>
      </p:sp>
      <p:cxnSp>
        <p:nvCxnSpPr>
          <p:cNvPr id="38" name="Straight Connector 37">
            <a:extLst>
              <a:ext uri="{FF2B5EF4-FFF2-40B4-BE49-F238E27FC236}">
                <a16:creationId xmlns:a16="http://schemas.microsoft.com/office/drawing/2014/main" id="{4C3402BA-C0B0-8B2F-7684-DE3E3868959C}"/>
              </a:ext>
            </a:extLst>
          </p:cNvPr>
          <p:cNvCxnSpPr>
            <a:cxnSpLocks/>
          </p:cNvCxnSpPr>
          <p:nvPr userDrawn="1"/>
        </p:nvCxnSpPr>
        <p:spPr>
          <a:xfrm>
            <a:off x="8428623" y="2605088"/>
            <a:ext cx="0" cy="2008701"/>
          </a:xfrm>
          <a:prstGeom prst="line">
            <a:avLst/>
          </a:prstGeom>
          <a:ln w="38100">
            <a:gradFill flip="none" rotWithShape="1">
              <a:gsLst>
                <a:gs pos="0">
                  <a:schemeClr val="accent2"/>
                </a:gs>
                <a:gs pos="99000">
                  <a:schemeClr val="accent3"/>
                </a:gs>
              </a:gsLst>
              <a:lin ang="3600000" scaled="0"/>
              <a:tileRect/>
            </a:gradFill>
          </a:ln>
        </p:spPr>
        <p:style>
          <a:lnRef idx="2">
            <a:schemeClr val="accent1"/>
          </a:lnRef>
          <a:fillRef idx="0">
            <a:schemeClr val="accent1"/>
          </a:fillRef>
          <a:effectRef idx="1">
            <a:schemeClr val="accent1"/>
          </a:effectRef>
          <a:fontRef idx="minor">
            <a:schemeClr val="tx1"/>
          </a:fontRef>
        </p:style>
      </p:cxnSp>
      <p:pic>
        <p:nvPicPr>
          <p:cNvPr id="44" name="Picture 43">
            <a:extLst>
              <a:ext uri="{FF2B5EF4-FFF2-40B4-BE49-F238E27FC236}">
                <a16:creationId xmlns:a16="http://schemas.microsoft.com/office/drawing/2014/main" id="{6C6032DA-FF80-88C3-2E14-1B874B380ABA}"/>
              </a:ext>
            </a:extLst>
          </p:cNvPr>
          <p:cNvPicPr>
            <a:picLocks noChangeAspect="1"/>
          </p:cNvPicPr>
          <p:nvPr userDrawn="1"/>
        </p:nvPicPr>
        <p:blipFill>
          <a:blip r:embed="rId2"/>
          <a:srcRect/>
          <a:stretch/>
        </p:blipFill>
        <p:spPr>
          <a:xfrm>
            <a:off x="10236204" y="6365323"/>
            <a:ext cx="1117593" cy="184284"/>
          </a:xfrm>
          <a:prstGeom prst="rect">
            <a:avLst/>
          </a:prstGeom>
        </p:spPr>
      </p:pic>
      <p:sp>
        <p:nvSpPr>
          <p:cNvPr id="7" name="Slide Number Placeholder 28">
            <a:extLst>
              <a:ext uri="{FF2B5EF4-FFF2-40B4-BE49-F238E27FC236}">
                <a16:creationId xmlns:a16="http://schemas.microsoft.com/office/drawing/2014/main" id="{080C401E-9045-93F2-5170-7B6C98B1083F}"/>
              </a:ext>
            </a:extLst>
          </p:cNvPr>
          <p:cNvSpPr>
            <a:spLocks noGrp="1"/>
          </p:cNvSpPr>
          <p:nvPr>
            <p:ph type="sldNum" sz="quarter" idx="25"/>
          </p:nvPr>
        </p:nvSpPr>
        <p:spPr>
          <a:xfrm>
            <a:off x="558800" y="6264275"/>
            <a:ext cx="279400" cy="365125"/>
          </a:xfrm>
        </p:spPr>
        <p:txBody>
          <a:bodyPr/>
          <a:lstStyle/>
          <a:p>
            <a:fld id="{2E1C8E04-61AE-364F-9D16-6A67B5591D25}" type="slidenum">
              <a:rPr lang="en-US" smtClean="0"/>
              <a:pPr/>
              <a:t>‹#›</a:t>
            </a:fld>
            <a:endParaRPr lang="en-US" dirty="0"/>
          </a:p>
        </p:txBody>
      </p:sp>
      <p:sp>
        <p:nvSpPr>
          <p:cNvPr id="8" name="Footer Placeholder 29">
            <a:extLst>
              <a:ext uri="{FF2B5EF4-FFF2-40B4-BE49-F238E27FC236}">
                <a16:creationId xmlns:a16="http://schemas.microsoft.com/office/drawing/2014/main" id="{CA7A8BCD-C0B1-5332-2D40-AAF18AF26AC8}"/>
              </a:ext>
            </a:extLst>
          </p:cNvPr>
          <p:cNvSpPr>
            <a:spLocks noGrp="1"/>
          </p:cNvSpPr>
          <p:nvPr>
            <p:ph type="ftr" sz="quarter" idx="26"/>
          </p:nvPr>
        </p:nvSpPr>
        <p:spPr>
          <a:xfrm>
            <a:off x="882210" y="6264275"/>
            <a:ext cx="4554218" cy="365125"/>
          </a:xfrm>
        </p:spPr>
        <p:txBody>
          <a:bodyPr/>
          <a:lstStyle/>
          <a:p>
            <a:r>
              <a:rPr lang="en-US" dirty="0"/>
              <a:t>Presentation Title Goes Here</a:t>
            </a:r>
          </a:p>
        </p:txBody>
      </p:sp>
      <p:sp>
        <p:nvSpPr>
          <p:cNvPr id="9" name="TextBox 8">
            <a:extLst>
              <a:ext uri="{FF2B5EF4-FFF2-40B4-BE49-F238E27FC236}">
                <a16:creationId xmlns:a16="http://schemas.microsoft.com/office/drawing/2014/main" id="{E9470619-9FC4-2DA6-C0D0-F26356E616AB}"/>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4044057886"/>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Proces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1"/>
            <a:ext cx="10515600" cy="1371600"/>
          </a:xfrm>
        </p:spPr>
        <p:txBody>
          <a:bodyPr lIns="0" anchor="b"/>
          <a:lstStyle>
            <a:lvl1pPr>
              <a:defRPr>
                <a:solidFill>
                  <a:schemeClr val="tx1"/>
                </a:solidFill>
              </a:defRPr>
            </a:lvl1pPr>
          </a:lstStyle>
          <a:p>
            <a:r>
              <a:rPr lang="en-US"/>
              <a:t>Click to edit Master title style</a:t>
            </a:r>
          </a:p>
        </p:txBody>
      </p:sp>
      <p:pic>
        <p:nvPicPr>
          <p:cNvPr id="44" name="Picture 43">
            <a:extLst>
              <a:ext uri="{FF2B5EF4-FFF2-40B4-BE49-F238E27FC236}">
                <a16:creationId xmlns:a16="http://schemas.microsoft.com/office/drawing/2014/main" id="{6C6032DA-FF80-88C3-2E14-1B874B380ABA}"/>
              </a:ext>
            </a:extLst>
          </p:cNvPr>
          <p:cNvPicPr>
            <a:picLocks noChangeAspect="1"/>
          </p:cNvPicPr>
          <p:nvPr userDrawn="1"/>
        </p:nvPicPr>
        <p:blipFill>
          <a:blip r:embed="rId2"/>
          <a:srcRect/>
          <a:stretch/>
        </p:blipFill>
        <p:spPr>
          <a:xfrm>
            <a:off x="10236204" y="6365323"/>
            <a:ext cx="1117593" cy="184284"/>
          </a:xfrm>
          <a:prstGeom prst="rect">
            <a:avLst/>
          </a:prstGeom>
        </p:spPr>
      </p:pic>
      <p:sp>
        <p:nvSpPr>
          <p:cNvPr id="7" name="Slide Number Placeholder 28">
            <a:extLst>
              <a:ext uri="{FF2B5EF4-FFF2-40B4-BE49-F238E27FC236}">
                <a16:creationId xmlns:a16="http://schemas.microsoft.com/office/drawing/2014/main" id="{080C401E-9045-93F2-5170-7B6C98B1083F}"/>
              </a:ext>
            </a:extLst>
          </p:cNvPr>
          <p:cNvSpPr>
            <a:spLocks noGrp="1"/>
          </p:cNvSpPr>
          <p:nvPr>
            <p:ph type="sldNum" sz="quarter" idx="25"/>
          </p:nvPr>
        </p:nvSpPr>
        <p:spPr>
          <a:xfrm>
            <a:off x="558800" y="6264275"/>
            <a:ext cx="279400" cy="365125"/>
          </a:xfrm>
        </p:spPr>
        <p:txBody>
          <a:bodyPr/>
          <a:lstStyle/>
          <a:p>
            <a:fld id="{2E1C8E04-61AE-364F-9D16-6A67B5591D25}" type="slidenum">
              <a:rPr lang="en-US" smtClean="0"/>
              <a:pPr/>
              <a:t>‹#›</a:t>
            </a:fld>
            <a:endParaRPr lang="en-US" dirty="0"/>
          </a:p>
        </p:txBody>
      </p:sp>
      <p:sp>
        <p:nvSpPr>
          <p:cNvPr id="8" name="Footer Placeholder 29">
            <a:extLst>
              <a:ext uri="{FF2B5EF4-FFF2-40B4-BE49-F238E27FC236}">
                <a16:creationId xmlns:a16="http://schemas.microsoft.com/office/drawing/2014/main" id="{CA7A8BCD-C0B1-5332-2D40-AAF18AF26AC8}"/>
              </a:ext>
            </a:extLst>
          </p:cNvPr>
          <p:cNvSpPr>
            <a:spLocks noGrp="1"/>
          </p:cNvSpPr>
          <p:nvPr>
            <p:ph type="ftr" sz="quarter" idx="26"/>
          </p:nvPr>
        </p:nvSpPr>
        <p:spPr>
          <a:xfrm>
            <a:off x="882210" y="6264275"/>
            <a:ext cx="4554218" cy="365125"/>
          </a:xfrm>
        </p:spPr>
        <p:txBody>
          <a:bodyPr/>
          <a:lstStyle/>
          <a:p>
            <a:r>
              <a:rPr lang="en-US" dirty="0"/>
              <a:t>Presentation Title Goes Here</a:t>
            </a:r>
          </a:p>
        </p:txBody>
      </p:sp>
      <p:sp>
        <p:nvSpPr>
          <p:cNvPr id="9" name="TextBox 8">
            <a:extLst>
              <a:ext uri="{FF2B5EF4-FFF2-40B4-BE49-F238E27FC236}">
                <a16:creationId xmlns:a16="http://schemas.microsoft.com/office/drawing/2014/main" id="{E9470619-9FC4-2DA6-C0D0-F26356E616AB}"/>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
        <p:nvSpPr>
          <p:cNvPr id="40" name="Text Placeholder 39">
            <a:extLst>
              <a:ext uri="{FF2B5EF4-FFF2-40B4-BE49-F238E27FC236}">
                <a16:creationId xmlns:a16="http://schemas.microsoft.com/office/drawing/2014/main" id="{244FA993-AF88-43C3-4262-94824BAEB846}"/>
              </a:ext>
            </a:extLst>
          </p:cNvPr>
          <p:cNvSpPr>
            <a:spLocks noGrp="1"/>
          </p:cNvSpPr>
          <p:nvPr>
            <p:ph type="body" sz="quarter" idx="28" hasCustomPrompt="1"/>
          </p:nvPr>
        </p:nvSpPr>
        <p:spPr>
          <a:xfrm>
            <a:off x="4968046" y="2752725"/>
            <a:ext cx="2408238" cy="365125"/>
          </a:xfrm>
        </p:spPr>
        <p:txBody>
          <a:bodyPr>
            <a:noAutofit/>
          </a:bodyPr>
          <a:lstStyle>
            <a:lvl1pPr marL="0" indent="0">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Subtitle</a:t>
            </a:r>
          </a:p>
        </p:txBody>
      </p:sp>
      <p:sp>
        <p:nvSpPr>
          <p:cNvPr id="45" name="Text Placeholder 39">
            <a:extLst>
              <a:ext uri="{FF2B5EF4-FFF2-40B4-BE49-F238E27FC236}">
                <a16:creationId xmlns:a16="http://schemas.microsoft.com/office/drawing/2014/main" id="{F1B4C1E7-3C8D-84C7-4790-EA403C711D6B}"/>
              </a:ext>
            </a:extLst>
          </p:cNvPr>
          <p:cNvSpPr>
            <a:spLocks noGrp="1"/>
          </p:cNvSpPr>
          <p:nvPr>
            <p:ph type="body" sz="quarter" idx="30" hasCustomPrompt="1"/>
          </p:nvPr>
        </p:nvSpPr>
        <p:spPr>
          <a:xfrm>
            <a:off x="1333596" y="2752725"/>
            <a:ext cx="2408238" cy="365125"/>
          </a:xfrm>
        </p:spPr>
        <p:txBody>
          <a:bodyPr>
            <a:noAutofit/>
          </a:bodyPr>
          <a:lstStyle>
            <a:lvl1pPr marL="0" indent="0">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Subtitle</a:t>
            </a:r>
          </a:p>
        </p:txBody>
      </p:sp>
      <p:sp>
        <p:nvSpPr>
          <p:cNvPr id="47" name="Text Placeholder 46">
            <a:extLst>
              <a:ext uri="{FF2B5EF4-FFF2-40B4-BE49-F238E27FC236}">
                <a16:creationId xmlns:a16="http://schemas.microsoft.com/office/drawing/2014/main" id="{23D04D9F-6CD3-302B-64DB-FCA545F0F7C2}"/>
              </a:ext>
            </a:extLst>
          </p:cNvPr>
          <p:cNvSpPr>
            <a:spLocks noGrp="1"/>
          </p:cNvSpPr>
          <p:nvPr>
            <p:ph type="body" sz="quarter" idx="31"/>
          </p:nvPr>
        </p:nvSpPr>
        <p:spPr>
          <a:xfrm>
            <a:off x="1333500" y="3222625"/>
            <a:ext cx="2408238" cy="1406525"/>
          </a:xfrm>
        </p:spPr>
        <p:txBody>
          <a:bodyPr>
            <a:noAutofit/>
          </a:bodyPr>
          <a:lstStyle>
            <a:lvl1pPr marL="0" indent="0">
              <a:lnSpc>
                <a:spcPts val="1800"/>
              </a:lnSpc>
              <a:buNone/>
              <a:defRPr sz="1200">
                <a:solidFill>
                  <a:schemeClr val="tx1"/>
                </a:solidFill>
                <a:latin typeface="Inter UI" panose="020B0502030000000004" pitchFamily="34" charset="0"/>
                <a:ea typeface="Inter UI" panose="020B0502030000000004" pitchFamily="34" charset="0"/>
              </a:defRPr>
            </a:lvl1pPr>
            <a:lvl2pPr marL="457200" indent="0">
              <a:lnSpc>
                <a:spcPts val="1800"/>
              </a:lnSpc>
              <a:buNone/>
              <a:defRPr sz="1200">
                <a:solidFill>
                  <a:schemeClr val="tx1"/>
                </a:solidFill>
                <a:latin typeface="Inter UI" panose="020B0502030000000004" pitchFamily="34" charset="0"/>
                <a:ea typeface="Inter UI" panose="020B0502030000000004" pitchFamily="34" charset="0"/>
              </a:defRPr>
            </a:lvl2pPr>
            <a:lvl3pPr marL="914400" indent="0">
              <a:lnSpc>
                <a:spcPts val="1800"/>
              </a:lnSpc>
              <a:buNone/>
              <a:defRPr sz="1200">
                <a:solidFill>
                  <a:schemeClr val="tx1"/>
                </a:solidFill>
                <a:latin typeface="Inter UI" panose="020B0502030000000004" pitchFamily="34" charset="0"/>
                <a:ea typeface="Inter UI" panose="020B0502030000000004" pitchFamily="34" charset="0"/>
              </a:defRPr>
            </a:lvl3pPr>
            <a:lvl4pPr marL="1371600" indent="0">
              <a:lnSpc>
                <a:spcPts val="1800"/>
              </a:lnSpc>
              <a:buNone/>
              <a:defRPr sz="1200">
                <a:solidFill>
                  <a:schemeClr val="tx1"/>
                </a:solidFill>
                <a:latin typeface="Inter UI" panose="020B0502030000000004" pitchFamily="34" charset="0"/>
                <a:ea typeface="Inter UI" panose="020B0502030000000004" pitchFamily="34" charset="0"/>
              </a:defRPr>
            </a:lvl4pPr>
            <a:lvl5pPr marL="1828800" indent="0">
              <a:lnSpc>
                <a:spcPts val="1800"/>
              </a:lnSpc>
              <a:buNone/>
              <a:defRPr sz="1200">
                <a:solidFill>
                  <a:schemeClr val="tx1"/>
                </a:solidFill>
                <a:latin typeface="Inter UI" panose="020B0502030000000004" pitchFamily="34" charset="0"/>
                <a:ea typeface="Inter UI" panose="020B05020300000000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8" name="Text Placeholder 46">
            <a:extLst>
              <a:ext uri="{FF2B5EF4-FFF2-40B4-BE49-F238E27FC236}">
                <a16:creationId xmlns:a16="http://schemas.microsoft.com/office/drawing/2014/main" id="{F9177777-54E4-A27E-C0D5-414E23E5C72B}"/>
              </a:ext>
            </a:extLst>
          </p:cNvPr>
          <p:cNvSpPr>
            <a:spLocks noGrp="1"/>
          </p:cNvSpPr>
          <p:nvPr>
            <p:ph type="body" sz="quarter" idx="32"/>
          </p:nvPr>
        </p:nvSpPr>
        <p:spPr>
          <a:xfrm>
            <a:off x="4967951" y="3222625"/>
            <a:ext cx="2408238" cy="1406525"/>
          </a:xfrm>
        </p:spPr>
        <p:txBody>
          <a:bodyPr>
            <a:noAutofit/>
          </a:bodyPr>
          <a:lstStyle>
            <a:lvl1pPr marL="0" indent="0">
              <a:lnSpc>
                <a:spcPts val="1800"/>
              </a:lnSpc>
              <a:buNone/>
              <a:defRPr sz="1200">
                <a:solidFill>
                  <a:schemeClr val="tx1"/>
                </a:solidFill>
                <a:latin typeface="Inter UI" panose="020B0502030000000004" pitchFamily="34" charset="0"/>
                <a:ea typeface="Inter UI" panose="020B0502030000000004" pitchFamily="34" charset="0"/>
              </a:defRPr>
            </a:lvl1pPr>
            <a:lvl2pPr marL="457200" indent="0">
              <a:lnSpc>
                <a:spcPts val="1800"/>
              </a:lnSpc>
              <a:buNone/>
              <a:defRPr sz="1200">
                <a:solidFill>
                  <a:schemeClr val="tx1"/>
                </a:solidFill>
                <a:latin typeface="Inter UI" panose="020B0502030000000004" pitchFamily="34" charset="0"/>
                <a:ea typeface="Inter UI" panose="020B0502030000000004" pitchFamily="34" charset="0"/>
              </a:defRPr>
            </a:lvl2pPr>
            <a:lvl3pPr marL="914400" indent="0">
              <a:lnSpc>
                <a:spcPts val="1800"/>
              </a:lnSpc>
              <a:buNone/>
              <a:defRPr sz="1200">
                <a:solidFill>
                  <a:schemeClr val="tx1"/>
                </a:solidFill>
                <a:latin typeface="Inter UI" panose="020B0502030000000004" pitchFamily="34" charset="0"/>
                <a:ea typeface="Inter UI" panose="020B0502030000000004" pitchFamily="34" charset="0"/>
              </a:defRPr>
            </a:lvl3pPr>
            <a:lvl4pPr marL="1371600" indent="0">
              <a:lnSpc>
                <a:spcPts val="1800"/>
              </a:lnSpc>
              <a:buNone/>
              <a:defRPr sz="1200">
                <a:solidFill>
                  <a:schemeClr val="tx1"/>
                </a:solidFill>
                <a:latin typeface="Inter UI" panose="020B0502030000000004" pitchFamily="34" charset="0"/>
                <a:ea typeface="Inter UI" panose="020B0502030000000004" pitchFamily="34" charset="0"/>
              </a:defRPr>
            </a:lvl4pPr>
            <a:lvl5pPr marL="1828800" indent="0">
              <a:lnSpc>
                <a:spcPts val="1800"/>
              </a:lnSpc>
              <a:buNone/>
              <a:defRPr sz="1200">
                <a:solidFill>
                  <a:schemeClr val="tx1"/>
                </a:solidFill>
                <a:latin typeface="Inter UI" panose="020B0502030000000004" pitchFamily="34" charset="0"/>
                <a:ea typeface="Inter UI" panose="020B05020300000000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9" name="Text Placeholder 39">
            <a:extLst>
              <a:ext uri="{FF2B5EF4-FFF2-40B4-BE49-F238E27FC236}">
                <a16:creationId xmlns:a16="http://schemas.microsoft.com/office/drawing/2014/main" id="{3096665B-8BF1-74D0-C489-A84DF1B67EF7}"/>
              </a:ext>
            </a:extLst>
          </p:cNvPr>
          <p:cNvSpPr>
            <a:spLocks noGrp="1"/>
          </p:cNvSpPr>
          <p:nvPr>
            <p:ph type="body" sz="quarter" idx="33" hasCustomPrompt="1"/>
          </p:nvPr>
        </p:nvSpPr>
        <p:spPr>
          <a:xfrm>
            <a:off x="8521474" y="2752725"/>
            <a:ext cx="2408238" cy="365125"/>
          </a:xfrm>
        </p:spPr>
        <p:txBody>
          <a:bodyPr>
            <a:noAutofit/>
          </a:bodyPr>
          <a:lstStyle>
            <a:lvl1pPr marL="0" indent="0">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Subtitle</a:t>
            </a:r>
          </a:p>
        </p:txBody>
      </p:sp>
      <p:sp>
        <p:nvSpPr>
          <p:cNvPr id="50" name="Text Placeholder 46">
            <a:extLst>
              <a:ext uri="{FF2B5EF4-FFF2-40B4-BE49-F238E27FC236}">
                <a16:creationId xmlns:a16="http://schemas.microsoft.com/office/drawing/2014/main" id="{37C32106-2C44-EC83-580E-3437E547CC1D}"/>
              </a:ext>
            </a:extLst>
          </p:cNvPr>
          <p:cNvSpPr>
            <a:spLocks noGrp="1"/>
          </p:cNvSpPr>
          <p:nvPr>
            <p:ph type="body" sz="quarter" idx="34"/>
          </p:nvPr>
        </p:nvSpPr>
        <p:spPr>
          <a:xfrm>
            <a:off x="8521379" y="3222625"/>
            <a:ext cx="2408238" cy="1406525"/>
          </a:xfrm>
        </p:spPr>
        <p:txBody>
          <a:bodyPr>
            <a:noAutofit/>
          </a:bodyPr>
          <a:lstStyle>
            <a:lvl1pPr marL="0" indent="0">
              <a:lnSpc>
                <a:spcPts val="1800"/>
              </a:lnSpc>
              <a:buNone/>
              <a:defRPr sz="1200">
                <a:solidFill>
                  <a:schemeClr val="tx1"/>
                </a:solidFill>
                <a:latin typeface="Inter UI" panose="020B0502030000000004" pitchFamily="34" charset="0"/>
                <a:ea typeface="Inter UI" panose="020B0502030000000004" pitchFamily="34" charset="0"/>
              </a:defRPr>
            </a:lvl1pPr>
            <a:lvl2pPr marL="457200" indent="0">
              <a:lnSpc>
                <a:spcPts val="1800"/>
              </a:lnSpc>
              <a:buNone/>
              <a:defRPr sz="1200">
                <a:solidFill>
                  <a:schemeClr val="tx1"/>
                </a:solidFill>
                <a:latin typeface="Inter UI" panose="020B0502030000000004" pitchFamily="34" charset="0"/>
                <a:ea typeface="Inter UI" panose="020B0502030000000004" pitchFamily="34" charset="0"/>
              </a:defRPr>
            </a:lvl2pPr>
            <a:lvl3pPr marL="914400" indent="0">
              <a:lnSpc>
                <a:spcPts val="1800"/>
              </a:lnSpc>
              <a:buNone/>
              <a:defRPr sz="1200">
                <a:solidFill>
                  <a:schemeClr val="tx1"/>
                </a:solidFill>
                <a:latin typeface="Inter UI" panose="020B0502030000000004" pitchFamily="34" charset="0"/>
                <a:ea typeface="Inter UI" panose="020B0502030000000004" pitchFamily="34" charset="0"/>
              </a:defRPr>
            </a:lvl3pPr>
            <a:lvl4pPr marL="1371600" indent="0">
              <a:lnSpc>
                <a:spcPts val="1800"/>
              </a:lnSpc>
              <a:buNone/>
              <a:defRPr sz="1200">
                <a:solidFill>
                  <a:schemeClr val="tx1"/>
                </a:solidFill>
                <a:latin typeface="Inter UI" panose="020B0502030000000004" pitchFamily="34" charset="0"/>
                <a:ea typeface="Inter UI" panose="020B0502030000000004" pitchFamily="34" charset="0"/>
              </a:defRPr>
            </a:lvl4pPr>
            <a:lvl5pPr marL="1828800" indent="0">
              <a:lnSpc>
                <a:spcPts val="1800"/>
              </a:lnSpc>
              <a:buNone/>
              <a:defRPr sz="1200">
                <a:solidFill>
                  <a:schemeClr val="tx1"/>
                </a:solidFill>
                <a:latin typeface="Inter UI" panose="020B0502030000000004" pitchFamily="34" charset="0"/>
                <a:ea typeface="Inter UI" panose="020B05020300000000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041889"/>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3 Steps - Ligh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1"/>
            <a:ext cx="10515600" cy="1371600"/>
          </a:xfrm>
        </p:spPr>
        <p:txBody>
          <a:bodyPr lIns="0" anchor="b"/>
          <a:lstStyle>
            <a:lvl1pPr>
              <a:defRPr>
                <a:solidFill>
                  <a:schemeClr val="tx1"/>
                </a:solidFill>
              </a:defRPr>
            </a:lvl1pPr>
          </a:lstStyle>
          <a:p>
            <a:r>
              <a:rPr lang="en-US"/>
              <a:t>Click to edit Master title style</a:t>
            </a:r>
          </a:p>
        </p:txBody>
      </p:sp>
      <p:cxnSp>
        <p:nvCxnSpPr>
          <p:cNvPr id="22" name="Straight Connector 21">
            <a:extLst>
              <a:ext uri="{FF2B5EF4-FFF2-40B4-BE49-F238E27FC236}">
                <a16:creationId xmlns:a16="http://schemas.microsoft.com/office/drawing/2014/main" id="{ABDE6AB5-6AE0-82CE-AD34-3A98094FEAE4}"/>
              </a:ext>
            </a:extLst>
          </p:cNvPr>
          <p:cNvCxnSpPr>
            <a:cxnSpLocks/>
          </p:cNvCxnSpPr>
          <p:nvPr userDrawn="1"/>
        </p:nvCxnSpPr>
        <p:spPr>
          <a:xfrm>
            <a:off x="4542423" y="3632200"/>
            <a:ext cx="0" cy="162560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2AE66CA-D4EE-2E12-B2FB-B74908BFE6EC}"/>
              </a:ext>
            </a:extLst>
          </p:cNvPr>
          <p:cNvCxnSpPr>
            <a:cxnSpLocks/>
          </p:cNvCxnSpPr>
          <p:nvPr userDrawn="1"/>
        </p:nvCxnSpPr>
        <p:spPr>
          <a:xfrm>
            <a:off x="4542423" y="2605088"/>
            <a:ext cx="0" cy="2008701"/>
          </a:xfrm>
          <a:prstGeom prst="line">
            <a:avLst/>
          </a:prstGeom>
          <a:ln w="38100">
            <a:gradFill flip="none" rotWithShape="1">
              <a:gsLst>
                <a:gs pos="0">
                  <a:schemeClr val="accent1"/>
                </a:gs>
                <a:gs pos="99000">
                  <a:schemeClr val="accent2"/>
                </a:gs>
              </a:gsLst>
              <a:lin ang="3600000" scaled="0"/>
              <a:tileRect/>
            </a:gra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9A76B0C2-3052-DD16-45A9-7663A2CD150A}"/>
              </a:ext>
            </a:extLst>
          </p:cNvPr>
          <p:cNvCxnSpPr>
            <a:cxnSpLocks/>
          </p:cNvCxnSpPr>
          <p:nvPr userDrawn="1"/>
        </p:nvCxnSpPr>
        <p:spPr>
          <a:xfrm>
            <a:off x="872123" y="3632200"/>
            <a:ext cx="0" cy="162560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49309B4-304A-FC0D-8549-80591AD1CE64}"/>
              </a:ext>
            </a:extLst>
          </p:cNvPr>
          <p:cNvCxnSpPr>
            <a:cxnSpLocks/>
          </p:cNvCxnSpPr>
          <p:nvPr userDrawn="1"/>
        </p:nvCxnSpPr>
        <p:spPr>
          <a:xfrm>
            <a:off x="872123" y="2605088"/>
            <a:ext cx="0" cy="2008701"/>
          </a:xfrm>
          <a:prstGeom prst="line">
            <a:avLst/>
          </a:prstGeom>
          <a:ln w="38100">
            <a:gradFill flip="none" rotWithShape="1">
              <a:gsLst>
                <a:gs pos="0">
                  <a:schemeClr val="accent5"/>
                </a:gs>
                <a:gs pos="99000">
                  <a:schemeClr val="accent4"/>
                </a:gs>
              </a:gsLst>
              <a:lin ang="3600000" scaled="0"/>
              <a:tileRect/>
            </a:gra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E199A15F-CAF8-027F-0AEC-393C05604CE8}"/>
              </a:ext>
            </a:extLst>
          </p:cNvPr>
          <p:cNvCxnSpPr>
            <a:cxnSpLocks/>
          </p:cNvCxnSpPr>
          <p:nvPr userDrawn="1"/>
        </p:nvCxnSpPr>
        <p:spPr>
          <a:xfrm>
            <a:off x="8428623" y="3632200"/>
            <a:ext cx="0" cy="162560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4C3402BA-C0B0-8B2F-7684-DE3E3868959C}"/>
              </a:ext>
            </a:extLst>
          </p:cNvPr>
          <p:cNvCxnSpPr>
            <a:cxnSpLocks/>
          </p:cNvCxnSpPr>
          <p:nvPr userDrawn="1"/>
        </p:nvCxnSpPr>
        <p:spPr>
          <a:xfrm>
            <a:off x="8428623" y="2605088"/>
            <a:ext cx="0" cy="2008701"/>
          </a:xfrm>
          <a:prstGeom prst="line">
            <a:avLst/>
          </a:prstGeom>
          <a:ln w="38100">
            <a:gradFill flip="none" rotWithShape="1">
              <a:gsLst>
                <a:gs pos="0">
                  <a:schemeClr val="accent2"/>
                </a:gs>
                <a:gs pos="99000">
                  <a:schemeClr val="accent3"/>
                </a:gs>
              </a:gsLst>
              <a:lin ang="3600000" scaled="0"/>
              <a:tileRect/>
            </a:gradFill>
          </a:ln>
        </p:spPr>
        <p:style>
          <a:lnRef idx="2">
            <a:schemeClr val="accent1"/>
          </a:lnRef>
          <a:fillRef idx="0">
            <a:schemeClr val="accent1"/>
          </a:fillRef>
          <a:effectRef idx="1">
            <a:schemeClr val="accent1"/>
          </a:effectRef>
          <a:fontRef idx="minor">
            <a:schemeClr val="tx1"/>
          </a:fontRef>
        </p:style>
      </p:cxnSp>
      <p:pic>
        <p:nvPicPr>
          <p:cNvPr id="44" name="Picture 43">
            <a:extLst>
              <a:ext uri="{FF2B5EF4-FFF2-40B4-BE49-F238E27FC236}">
                <a16:creationId xmlns:a16="http://schemas.microsoft.com/office/drawing/2014/main" id="{6C6032DA-FF80-88C3-2E14-1B874B380ABA}"/>
              </a:ext>
            </a:extLst>
          </p:cNvPr>
          <p:cNvPicPr>
            <a:picLocks noChangeAspect="1"/>
          </p:cNvPicPr>
          <p:nvPr userDrawn="1"/>
        </p:nvPicPr>
        <p:blipFill>
          <a:blip r:embed="rId2"/>
          <a:srcRect/>
          <a:stretch/>
        </p:blipFill>
        <p:spPr>
          <a:xfrm>
            <a:off x="10236204" y="6365323"/>
            <a:ext cx="1117593" cy="184283"/>
          </a:xfrm>
          <a:prstGeom prst="rect">
            <a:avLst/>
          </a:prstGeom>
        </p:spPr>
      </p:pic>
      <p:sp>
        <p:nvSpPr>
          <p:cNvPr id="3" name="Slide Number Placeholder 28">
            <a:extLst>
              <a:ext uri="{FF2B5EF4-FFF2-40B4-BE49-F238E27FC236}">
                <a16:creationId xmlns:a16="http://schemas.microsoft.com/office/drawing/2014/main" id="{77251CC7-8E29-039C-A6D8-7C5C486B2055}"/>
              </a:ext>
            </a:extLst>
          </p:cNvPr>
          <p:cNvSpPr>
            <a:spLocks noGrp="1"/>
          </p:cNvSpPr>
          <p:nvPr>
            <p:ph type="sldNum" sz="quarter" idx="25"/>
          </p:nvPr>
        </p:nvSpPr>
        <p:spPr>
          <a:xfrm>
            <a:off x="558800" y="6264275"/>
            <a:ext cx="279400" cy="365125"/>
          </a:xfrm>
        </p:spPr>
        <p:txBody>
          <a:body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B220CB8F-120A-D1C0-14B2-ACB6D91707FE}"/>
              </a:ext>
            </a:extLst>
          </p:cNvPr>
          <p:cNvSpPr>
            <a:spLocks noGrp="1"/>
          </p:cNvSpPr>
          <p:nvPr>
            <p:ph type="ftr" sz="quarter" idx="26"/>
          </p:nvPr>
        </p:nvSpPr>
        <p:spPr>
          <a:xfrm>
            <a:off x="882210" y="6264275"/>
            <a:ext cx="4554218" cy="365125"/>
          </a:xfrm>
        </p:spPr>
        <p:txBody>
          <a:bodyPr/>
          <a:lstStyle/>
          <a:p>
            <a:r>
              <a:rPr lang="en-US" dirty="0"/>
              <a:t>Presentation Title Goes Here</a:t>
            </a:r>
          </a:p>
        </p:txBody>
      </p:sp>
      <p:sp>
        <p:nvSpPr>
          <p:cNvPr id="6" name="TextBox 5">
            <a:extLst>
              <a:ext uri="{FF2B5EF4-FFF2-40B4-BE49-F238E27FC236}">
                <a16:creationId xmlns:a16="http://schemas.microsoft.com/office/drawing/2014/main" id="{8F325F10-F4CA-B63D-3569-016E594138DB}"/>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
        <p:nvSpPr>
          <p:cNvPr id="10" name="Text Placeholder 2">
            <a:extLst>
              <a:ext uri="{FF2B5EF4-FFF2-40B4-BE49-F238E27FC236}">
                <a16:creationId xmlns:a16="http://schemas.microsoft.com/office/drawing/2014/main" id="{8698F64B-3862-30A3-D836-B3463E7CE5F2}"/>
              </a:ext>
            </a:extLst>
          </p:cNvPr>
          <p:cNvSpPr>
            <a:spLocks noGrp="1"/>
          </p:cNvSpPr>
          <p:nvPr>
            <p:ph type="body" idx="12" hasCustomPrompt="1"/>
          </p:nvPr>
        </p:nvSpPr>
        <p:spPr>
          <a:xfrm>
            <a:off x="47222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12" name="Text Placeholder 2">
            <a:extLst>
              <a:ext uri="{FF2B5EF4-FFF2-40B4-BE49-F238E27FC236}">
                <a16:creationId xmlns:a16="http://schemas.microsoft.com/office/drawing/2014/main" id="{0364E264-FDEB-F5E6-7B88-BC7B3D16766D}"/>
              </a:ext>
            </a:extLst>
          </p:cNvPr>
          <p:cNvSpPr>
            <a:spLocks noGrp="1"/>
          </p:cNvSpPr>
          <p:nvPr>
            <p:ph type="body" idx="19" hasCustomPrompt="1"/>
          </p:nvPr>
        </p:nvSpPr>
        <p:spPr>
          <a:xfrm>
            <a:off x="10519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13" name="Text Placeholder 2">
            <a:extLst>
              <a:ext uri="{FF2B5EF4-FFF2-40B4-BE49-F238E27FC236}">
                <a16:creationId xmlns:a16="http://schemas.microsoft.com/office/drawing/2014/main" id="{AAC59146-238B-BEBE-3705-C54F9A71618C}"/>
              </a:ext>
            </a:extLst>
          </p:cNvPr>
          <p:cNvSpPr>
            <a:spLocks noGrp="1"/>
          </p:cNvSpPr>
          <p:nvPr>
            <p:ph type="body" idx="22" hasCustomPrompt="1"/>
          </p:nvPr>
        </p:nvSpPr>
        <p:spPr>
          <a:xfrm>
            <a:off x="86084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14" name="Content Placeholder 3">
            <a:extLst>
              <a:ext uri="{FF2B5EF4-FFF2-40B4-BE49-F238E27FC236}">
                <a16:creationId xmlns:a16="http://schemas.microsoft.com/office/drawing/2014/main" id="{4A4B4726-7E07-7429-1A91-D02B1506B424}"/>
              </a:ext>
            </a:extLst>
          </p:cNvPr>
          <p:cNvSpPr>
            <a:spLocks noGrp="1"/>
          </p:cNvSpPr>
          <p:nvPr>
            <p:ph sz="half" idx="13" hasCustomPrompt="1"/>
          </p:nvPr>
        </p:nvSpPr>
        <p:spPr>
          <a:xfrm>
            <a:off x="47222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5" name="Picture Placeholder 15">
            <a:extLst>
              <a:ext uri="{FF2B5EF4-FFF2-40B4-BE49-F238E27FC236}">
                <a16:creationId xmlns:a16="http://schemas.microsoft.com/office/drawing/2014/main" id="{25C54291-D958-A5E1-3A43-1113F06C6DD7}"/>
              </a:ext>
            </a:extLst>
          </p:cNvPr>
          <p:cNvSpPr>
            <a:spLocks noGrp="1"/>
          </p:cNvSpPr>
          <p:nvPr>
            <p:ph type="pic" sz="quarter" idx="18"/>
          </p:nvPr>
        </p:nvSpPr>
        <p:spPr>
          <a:xfrm>
            <a:off x="4704348" y="4293801"/>
            <a:ext cx="473008" cy="473007"/>
          </a:xfrm>
          <a:prstGeom prst="rect">
            <a:avLst/>
          </a:prstGeom>
          <a:noFill/>
        </p:spPr>
        <p:txBody>
          <a:bodyPr>
            <a:normAutofit/>
          </a:bodyPr>
          <a:lstStyle>
            <a:lvl1pPr marL="0" indent="0" algn="ctr">
              <a:buNone/>
              <a:defRPr sz="700">
                <a:solidFill>
                  <a:schemeClr val="tx2"/>
                </a:solidFill>
              </a:defRPr>
            </a:lvl1pPr>
          </a:lstStyle>
          <a:p>
            <a:endParaRPr lang="en-US" dirty="0"/>
          </a:p>
        </p:txBody>
      </p:sp>
      <p:sp>
        <p:nvSpPr>
          <p:cNvPr id="16" name="Content Placeholder 3">
            <a:extLst>
              <a:ext uri="{FF2B5EF4-FFF2-40B4-BE49-F238E27FC236}">
                <a16:creationId xmlns:a16="http://schemas.microsoft.com/office/drawing/2014/main" id="{6723920E-E523-F9FB-EF40-F5A9BBA84DD1}"/>
              </a:ext>
            </a:extLst>
          </p:cNvPr>
          <p:cNvSpPr>
            <a:spLocks noGrp="1"/>
          </p:cNvSpPr>
          <p:nvPr>
            <p:ph sz="half" idx="20" hasCustomPrompt="1"/>
          </p:nvPr>
        </p:nvSpPr>
        <p:spPr>
          <a:xfrm>
            <a:off x="10519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7" name="Picture Placeholder 15">
            <a:extLst>
              <a:ext uri="{FF2B5EF4-FFF2-40B4-BE49-F238E27FC236}">
                <a16:creationId xmlns:a16="http://schemas.microsoft.com/office/drawing/2014/main" id="{A44F9ADD-86EC-EB4A-4456-7B81F8A503BB}"/>
              </a:ext>
            </a:extLst>
          </p:cNvPr>
          <p:cNvSpPr>
            <a:spLocks noGrp="1"/>
          </p:cNvSpPr>
          <p:nvPr>
            <p:ph type="pic" sz="quarter" idx="21"/>
          </p:nvPr>
        </p:nvSpPr>
        <p:spPr>
          <a:xfrm>
            <a:off x="1034047" y="4293801"/>
            <a:ext cx="473009" cy="473008"/>
          </a:xfrm>
          <a:prstGeom prst="rect">
            <a:avLst/>
          </a:prstGeom>
          <a:noFill/>
        </p:spPr>
        <p:txBody>
          <a:bodyPr>
            <a:normAutofit/>
          </a:bodyPr>
          <a:lstStyle>
            <a:lvl1pPr marL="0" indent="0" algn="ctr">
              <a:buNone/>
              <a:defRPr sz="700">
                <a:solidFill>
                  <a:schemeClr val="tx2"/>
                </a:solidFill>
              </a:defRPr>
            </a:lvl1pPr>
          </a:lstStyle>
          <a:p>
            <a:endParaRPr lang="en-US" dirty="0"/>
          </a:p>
        </p:txBody>
      </p:sp>
      <p:sp>
        <p:nvSpPr>
          <p:cNvPr id="18" name="Content Placeholder 3">
            <a:extLst>
              <a:ext uri="{FF2B5EF4-FFF2-40B4-BE49-F238E27FC236}">
                <a16:creationId xmlns:a16="http://schemas.microsoft.com/office/drawing/2014/main" id="{57C85689-BDCE-A429-0E8B-9D209B69CF45}"/>
              </a:ext>
            </a:extLst>
          </p:cNvPr>
          <p:cNvSpPr>
            <a:spLocks noGrp="1"/>
          </p:cNvSpPr>
          <p:nvPr>
            <p:ph sz="half" idx="23" hasCustomPrompt="1"/>
          </p:nvPr>
        </p:nvSpPr>
        <p:spPr>
          <a:xfrm>
            <a:off x="86084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9" name="Picture Placeholder 15">
            <a:extLst>
              <a:ext uri="{FF2B5EF4-FFF2-40B4-BE49-F238E27FC236}">
                <a16:creationId xmlns:a16="http://schemas.microsoft.com/office/drawing/2014/main" id="{15BD811D-F86E-82B2-5B8C-158BB47AB449}"/>
              </a:ext>
            </a:extLst>
          </p:cNvPr>
          <p:cNvSpPr>
            <a:spLocks noGrp="1"/>
          </p:cNvSpPr>
          <p:nvPr>
            <p:ph type="pic" sz="quarter" idx="24"/>
          </p:nvPr>
        </p:nvSpPr>
        <p:spPr>
          <a:xfrm>
            <a:off x="8590548" y="4293801"/>
            <a:ext cx="473008" cy="473007"/>
          </a:xfrm>
          <a:prstGeom prst="rect">
            <a:avLst/>
          </a:prstGeom>
          <a:noFill/>
        </p:spPr>
        <p:txBody>
          <a:bodyPr>
            <a:normAutofit/>
          </a:bodyPr>
          <a:lstStyle>
            <a:lvl1pPr marL="0" indent="0" algn="ctr">
              <a:buNone/>
              <a:defRPr sz="700">
                <a:solidFill>
                  <a:schemeClr val="tx2"/>
                </a:solidFill>
              </a:defRPr>
            </a:lvl1pPr>
          </a:lstStyle>
          <a:p>
            <a:endParaRPr lang="en-US" dirty="0"/>
          </a:p>
        </p:txBody>
      </p:sp>
    </p:spTree>
    <p:extLst>
      <p:ext uri="{BB962C8B-B14F-4D97-AF65-F5344CB8AC3E}">
        <p14:creationId xmlns:p14="http://schemas.microsoft.com/office/powerpoint/2010/main" val="2873408055"/>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Stat - Orange">
    <p:bg>
      <p:bgPr>
        <a:gradFill>
          <a:gsLst>
            <a:gs pos="0">
              <a:schemeClr val="accent5"/>
            </a:gs>
            <a:gs pos="100000">
              <a:schemeClr val="accent4"/>
            </a:gs>
          </a:gsLst>
          <a:lin ang="27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52C5A-A02C-A127-36B6-64E0CEA50962}"/>
              </a:ext>
            </a:extLst>
          </p:cNvPr>
          <p:cNvSpPr>
            <a:spLocks noGrp="1"/>
          </p:cNvSpPr>
          <p:nvPr>
            <p:ph type="title" hasCustomPrompt="1"/>
          </p:nvPr>
        </p:nvSpPr>
        <p:spPr>
          <a:xfrm>
            <a:off x="889000" y="1649412"/>
            <a:ext cx="10464800" cy="3559175"/>
          </a:xfrm>
        </p:spPr>
        <p:txBody>
          <a:bodyPr lIns="0" tIns="0" bIns="0" anchor="ctr">
            <a:noAutofit/>
          </a:bodyPr>
          <a:lstStyle>
            <a:lvl1pPr marL="0" indent="0" algn="ctr">
              <a:lnSpc>
                <a:spcPct val="80000"/>
              </a:lnSpc>
              <a:tabLst/>
              <a:defRPr sz="25900">
                <a:solidFill>
                  <a:schemeClr val="bg1"/>
                </a:solidFill>
              </a:defRPr>
            </a:lvl1pPr>
          </a:lstStyle>
          <a:p>
            <a:r>
              <a:rPr lang="en-US" dirty="0"/>
              <a:t>$13M</a:t>
            </a:r>
          </a:p>
        </p:txBody>
      </p:sp>
      <p:pic>
        <p:nvPicPr>
          <p:cNvPr id="10" name="Picture 9">
            <a:extLst>
              <a:ext uri="{FF2B5EF4-FFF2-40B4-BE49-F238E27FC236}">
                <a16:creationId xmlns:a16="http://schemas.microsoft.com/office/drawing/2014/main" id="{31A58BBB-F991-FE84-98AF-E584FF9D7051}"/>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3" name="Slide Number Placeholder 28">
            <a:extLst>
              <a:ext uri="{FF2B5EF4-FFF2-40B4-BE49-F238E27FC236}">
                <a16:creationId xmlns:a16="http://schemas.microsoft.com/office/drawing/2014/main" id="{805B73C6-0408-52BF-0A99-C3B5EC96D457}"/>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A9EC891C-FE08-69E7-A815-4A4490E7EEE4}"/>
              </a:ext>
            </a:extLst>
          </p:cNvPr>
          <p:cNvSpPr>
            <a:spLocks noGrp="1"/>
          </p:cNvSpPr>
          <p:nvPr>
            <p:ph type="ftr" sz="quarter" idx="20"/>
          </p:nvPr>
        </p:nvSpPr>
        <p:spPr>
          <a:xfrm>
            <a:off x="882210" y="6264275"/>
            <a:ext cx="4554218" cy="365125"/>
          </a:xfrm>
        </p:spPr>
        <p:txBody>
          <a:bodyPr/>
          <a:lstStyle/>
          <a:p>
            <a:r>
              <a:rPr lang="en-US" dirty="0"/>
              <a:t>Presentation Title Goes Here</a:t>
            </a:r>
          </a:p>
        </p:txBody>
      </p:sp>
      <p:sp>
        <p:nvSpPr>
          <p:cNvPr id="5" name="TextBox 4">
            <a:extLst>
              <a:ext uri="{FF2B5EF4-FFF2-40B4-BE49-F238E27FC236}">
                <a16:creationId xmlns:a16="http://schemas.microsoft.com/office/drawing/2014/main" id="{4274AC09-B816-EB80-FC26-ED5BE9BC6424}"/>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370285855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Stat - Light">
    <p:bg>
      <p:bgPr>
        <a:gradFill>
          <a:gsLst>
            <a:gs pos="100000">
              <a:schemeClr val="bg2">
                <a:lumMod val="75000"/>
              </a:schemeClr>
            </a:gs>
            <a:gs pos="0">
              <a:schemeClr val="bg2"/>
            </a:gs>
          </a:gsLst>
          <a:lin ang="27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52C5A-A02C-A127-36B6-64E0CEA50962}"/>
              </a:ext>
            </a:extLst>
          </p:cNvPr>
          <p:cNvSpPr>
            <a:spLocks noGrp="1"/>
          </p:cNvSpPr>
          <p:nvPr>
            <p:ph type="title" hasCustomPrompt="1"/>
          </p:nvPr>
        </p:nvSpPr>
        <p:spPr>
          <a:xfrm>
            <a:off x="889000" y="1649412"/>
            <a:ext cx="10464800" cy="3559175"/>
          </a:xfrm>
        </p:spPr>
        <p:txBody>
          <a:bodyPr lIns="0" tIns="0" bIns="0" anchor="ctr">
            <a:noAutofit/>
          </a:bodyPr>
          <a:lstStyle>
            <a:lvl1pPr marL="0" indent="0" algn="ctr">
              <a:lnSpc>
                <a:spcPct val="80000"/>
              </a:lnSpc>
              <a:tabLst/>
              <a:defRPr sz="25900">
                <a:solidFill>
                  <a:schemeClr val="bg1"/>
                </a:solidFill>
              </a:defRPr>
            </a:lvl1pPr>
          </a:lstStyle>
          <a:p>
            <a:r>
              <a:rPr lang="en-US" dirty="0"/>
              <a:t>$13M</a:t>
            </a:r>
          </a:p>
        </p:txBody>
      </p:sp>
      <p:pic>
        <p:nvPicPr>
          <p:cNvPr id="10" name="Picture 9">
            <a:extLst>
              <a:ext uri="{FF2B5EF4-FFF2-40B4-BE49-F238E27FC236}">
                <a16:creationId xmlns:a16="http://schemas.microsoft.com/office/drawing/2014/main" id="{31A58BBB-F991-FE84-98AF-E584FF9D7051}"/>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3" name="Slide Number Placeholder 28">
            <a:extLst>
              <a:ext uri="{FF2B5EF4-FFF2-40B4-BE49-F238E27FC236}">
                <a16:creationId xmlns:a16="http://schemas.microsoft.com/office/drawing/2014/main" id="{2B2733D5-9AAF-64AC-2413-AE7580A79DCD}"/>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9F9099D8-0766-AA1C-CE96-E7114787FBAF}"/>
              </a:ext>
            </a:extLst>
          </p:cNvPr>
          <p:cNvSpPr>
            <a:spLocks noGrp="1"/>
          </p:cNvSpPr>
          <p:nvPr>
            <p:ph type="ftr" sz="quarter" idx="20"/>
          </p:nvPr>
        </p:nvSpPr>
        <p:spPr>
          <a:xfrm>
            <a:off x="882210" y="6264275"/>
            <a:ext cx="4554218" cy="365125"/>
          </a:xfrm>
        </p:spPr>
        <p:txBody>
          <a:bodyPr/>
          <a:lstStyle/>
          <a:p>
            <a:r>
              <a:rPr lang="en-US" dirty="0"/>
              <a:t>Presentation Title Goes Here</a:t>
            </a:r>
          </a:p>
        </p:txBody>
      </p:sp>
      <p:sp>
        <p:nvSpPr>
          <p:cNvPr id="5" name="TextBox 4">
            <a:extLst>
              <a:ext uri="{FF2B5EF4-FFF2-40B4-BE49-F238E27FC236}">
                <a16:creationId xmlns:a16="http://schemas.microsoft.com/office/drawing/2014/main" id="{6730ABEF-5300-57A8-7D1F-A79B33E06121}"/>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189737813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4 Column ">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6907D1E-10D7-5D0C-B02D-0A49F809A69C}"/>
              </a:ext>
            </a:extLst>
          </p:cNvPr>
          <p:cNvSpPr>
            <a:spLocks noGrp="1" noRot="1" noMove="1" noResize="1" noEditPoints="1" noAdjustHandles="1" noChangeArrowheads="1" noChangeShapeType="1"/>
          </p:cNvSpPr>
          <p:nvPr userDrawn="1"/>
        </p:nvSpPr>
        <p:spPr>
          <a:xfrm>
            <a:off x="6096000" y="0"/>
            <a:ext cx="2967790" cy="6858000"/>
          </a:xfrm>
          <a:prstGeom prst="rect">
            <a:avLst/>
          </a:prstGeom>
          <a:gradFill>
            <a:gsLst>
              <a:gs pos="0">
                <a:schemeClr val="accent3"/>
              </a:gs>
              <a:gs pos="99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81AD486-BB6E-4F73-F19D-2D62D81726FF}"/>
              </a:ext>
            </a:extLst>
          </p:cNvPr>
          <p:cNvSpPr>
            <a:spLocks noGrp="1" noRot="1" noMove="1" noResize="1" noEditPoints="1" noAdjustHandles="1" noChangeArrowheads="1" noChangeShapeType="1"/>
          </p:cNvSpPr>
          <p:nvPr userDrawn="1"/>
        </p:nvSpPr>
        <p:spPr>
          <a:xfrm>
            <a:off x="9063790" y="0"/>
            <a:ext cx="3128210" cy="6858000"/>
          </a:xfrm>
          <a:prstGeom prst="rect">
            <a:avLst/>
          </a:prstGeom>
          <a:gradFill>
            <a:gsLst>
              <a:gs pos="0">
                <a:schemeClr val="accent5"/>
              </a:gs>
              <a:gs pos="99000">
                <a:schemeClr val="accent3"/>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C144C2D4-77DF-4445-3005-1D0D21203979}"/>
              </a:ext>
            </a:extLst>
          </p:cNvPr>
          <p:cNvSpPr>
            <a:spLocks noGrp="1" noRot="1" noMove="1" noResize="1" noEditPoints="1" noAdjustHandles="1" noChangeArrowheads="1" noChangeShapeType="1"/>
          </p:cNvSpPr>
          <p:nvPr userDrawn="1"/>
        </p:nvSpPr>
        <p:spPr>
          <a:xfrm>
            <a:off x="4011" y="0"/>
            <a:ext cx="3128210" cy="6858000"/>
          </a:xfrm>
          <a:prstGeom prst="rect">
            <a:avLst/>
          </a:prstGeom>
          <a:gradFill>
            <a:gsLst>
              <a:gs pos="0">
                <a:schemeClr val="accent1"/>
              </a:gs>
              <a:gs pos="99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C3AF998-DAC6-320A-7C2A-DE5FA1C7F375}"/>
              </a:ext>
            </a:extLst>
          </p:cNvPr>
          <p:cNvSpPr>
            <a:spLocks noGrp="1" noRot="1" noMove="1" noResize="1" noEditPoints="1" noAdjustHandles="1" noChangeArrowheads="1" noChangeShapeType="1"/>
          </p:cNvSpPr>
          <p:nvPr userDrawn="1"/>
        </p:nvSpPr>
        <p:spPr>
          <a:xfrm>
            <a:off x="3136231" y="0"/>
            <a:ext cx="2967790" cy="6858000"/>
          </a:xfrm>
          <a:prstGeom prst="rect">
            <a:avLst/>
          </a:prstGeom>
          <a:gradFill>
            <a:gsLst>
              <a:gs pos="0">
                <a:schemeClr val="accent5"/>
              </a:gs>
              <a:gs pos="99000">
                <a:schemeClr val="accent4"/>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 Placeholder 2">
            <a:extLst>
              <a:ext uri="{FF2B5EF4-FFF2-40B4-BE49-F238E27FC236}">
                <a16:creationId xmlns:a16="http://schemas.microsoft.com/office/drawing/2014/main" id="{83DD1B15-1F89-D692-96DF-15C1A83CCE42}"/>
              </a:ext>
            </a:extLst>
          </p:cNvPr>
          <p:cNvSpPr>
            <a:spLocks noGrp="1"/>
          </p:cNvSpPr>
          <p:nvPr>
            <p:ph type="body" idx="19" hasCustomPrompt="1"/>
          </p:nvPr>
        </p:nvSpPr>
        <p:spPr>
          <a:xfrm>
            <a:off x="509939" y="2716252"/>
            <a:ext cx="2292816" cy="509121"/>
          </a:xfrm>
          <a:prstGeom prst="rect">
            <a:avLst/>
          </a:prstGeom>
        </p:spPr>
        <p:txBody>
          <a:bodyPr lIns="0" anchor="t">
            <a:noAutofit/>
          </a:bodyPr>
          <a:lstStyle>
            <a:lvl1pPr marL="0" indent="0">
              <a:buNone/>
              <a:defRPr sz="6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30" name="Content Placeholder 3">
            <a:extLst>
              <a:ext uri="{FF2B5EF4-FFF2-40B4-BE49-F238E27FC236}">
                <a16:creationId xmlns:a16="http://schemas.microsoft.com/office/drawing/2014/main" id="{A7B7FB43-7EC8-AC76-0A14-9E1277430781}"/>
              </a:ext>
            </a:extLst>
          </p:cNvPr>
          <p:cNvSpPr>
            <a:spLocks noGrp="1"/>
          </p:cNvSpPr>
          <p:nvPr>
            <p:ph sz="half" idx="20" hasCustomPrompt="1"/>
          </p:nvPr>
        </p:nvSpPr>
        <p:spPr>
          <a:xfrm>
            <a:off x="509939" y="3253488"/>
            <a:ext cx="2292816" cy="683276"/>
          </a:xfrm>
          <a:prstGeom prst="rect">
            <a:avLst/>
          </a:prstGeom>
        </p:spPr>
        <p:txBody>
          <a:bodyPr lIns="0" anchor="ctr">
            <a:noAutofit/>
          </a:bodyPr>
          <a:lstStyle>
            <a:lvl1pPr marL="0" indent="0">
              <a:buNone/>
              <a:defRPr sz="1800" b="0" i="0">
                <a:solidFill>
                  <a:schemeClr val="tx1"/>
                </a:solidFill>
                <a:latin typeface="Space Grotesk Medium" pitchFamily="2" charset="77"/>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a:t>
            </a:r>
          </a:p>
        </p:txBody>
      </p:sp>
      <p:pic>
        <p:nvPicPr>
          <p:cNvPr id="44" name="Picture 43">
            <a:extLst>
              <a:ext uri="{FF2B5EF4-FFF2-40B4-BE49-F238E27FC236}">
                <a16:creationId xmlns:a16="http://schemas.microsoft.com/office/drawing/2014/main" id="{6C6032DA-FF80-88C3-2E14-1B874B380ABA}"/>
              </a:ext>
            </a:extLst>
          </p:cNvPr>
          <p:cNvPicPr>
            <a:picLocks noChangeAspect="1"/>
          </p:cNvPicPr>
          <p:nvPr userDrawn="1"/>
        </p:nvPicPr>
        <p:blipFill>
          <a:blip r:embed="rId2"/>
          <a:srcRect/>
          <a:stretch/>
        </p:blipFill>
        <p:spPr>
          <a:xfrm>
            <a:off x="10236204" y="6365323"/>
            <a:ext cx="1117593" cy="184284"/>
          </a:xfrm>
          <a:prstGeom prst="rect">
            <a:avLst/>
          </a:prstGeom>
        </p:spPr>
      </p:pic>
      <p:sp>
        <p:nvSpPr>
          <p:cNvPr id="3" name="Content Placeholder 3">
            <a:extLst>
              <a:ext uri="{FF2B5EF4-FFF2-40B4-BE49-F238E27FC236}">
                <a16:creationId xmlns:a16="http://schemas.microsoft.com/office/drawing/2014/main" id="{399AB83B-3970-AA58-5E5A-9FB4D6E2E6D9}"/>
              </a:ext>
            </a:extLst>
          </p:cNvPr>
          <p:cNvSpPr>
            <a:spLocks noGrp="1"/>
          </p:cNvSpPr>
          <p:nvPr>
            <p:ph sz="half" idx="28" hasCustomPrompt="1"/>
          </p:nvPr>
        </p:nvSpPr>
        <p:spPr>
          <a:xfrm>
            <a:off x="509939" y="3951320"/>
            <a:ext cx="2292816" cy="683276"/>
          </a:xfrm>
          <a:prstGeom prst="rect">
            <a:avLst/>
          </a:prstGeom>
        </p:spPr>
        <p:txBody>
          <a:bodyPr lIns="0">
            <a:noAutofit/>
          </a:bodyPr>
          <a:lstStyle>
            <a:lvl1pPr marL="0" indent="0">
              <a:lnSpc>
                <a:spcPts val="2200"/>
              </a:lnSpc>
              <a:buNone/>
              <a:defRPr sz="1400">
                <a:solidFill>
                  <a:schemeClr val="bg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0" name="Text Placeholder 2">
            <a:extLst>
              <a:ext uri="{FF2B5EF4-FFF2-40B4-BE49-F238E27FC236}">
                <a16:creationId xmlns:a16="http://schemas.microsoft.com/office/drawing/2014/main" id="{B3D24C33-3C7E-EC7B-E277-8FDC091E9755}"/>
              </a:ext>
            </a:extLst>
          </p:cNvPr>
          <p:cNvSpPr>
            <a:spLocks noGrp="1"/>
          </p:cNvSpPr>
          <p:nvPr>
            <p:ph type="body" idx="29" hasCustomPrompt="1"/>
          </p:nvPr>
        </p:nvSpPr>
        <p:spPr>
          <a:xfrm>
            <a:off x="3469708" y="2716252"/>
            <a:ext cx="2292816" cy="509121"/>
          </a:xfrm>
          <a:prstGeom prst="rect">
            <a:avLst/>
          </a:prstGeom>
        </p:spPr>
        <p:txBody>
          <a:bodyPr lIns="0" anchor="t">
            <a:noAutofit/>
          </a:bodyPr>
          <a:lstStyle>
            <a:lvl1pPr marL="0" indent="0">
              <a:buNone/>
              <a:defRPr sz="6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12" name="Content Placeholder 3">
            <a:extLst>
              <a:ext uri="{FF2B5EF4-FFF2-40B4-BE49-F238E27FC236}">
                <a16:creationId xmlns:a16="http://schemas.microsoft.com/office/drawing/2014/main" id="{F64DA85F-9085-2E52-C671-86CC8901922B}"/>
              </a:ext>
            </a:extLst>
          </p:cNvPr>
          <p:cNvSpPr>
            <a:spLocks noGrp="1"/>
          </p:cNvSpPr>
          <p:nvPr>
            <p:ph sz="half" idx="30" hasCustomPrompt="1"/>
          </p:nvPr>
        </p:nvSpPr>
        <p:spPr>
          <a:xfrm>
            <a:off x="3469708" y="3253488"/>
            <a:ext cx="2292816" cy="683276"/>
          </a:xfrm>
          <a:prstGeom prst="rect">
            <a:avLst/>
          </a:prstGeom>
        </p:spPr>
        <p:txBody>
          <a:bodyPr lIns="0" anchor="ctr">
            <a:noAutofit/>
          </a:bodyPr>
          <a:lstStyle>
            <a:lvl1pPr marL="0" indent="0">
              <a:buNone/>
              <a:defRPr sz="1800" b="0" i="0">
                <a:solidFill>
                  <a:schemeClr val="tx1"/>
                </a:solidFill>
                <a:latin typeface="Space Grotesk Medium" pitchFamily="2" charset="77"/>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a:t>
            </a:r>
          </a:p>
        </p:txBody>
      </p:sp>
      <p:sp>
        <p:nvSpPr>
          <p:cNvPr id="13" name="Content Placeholder 3">
            <a:extLst>
              <a:ext uri="{FF2B5EF4-FFF2-40B4-BE49-F238E27FC236}">
                <a16:creationId xmlns:a16="http://schemas.microsoft.com/office/drawing/2014/main" id="{899B2E82-1E78-8C35-F5BA-628C6B92828E}"/>
              </a:ext>
            </a:extLst>
          </p:cNvPr>
          <p:cNvSpPr>
            <a:spLocks noGrp="1"/>
          </p:cNvSpPr>
          <p:nvPr>
            <p:ph sz="half" idx="31" hasCustomPrompt="1"/>
          </p:nvPr>
        </p:nvSpPr>
        <p:spPr>
          <a:xfrm>
            <a:off x="3469708" y="3951320"/>
            <a:ext cx="2292816" cy="683276"/>
          </a:xfrm>
          <a:prstGeom prst="rect">
            <a:avLst/>
          </a:prstGeom>
        </p:spPr>
        <p:txBody>
          <a:bodyPr lIns="0">
            <a:noAutofit/>
          </a:bodyPr>
          <a:lstStyle>
            <a:lvl1pPr marL="0" indent="0">
              <a:lnSpc>
                <a:spcPts val="2200"/>
              </a:lnSpc>
              <a:buNone/>
              <a:defRPr sz="1400">
                <a:solidFill>
                  <a:schemeClr val="bg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5" name="Text Placeholder 2">
            <a:extLst>
              <a:ext uri="{FF2B5EF4-FFF2-40B4-BE49-F238E27FC236}">
                <a16:creationId xmlns:a16="http://schemas.microsoft.com/office/drawing/2014/main" id="{8485C90F-3AE9-352D-14C8-3473FC59EFA4}"/>
              </a:ext>
            </a:extLst>
          </p:cNvPr>
          <p:cNvSpPr>
            <a:spLocks noGrp="1"/>
          </p:cNvSpPr>
          <p:nvPr>
            <p:ph type="body" idx="32" hasCustomPrompt="1"/>
          </p:nvPr>
        </p:nvSpPr>
        <p:spPr>
          <a:xfrm>
            <a:off x="6419206" y="2716252"/>
            <a:ext cx="2292816" cy="509121"/>
          </a:xfrm>
          <a:prstGeom prst="rect">
            <a:avLst/>
          </a:prstGeom>
        </p:spPr>
        <p:txBody>
          <a:bodyPr lIns="0" anchor="t">
            <a:noAutofit/>
          </a:bodyPr>
          <a:lstStyle>
            <a:lvl1pPr marL="0" indent="0">
              <a:buNone/>
              <a:defRPr sz="6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16" name="Content Placeholder 3">
            <a:extLst>
              <a:ext uri="{FF2B5EF4-FFF2-40B4-BE49-F238E27FC236}">
                <a16:creationId xmlns:a16="http://schemas.microsoft.com/office/drawing/2014/main" id="{07B8F4AE-B6DA-CB07-CFD5-196177AD9FB6}"/>
              </a:ext>
            </a:extLst>
          </p:cNvPr>
          <p:cNvSpPr>
            <a:spLocks noGrp="1"/>
          </p:cNvSpPr>
          <p:nvPr>
            <p:ph sz="half" idx="33" hasCustomPrompt="1"/>
          </p:nvPr>
        </p:nvSpPr>
        <p:spPr>
          <a:xfrm>
            <a:off x="6441508" y="3253488"/>
            <a:ext cx="2292816" cy="683276"/>
          </a:xfrm>
          <a:prstGeom prst="rect">
            <a:avLst/>
          </a:prstGeom>
        </p:spPr>
        <p:txBody>
          <a:bodyPr lIns="0" anchor="ctr">
            <a:noAutofit/>
          </a:bodyPr>
          <a:lstStyle>
            <a:lvl1pPr marL="0" indent="0">
              <a:buNone/>
              <a:defRPr sz="1800" b="0" i="0">
                <a:solidFill>
                  <a:schemeClr val="tx1"/>
                </a:solidFill>
                <a:latin typeface="Space Grotesk Medium" pitchFamily="2" charset="77"/>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a:t>
            </a:r>
          </a:p>
        </p:txBody>
      </p:sp>
      <p:sp>
        <p:nvSpPr>
          <p:cNvPr id="17" name="Content Placeholder 3">
            <a:extLst>
              <a:ext uri="{FF2B5EF4-FFF2-40B4-BE49-F238E27FC236}">
                <a16:creationId xmlns:a16="http://schemas.microsoft.com/office/drawing/2014/main" id="{5918C8E5-B32F-30DB-1A2F-FBD93C9A782D}"/>
              </a:ext>
            </a:extLst>
          </p:cNvPr>
          <p:cNvSpPr>
            <a:spLocks noGrp="1"/>
          </p:cNvSpPr>
          <p:nvPr>
            <p:ph sz="half" idx="34" hasCustomPrompt="1"/>
          </p:nvPr>
        </p:nvSpPr>
        <p:spPr>
          <a:xfrm>
            <a:off x="6441508" y="3951320"/>
            <a:ext cx="2292816" cy="683276"/>
          </a:xfrm>
          <a:prstGeom prst="rect">
            <a:avLst/>
          </a:prstGeom>
        </p:spPr>
        <p:txBody>
          <a:bodyPr lIns="0">
            <a:noAutofit/>
          </a:bodyPr>
          <a:lstStyle>
            <a:lvl1pPr marL="0" indent="0">
              <a:lnSpc>
                <a:spcPts val="2200"/>
              </a:lnSpc>
              <a:buNone/>
              <a:defRPr sz="1400">
                <a:solidFill>
                  <a:schemeClr val="bg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8" name="Text Placeholder 2">
            <a:extLst>
              <a:ext uri="{FF2B5EF4-FFF2-40B4-BE49-F238E27FC236}">
                <a16:creationId xmlns:a16="http://schemas.microsoft.com/office/drawing/2014/main" id="{C88905B0-1F7A-3098-3D87-B4D0C46DEEA4}"/>
              </a:ext>
            </a:extLst>
          </p:cNvPr>
          <p:cNvSpPr>
            <a:spLocks noGrp="1"/>
          </p:cNvSpPr>
          <p:nvPr>
            <p:ph type="body" idx="35" hasCustomPrompt="1"/>
          </p:nvPr>
        </p:nvSpPr>
        <p:spPr>
          <a:xfrm>
            <a:off x="9401277" y="2716252"/>
            <a:ext cx="2292816" cy="509121"/>
          </a:xfrm>
          <a:prstGeom prst="rect">
            <a:avLst/>
          </a:prstGeom>
        </p:spPr>
        <p:txBody>
          <a:bodyPr lIns="0" anchor="t">
            <a:noAutofit/>
          </a:bodyPr>
          <a:lstStyle>
            <a:lvl1pPr marL="0" indent="0">
              <a:buNone/>
              <a:defRPr sz="6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04</a:t>
            </a:r>
          </a:p>
        </p:txBody>
      </p:sp>
      <p:sp>
        <p:nvSpPr>
          <p:cNvPr id="19" name="Content Placeholder 3">
            <a:extLst>
              <a:ext uri="{FF2B5EF4-FFF2-40B4-BE49-F238E27FC236}">
                <a16:creationId xmlns:a16="http://schemas.microsoft.com/office/drawing/2014/main" id="{C38F0F01-8CA0-322D-FD81-5A3BAA3B2DA9}"/>
              </a:ext>
            </a:extLst>
          </p:cNvPr>
          <p:cNvSpPr>
            <a:spLocks noGrp="1"/>
          </p:cNvSpPr>
          <p:nvPr>
            <p:ph sz="half" idx="36" hasCustomPrompt="1"/>
          </p:nvPr>
        </p:nvSpPr>
        <p:spPr>
          <a:xfrm>
            <a:off x="9401277" y="3253488"/>
            <a:ext cx="2292816" cy="683276"/>
          </a:xfrm>
          <a:prstGeom prst="rect">
            <a:avLst/>
          </a:prstGeom>
        </p:spPr>
        <p:txBody>
          <a:bodyPr lIns="0" anchor="ctr">
            <a:noAutofit/>
          </a:bodyPr>
          <a:lstStyle>
            <a:lvl1pPr marL="0" indent="0">
              <a:buNone/>
              <a:defRPr sz="1800" b="0" i="0">
                <a:solidFill>
                  <a:schemeClr val="tx1"/>
                </a:solidFill>
                <a:latin typeface="Space Grotesk Medium" pitchFamily="2" charset="77"/>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a:t>
            </a:r>
          </a:p>
        </p:txBody>
      </p:sp>
      <p:sp>
        <p:nvSpPr>
          <p:cNvPr id="23" name="Content Placeholder 3">
            <a:extLst>
              <a:ext uri="{FF2B5EF4-FFF2-40B4-BE49-F238E27FC236}">
                <a16:creationId xmlns:a16="http://schemas.microsoft.com/office/drawing/2014/main" id="{35DEC288-D3AB-E659-AF92-FAC2AD0187D8}"/>
              </a:ext>
            </a:extLst>
          </p:cNvPr>
          <p:cNvSpPr>
            <a:spLocks noGrp="1"/>
          </p:cNvSpPr>
          <p:nvPr>
            <p:ph sz="half" idx="37" hasCustomPrompt="1"/>
          </p:nvPr>
        </p:nvSpPr>
        <p:spPr>
          <a:xfrm>
            <a:off x="9401277" y="3951320"/>
            <a:ext cx="2292816" cy="683276"/>
          </a:xfrm>
          <a:prstGeom prst="rect">
            <a:avLst/>
          </a:prstGeom>
        </p:spPr>
        <p:txBody>
          <a:bodyPr lIns="0">
            <a:noAutofit/>
          </a:bodyPr>
          <a:lstStyle>
            <a:lvl1pPr marL="0" indent="0">
              <a:lnSpc>
                <a:spcPts val="2200"/>
              </a:lnSpc>
              <a:buNone/>
              <a:defRPr sz="1400">
                <a:solidFill>
                  <a:schemeClr val="bg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2" name="Slide Number Placeholder 28">
            <a:extLst>
              <a:ext uri="{FF2B5EF4-FFF2-40B4-BE49-F238E27FC236}">
                <a16:creationId xmlns:a16="http://schemas.microsoft.com/office/drawing/2014/main" id="{3F3DCBD3-8820-D724-EEA9-9FC57E8E3035}"/>
              </a:ext>
            </a:extLst>
          </p:cNvPr>
          <p:cNvSpPr>
            <a:spLocks noGrp="1"/>
          </p:cNvSpPr>
          <p:nvPr>
            <p:ph type="sldNum" sz="quarter" idx="38"/>
          </p:nvPr>
        </p:nvSpPr>
        <p:spPr>
          <a:xfrm>
            <a:off x="558800" y="6264275"/>
            <a:ext cx="279400" cy="365125"/>
          </a:xfrm>
        </p:spPr>
        <p:txBody>
          <a:bodyPr/>
          <a:lstStyle>
            <a:lvl1pPr>
              <a:defRPr>
                <a:solidFill>
                  <a:schemeClr val="bg1"/>
                </a:solidFill>
              </a:defRPr>
            </a:lvl1p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F75EB40D-C290-1A00-A30A-209415A36DCC}"/>
              </a:ext>
            </a:extLst>
          </p:cNvPr>
          <p:cNvSpPr>
            <a:spLocks noGrp="1"/>
          </p:cNvSpPr>
          <p:nvPr>
            <p:ph type="ftr" sz="quarter" idx="39"/>
          </p:nvPr>
        </p:nvSpPr>
        <p:spPr>
          <a:xfrm>
            <a:off x="882210" y="6264275"/>
            <a:ext cx="4554218" cy="365125"/>
          </a:xfrm>
        </p:spPr>
        <p:txBody>
          <a:bodyPr/>
          <a:lstStyle>
            <a:lvl1pPr>
              <a:defRPr>
                <a:solidFill>
                  <a:schemeClr val="bg1"/>
                </a:solidFill>
              </a:defRPr>
            </a:lvl1pPr>
          </a:lstStyle>
          <a:p>
            <a:r>
              <a:rPr lang="en-US"/>
              <a:t>Presentation Title Goes Here</a:t>
            </a:r>
            <a:endParaRPr lang="en-US" dirty="0"/>
          </a:p>
        </p:txBody>
      </p:sp>
      <p:cxnSp>
        <p:nvCxnSpPr>
          <p:cNvPr id="14" name="Straight Connector 13">
            <a:extLst>
              <a:ext uri="{FF2B5EF4-FFF2-40B4-BE49-F238E27FC236}">
                <a16:creationId xmlns:a16="http://schemas.microsoft.com/office/drawing/2014/main" id="{73BB7E62-83FD-FA61-4E49-3B99F77A837E}"/>
              </a:ext>
            </a:extLst>
          </p:cNvPr>
          <p:cNvCxnSpPr/>
          <p:nvPr userDrawn="1"/>
        </p:nvCxnSpPr>
        <p:spPr>
          <a:xfrm>
            <a:off x="3132221" y="0"/>
            <a:ext cx="0" cy="68580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BA89E524-D6E2-1C64-420B-D281ADA4C1D8}"/>
              </a:ext>
            </a:extLst>
          </p:cNvPr>
          <p:cNvCxnSpPr/>
          <p:nvPr userDrawn="1"/>
        </p:nvCxnSpPr>
        <p:spPr>
          <a:xfrm>
            <a:off x="6098445" y="0"/>
            <a:ext cx="0" cy="68580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016DA8CF-AE55-D0E1-C112-E1756297E0C6}"/>
              </a:ext>
            </a:extLst>
          </p:cNvPr>
          <p:cNvCxnSpPr/>
          <p:nvPr userDrawn="1"/>
        </p:nvCxnSpPr>
        <p:spPr>
          <a:xfrm>
            <a:off x="9064669" y="0"/>
            <a:ext cx="0" cy="68580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6728212"/>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Large Image + Caption">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2548307F-569A-ACEB-7613-0AB60345B8B5}"/>
              </a:ext>
            </a:extLst>
          </p:cNvPr>
          <p:cNvSpPr>
            <a:spLocks noGrp="1"/>
          </p:cNvSpPr>
          <p:nvPr>
            <p:ph type="pic" sz="quarter" idx="14"/>
          </p:nvPr>
        </p:nvSpPr>
        <p:spPr>
          <a:xfrm>
            <a:off x="0" y="0"/>
            <a:ext cx="12192000" cy="6858000"/>
          </a:xfrm>
        </p:spPr>
        <p:txBody>
          <a:bodyPr/>
          <a:lstStyle>
            <a:lvl1pPr marL="0" indent="0">
              <a:buNone/>
              <a:defRPr/>
            </a:lvl1pPr>
          </a:lstStyle>
          <a:p>
            <a:endParaRPr lang="en-US" dirty="0"/>
          </a:p>
        </p:txBody>
      </p:sp>
      <p:pic>
        <p:nvPicPr>
          <p:cNvPr id="13" name="Picture 12">
            <a:extLst>
              <a:ext uri="{FF2B5EF4-FFF2-40B4-BE49-F238E27FC236}">
                <a16:creationId xmlns:a16="http://schemas.microsoft.com/office/drawing/2014/main" id="{01017E3D-D397-2D38-6EEC-C7BC987CB07B}"/>
              </a:ext>
            </a:extLst>
          </p:cNvPr>
          <p:cNvPicPr>
            <a:picLocks noChangeAspect="1"/>
          </p:cNvPicPr>
          <p:nvPr userDrawn="1"/>
        </p:nvPicPr>
        <p:blipFill>
          <a:blip r:embed="rId2"/>
          <a:srcRect/>
          <a:stretch/>
        </p:blipFill>
        <p:spPr>
          <a:xfrm>
            <a:off x="10236204" y="6365323"/>
            <a:ext cx="1117593" cy="184284"/>
          </a:xfrm>
          <a:prstGeom prst="rect">
            <a:avLst/>
          </a:prstGeom>
        </p:spPr>
      </p:pic>
    </p:spTree>
    <p:extLst>
      <p:ext uri="{BB962C8B-B14F-4D97-AF65-F5344CB8AC3E}">
        <p14:creationId xmlns:p14="http://schemas.microsoft.com/office/powerpoint/2010/main" val="409970999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Basic Backgroun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1017E3D-D397-2D38-6EEC-C7BC987CB07B}"/>
              </a:ext>
            </a:extLst>
          </p:cNvPr>
          <p:cNvPicPr>
            <a:picLocks noChangeAspect="1"/>
          </p:cNvPicPr>
          <p:nvPr userDrawn="1"/>
        </p:nvPicPr>
        <p:blipFill>
          <a:blip r:embed="rId2"/>
          <a:srcRect/>
          <a:stretch/>
        </p:blipFill>
        <p:spPr>
          <a:xfrm>
            <a:off x="10236204" y="6365323"/>
            <a:ext cx="1117593" cy="184284"/>
          </a:xfrm>
          <a:prstGeom prst="rect">
            <a:avLst/>
          </a:prstGeom>
        </p:spPr>
      </p:pic>
      <p:pic>
        <p:nvPicPr>
          <p:cNvPr id="2" name="Picture 1">
            <a:extLst>
              <a:ext uri="{FF2B5EF4-FFF2-40B4-BE49-F238E27FC236}">
                <a16:creationId xmlns:a16="http://schemas.microsoft.com/office/drawing/2014/main" id="{90B398FF-4608-3C59-217C-6A40D911543C}"/>
              </a:ext>
            </a:extLst>
          </p:cNvPr>
          <p:cNvPicPr>
            <a:picLocks noChangeAspect="1"/>
          </p:cNvPicPr>
          <p:nvPr userDrawn="1"/>
        </p:nvPicPr>
        <p:blipFill>
          <a:blip r:embed="rId3"/>
          <a:srcRect/>
          <a:stretch/>
        </p:blipFill>
        <p:spPr>
          <a:xfrm>
            <a:off x="10236201" y="6365323"/>
            <a:ext cx="1117599" cy="184284"/>
          </a:xfrm>
          <a:prstGeom prst="rect">
            <a:avLst/>
          </a:prstGeom>
        </p:spPr>
      </p:pic>
      <p:sp>
        <p:nvSpPr>
          <p:cNvPr id="5" name="TextBox 4">
            <a:extLst>
              <a:ext uri="{FF2B5EF4-FFF2-40B4-BE49-F238E27FC236}">
                <a16:creationId xmlns:a16="http://schemas.microsoft.com/office/drawing/2014/main" id="{FFA7D4A0-1063-2432-FE10-22E229854B0F}"/>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195425983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_Basic Background">
    <p:bg>
      <p:bgPr>
        <a:solidFill>
          <a:schemeClr val="tx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1017E3D-D397-2D38-6EEC-C7BC987CB07B}"/>
              </a:ext>
            </a:extLst>
          </p:cNvPr>
          <p:cNvPicPr>
            <a:picLocks noChangeAspect="1"/>
          </p:cNvPicPr>
          <p:nvPr userDrawn="1"/>
        </p:nvPicPr>
        <p:blipFill>
          <a:blip r:embed="rId2"/>
          <a:srcRect/>
          <a:stretch/>
        </p:blipFill>
        <p:spPr>
          <a:xfrm>
            <a:off x="10236204" y="6365323"/>
            <a:ext cx="1117593" cy="184284"/>
          </a:xfrm>
          <a:prstGeom prst="rect">
            <a:avLst/>
          </a:prstGeom>
        </p:spPr>
      </p:pic>
      <p:sp>
        <p:nvSpPr>
          <p:cNvPr id="5" name="TextBox 4">
            <a:extLst>
              <a:ext uri="{FF2B5EF4-FFF2-40B4-BE49-F238E27FC236}">
                <a16:creationId xmlns:a16="http://schemas.microsoft.com/office/drawing/2014/main" id="{FFA7D4A0-1063-2432-FE10-22E229854B0F}"/>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bg1"/>
                </a:solidFill>
                <a:latin typeface="Space Grotesk Light" pitchFamily="2" charset="77"/>
              </a:rPr>
              <a:t>P3ADAPTIVE.COM</a:t>
            </a:r>
          </a:p>
        </p:txBody>
      </p:sp>
    </p:spTree>
    <p:extLst>
      <p:ext uri="{BB962C8B-B14F-4D97-AF65-F5344CB8AC3E}">
        <p14:creationId xmlns:p14="http://schemas.microsoft.com/office/powerpoint/2010/main" val="85603569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B1EDD6-DF08-D054-8CB4-B5219E9FD4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A912819-8CF0-6ED2-8F6B-1CEE1EF57A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AB0FD5-D308-B238-09AE-9D3F591D9D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424AB6-689F-4D94-89E3-667E6F78A9F8}" type="datetimeFigureOut">
              <a:rPr lang="en-US" smtClean="0"/>
              <a:t>5/28/2026</a:t>
            </a:fld>
            <a:endParaRPr lang="en-US"/>
          </a:p>
        </p:txBody>
      </p:sp>
      <p:sp>
        <p:nvSpPr>
          <p:cNvPr id="5" name="Footer Placeholder 4">
            <a:extLst>
              <a:ext uri="{FF2B5EF4-FFF2-40B4-BE49-F238E27FC236}">
                <a16:creationId xmlns:a16="http://schemas.microsoft.com/office/drawing/2014/main" id="{213640B5-0807-F9FE-DC39-61BF57B648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Presentation Title Goes Here</a:t>
            </a:r>
            <a:endParaRPr lang="en-US" dirty="0"/>
          </a:p>
        </p:txBody>
      </p:sp>
      <p:sp>
        <p:nvSpPr>
          <p:cNvPr id="6" name="Slide Number Placeholder 5">
            <a:extLst>
              <a:ext uri="{FF2B5EF4-FFF2-40B4-BE49-F238E27FC236}">
                <a16:creationId xmlns:a16="http://schemas.microsoft.com/office/drawing/2014/main" id="{E5B4B08E-A102-F055-7747-2596A03915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3793594815"/>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 id="2147483720" r:id="rId18"/>
    <p:sldLayoutId id="2147483721" r:id="rId19"/>
    <p:sldLayoutId id="2147483722" r:id="rId20"/>
    <p:sldLayoutId id="2147483723" r:id="rId21"/>
    <p:sldLayoutId id="2147483724" r:id="rId22"/>
    <p:sldLayoutId id="2147483725" r:id="rId23"/>
    <p:sldLayoutId id="2147483726" r:id="rId24"/>
    <p:sldLayoutId id="2147483727" r:id="rId25"/>
    <p:sldLayoutId id="2147483728" r:id="rId26"/>
    <p:sldLayoutId id="2147483729" r:id="rId27"/>
    <p:sldLayoutId id="2147483730" r:id="rId28"/>
    <p:sldLayoutId id="2147483731" r:id="rId29"/>
    <p:sldLayoutId id="2147483732" r:id="rId30"/>
    <p:sldLayoutId id="2147483733" r:id="rId31"/>
    <p:sldLayoutId id="2147483734" r:id="rId32"/>
    <p:sldLayoutId id="2147483735" r:id="rId33"/>
    <p:sldLayoutId id="2147483736" r:id="rId34"/>
    <p:sldLayoutId id="2147483701" r:id="rId35"/>
    <p:sldLayoutId id="2147483686" r:id="rId36"/>
    <p:sldLayoutId id="2147483653" r:id="rId37"/>
    <p:sldLayoutId id="2147483678" r:id="rId38"/>
    <p:sldLayoutId id="2147483685" r:id="rId39"/>
    <p:sldLayoutId id="2147483673" r:id="rId40"/>
    <p:sldLayoutId id="2147483683" r:id="rId41"/>
    <p:sldLayoutId id="2147483674" r:id="rId42"/>
    <p:sldLayoutId id="2147483684" r:id="rId43"/>
    <p:sldLayoutId id="2147483663" r:id="rId44"/>
    <p:sldLayoutId id="2147483654" r:id="rId45"/>
    <p:sldLayoutId id="2147483651" r:id="rId46"/>
    <p:sldLayoutId id="2147483661" r:id="rId47"/>
    <p:sldLayoutId id="2147483677" r:id="rId48"/>
    <p:sldLayoutId id="2147483664" r:id="rId49"/>
    <p:sldLayoutId id="2147483687" r:id="rId50"/>
    <p:sldLayoutId id="2147483675" r:id="rId51"/>
    <p:sldLayoutId id="2147483662" r:id="rId52"/>
    <p:sldLayoutId id="2147483676" r:id="rId53"/>
    <p:sldLayoutId id="2147483672" r:id="rId54"/>
    <p:sldLayoutId id="2147483670" r:id="rId55"/>
    <p:sldLayoutId id="2147483681" r:id="rId56"/>
    <p:sldLayoutId id="2147483682" r:id="rId57"/>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3" pos="3840" userDrawn="1">
          <p15:clr>
            <a:srgbClr val="F26B43"/>
          </p15:clr>
        </p15:guide>
        <p15:guide id="14" pos="528" userDrawn="1">
          <p15:clr>
            <a:srgbClr val="F26B43"/>
          </p15:clr>
        </p15:guide>
        <p15:guide id="15" orient="horz" pos="2160" userDrawn="1">
          <p15:clr>
            <a:srgbClr val="F26B43"/>
          </p15:clr>
        </p15:guide>
        <p15:guide id="16" orient="horz" pos="144" userDrawn="1">
          <p15:clr>
            <a:srgbClr val="F26B43"/>
          </p15:clr>
        </p15:guide>
        <p15:guide id="17" orient="horz" pos="720" userDrawn="1">
          <p15:clr>
            <a:srgbClr val="F26B43"/>
          </p15:clr>
        </p15:guide>
        <p15:guide id="18" pos="7152" userDrawn="1">
          <p15:clr>
            <a:srgbClr val="F26B43"/>
          </p15:clr>
        </p15:guide>
        <p15:guide id="19" orient="horz" pos="432" userDrawn="1">
          <p15:clr>
            <a:srgbClr val="F26B43"/>
          </p15:clr>
        </p15:guide>
        <p15:guide id="20" orient="horz" pos="1008" userDrawn="1">
          <p15:clr>
            <a:srgbClr val="F26B43"/>
          </p15:clr>
        </p15:guide>
        <p15:guide id="21" orient="horz" pos="1296" userDrawn="1">
          <p15:clr>
            <a:srgbClr val="F26B43"/>
          </p15:clr>
        </p15:guide>
        <p15:guide id="22" orient="horz" pos="4176" userDrawn="1">
          <p15:clr>
            <a:srgbClr val="F26B43"/>
          </p15:clr>
        </p15:guide>
        <p15:guide id="23" orient="horz" pos="3096" userDrawn="1">
          <p15:clr>
            <a:srgbClr val="F26B43"/>
          </p15:clr>
        </p15:guide>
        <p15:guide id="24" orient="horz" pos="388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dataonwheels.wordpress.com/" TargetMode="External"/><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hyperlink" Target="https://www.linkedin.com/in/kristyna-ferris-dataonwheels/"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28EF7-DA21-3EBA-45BD-07A5209384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984CC0-0BC0-32AF-31FE-4FAA52F6BCC1}"/>
              </a:ext>
            </a:extLst>
          </p:cNvPr>
          <p:cNvSpPr>
            <a:spLocks noGrp="1"/>
          </p:cNvSpPr>
          <p:nvPr>
            <p:ph type="ctrTitle"/>
          </p:nvPr>
        </p:nvSpPr>
        <p:spPr>
          <a:xfrm>
            <a:off x="124239" y="417575"/>
            <a:ext cx="11956774" cy="1778827"/>
          </a:xfrm>
        </p:spPr>
        <p:txBody>
          <a:bodyPr anchor="ctr">
            <a:noAutofit/>
          </a:bodyPr>
          <a:lstStyle/>
          <a:p>
            <a:pPr>
              <a:lnSpc>
                <a:spcPct val="100000"/>
              </a:lnSpc>
            </a:pPr>
            <a:r>
              <a:rPr lang="en-US" sz="4000" dirty="0"/>
              <a:t>Stop Hoping for a Raise &amp;</a:t>
            </a:r>
            <a:br>
              <a:rPr lang="en-US" sz="4000" dirty="0"/>
            </a:br>
            <a:r>
              <a:rPr lang="en-US" sz="4000" dirty="0"/>
              <a:t>Start Engineering One</a:t>
            </a:r>
          </a:p>
        </p:txBody>
      </p:sp>
      <p:sp>
        <p:nvSpPr>
          <p:cNvPr id="3" name="Subtitle 2">
            <a:extLst>
              <a:ext uri="{FF2B5EF4-FFF2-40B4-BE49-F238E27FC236}">
                <a16:creationId xmlns:a16="http://schemas.microsoft.com/office/drawing/2014/main" id="{6201F2B7-624E-CB63-0A92-F5F5042130F9}"/>
              </a:ext>
            </a:extLst>
          </p:cNvPr>
          <p:cNvSpPr>
            <a:spLocks noGrp="1"/>
          </p:cNvSpPr>
          <p:nvPr>
            <p:ph type="subTitle" idx="1"/>
          </p:nvPr>
        </p:nvSpPr>
        <p:spPr>
          <a:xfrm>
            <a:off x="641178" y="2196402"/>
            <a:ext cx="10909643" cy="687406"/>
          </a:xfrm>
        </p:spPr>
        <p:txBody>
          <a:bodyPr anchor="ctr">
            <a:normAutofit/>
          </a:bodyPr>
          <a:lstStyle/>
          <a:p>
            <a:r>
              <a:rPr lang="en-US" dirty="0">
                <a:cs typeface="Arial" panose="020B0604020202020204" pitchFamily="34" charset="0"/>
              </a:rPr>
              <a:t>Kristyna Ferris</a:t>
            </a:r>
          </a:p>
        </p:txBody>
      </p:sp>
      <p:sp>
        <p:nvSpPr>
          <p:cNvPr id="4" name="Subtitle 2">
            <a:extLst>
              <a:ext uri="{FF2B5EF4-FFF2-40B4-BE49-F238E27FC236}">
                <a16:creationId xmlns:a16="http://schemas.microsoft.com/office/drawing/2014/main" id="{FB793C5E-E286-7E86-B510-811E947CA9C5}"/>
              </a:ext>
            </a:extLst>
          </p:cNvPr>
          <p:cNvSpPr txBox="1">
            <a:spLocks/>
          </p:cNvSpPr>
          <p:nvPr/>
        </p:nvSpPr>
        <p:spPr>
          <a:xfrm>
            <a:off x="557711" y="5937593"/>
            <a:ext cx="10909643" cy="687406"/>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600" dirty="0">
                <a:cs typeface="Arial" panose="020B0604020202020204" pitchFamily="34" charset="0"/>
              </a:rPr>
              <a:t>Fun Fact: this font is dyslexic friendly! Ask me how to use it for free after the session.</a:t>
            </a:r>
          </a:p>
        </p:txBody>
      </p:sp>
      <p:pic>
        <p:nvPicPr>
          <p:cNvPr id="5" name="Picture 4" descr="A road with bushes and trees in the background&#10;&#10;AI-generated content may be incorrect.">
            <a:extLst>
              <a:ext uri="{FF2B5EF4-FFF2-40B4-BE49-F238E27FC236}">
                <a16:creationId xmlns:a16="http://schemas.microsoft.com/office/drawing/2014/main" id="{844378CF-9F79-1460-5ACF-49DE1563ED5F}"/>
              </a:ext>
            </a:extLst>
          </p:cNvPr>
          <p:cNvPicPr>
            <a:picLocks noChangeAspect="1"/>
          </p:cNvPicPr>
          <p:nvPr/>
        </p:nvPicPr>
        <p:blipFill>
          <a:blip r:embed="rId3"/>
          <a:srcRect t="20624" b="24271"/>
          <a:stretch>
            <a:fillRect/>
          </a:stretch>
        </p:blipFill>
        <p:spPr>
          <a:xfrm>
            <a:off x="7388" y="3543300"/>
            <a:ext cx="12190476" cy="2210656"/>
          </a:xfrm>
          <a:prstGeom prst="rect">
            <a:avLst/>
          </a:prstGeom>
        </p:spPr>
      </p:pic>
    </p:spTree>
    <p:extLst>
      <p:ext uri="{BB962C8B-B14F-4D97-AF65-F5344CB8AC3E}">
        <p14:creationId xmlns:p14="http://schemas.microsoft.com/office/powerpoint/2010/main" val="701826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par>
                                <p:cTn id="11" presetID="10" presetClass="entr" presetSubtype="0" fill="hold" grpId="0" nodeType="withEffect">
                                  <p:stCondLst>
                                    <p:cond delay="2000"/>
                                  </p:stCondLst>
                                  <p:iterate type="lt">
                                    <p:tmPct val="10000"/>
                                  </p:iterate>
                                  <p:childTnLst>
                                    <p:set>
                                      <p:cBhvr>
                                        <p:cTn id="12" dur="1" fill="hold">
                                          <p:stCondLst>
                                            <p:cond delay="0"/>
                                          </p:stCondLst>
                                        </p:cTn>
                                        <p:tgtEl>
                                          <p:spTgt spid="4">
                                            <p:txEl>
                                              <p:pRg st="0" end="0"/>
                                            </p:txEl>
                                          </p:spTgt>
                                        </p:tgtEl>
                                        <p:attrNameLst>
                                          <p:attrName>style.visibility</p:attrName>
                                        </p:attrNameLst>
                                      </p:cBhvr>
                                      <p:to>
                                        <p:strVal val="visible"/>
                                      </p:to>
                                    </p:set>
                                    <p:animEffect transition="in" filter="fade">
                                      <p:cBhvr>
                                        <p:cTn id="13" dur="4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323EE-8834-379B-D29E-82A02A099D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20CC65-2D84-3E12-28E3-8CF5E276244D}"/>
              </a:ext>
            </a:extLst>
          </p:cNvPr>
          <p:cNvSpPr>
            <a:spLocks noGrp="1"/>
          </p:cNvSpPr>
          <p:nvPr>
            <p:ph type="title"/>
          </p:nvPr>
        </p:nvSpPr>
        <p:spPr>
          <a:xfrm>
            <a:off x="5029200" y="365125"/>
            <a:ext cx="5435144" cy="1283255"/>
          </a:xfrm>
        </p:spPr>
        <p:txBody>
          <a:bodyPr>
            <a:normAutofit fontScale="90000"/>
          </a:bodyPr>
          <a:lstStyle/>
          <a:p>
            <a:r>
              <a:rPr lang="en-US" dirty="0"/>
              <a:t>About Me ~ Kristyna Ferris</a:t>
            </a:r>
          </a:p>
        </p:txBody>
      </p:sp>
      <p:pic>
        <p:nvPicPr>
          <p:cNvPr id="7" name="Picture 6">
            <a:extLst>
              <a:ext uri="{FF2B5EF4-FFF2-40B4-BE49-F238E27FC236}">
                <a16:creationId xmlns:a16="http://schemas.microsoft.com/office/drawing/2014/main" id="{396DAA21-4287-0C6E-B609-B641D096C74A}"/>
              </a:ext>
            </a:extLst>
          </p:cNvPr>
          <p:cNvPicPr>
            <a:picLocks noChangeAspect="1"/>
          </p:cNvPicPr>
          <p:nvPr/>
        </p:nvPicPr>
        <p:blipFill>
          <a:blip r:embed="rId2"/>
          <a:srcRect l="5406" r="5406"/>
          <a:stretch/>
        </p:blipFill>
        <p:spPr>
          <a:xfrm>
            <a:off x="458525" y="857692"/>
            <a:ext cx="4478416" cy="5021284"/>
          </a:xfrm>
          <a:prstGeom prst="rect">
            <a:avLst/>
          </a:prstGeom>
          <a:ln>
            <a:noFill/>
          </a:ln>
          <a:effectLst>
            <a:outerShdw blurRad="190500" algn="tl" rotWithShape="0">
              <a:srgbClr val="000000">
                <a:alpha val="70000"/>
              </a:srgbClr>
            </a:outerShdw>
          </a:effectLst>
        </p:spPr>
      </p:pic>
      <p:sp>
        <p:nvSpPr>
          <p:cNvPr id="3" name="Content Placeholder 2">
            <a:extLst>
              <a:ext uri="{FF2B5EF4-FFF2-40B4-BE49-F238E27FC236}">
                <a16:creationId xmlns:a16="http://schemas.microsoft.com/office/drawing/2014/main" id="{DAF38228-38FE-B0FF-35BD-580808EBDC9A}"/>
              </a:ext>
            </a:extLst>
          </p:cNvPr>
          <p:cNvSpPr>
            <a:spLocks noGrp="1"/>
          </p:cNvSpPr>
          <p:nvPr>
            <p:ph idx="1"/>
          </p:nvPr>
        </p:nvSpPr>
        <p:spPr>
          <a:xfrm>
            <a:off x="5109160" y="1873905"/>
            <a:ext cx="7048670" cy="4898684"/>
          </a:xfrm>
        </p:spPr>
        <p:txBody>
          <a:bodyPr>
            <a:normAutofit fontScale="85000" lnSpcReduction="10000"/>
          </a:bodyPr>
          <a:lstStyle/>
          <a:p>
            <a:pPr marL="0" indent="0">
              <a:lnSpc>
                <a:spcPct val="160000"/>
              </a:lnSpc>
              <a:buNone/>
            </a:pPr>
            <a:r>
              <a:rPr lang="en-US" sz="2100" dirty="0"/>
              <a:t>Microsoft MVP, Data Platform &amp; Fabric</a:t>
            </a:r>
            <a:br>
              <a:rPr lang="en-US" sz="2100" dirty="0"/>
            </a:br>
            <a:r>
              <a:rPr lang="en-US" sz="2100" dirty="0"/>
              <a:t>Solution Architect, P3 Adaptive</a:t>
            </a:r>
            <a:br>
              <a:rPr lang="en-US" sz="2100" dirty="0"/>
            </a:br>
            <a:r>
              <a:rPr lang="en-US" sz="2100" dirty="0"/>
              <a:t>Lexington Data Tech Group co-organizer </a:t>
            </a:r>
            <a:br>
              <a:rPr lang="en-US" sz="2100" dirty="0"/>
            </a:br>
            <a:r>
              <a:rPr lang="en-US" sz="2100" dirty="0" err="1"/>
              <a:t>DataOnWheels</a:t>
            </a:r>
            <a:r>
              <a:rPr lang="en-US" sz="2100" dirty="0"/>
              <a:t> Author</a:t>
            </a:r>
          </a:p>
          <a:p>
            <a:pPr marL="0" indent="0">
              <a:lnSpc>
                <a:spcPct val="160000"/>
              </a:lnSpc>
              <a:buNone/>
            </a:pPr>
            <a:r>
              <a:rPr lang="en-US" sz="2000" b="1" dirty="0"/>
              <a:t>Blog </a:t>
            </a:r>
          </a:p>
          <a:p>
            <a:pPr marL="0" indent="0">
              <a:lnSpc>
                <a:spcPct val="120000"/>
              </a:lnSpc>
              <a:buNone/>
            </a:pPr>
            <a:r>
              <a:rPr lang="en-US" sz="2000" dirty="0">
                <a:hlinkClick r:id="rId3">
                  <a:extLst>
                    <a:ext uri="{A12FA001-AC4F-418D-AE19-62706E023703}">
                      <ahyp:hlinkClr xmlns:ahyp="http://schemas.microsoft.com/office/drawing/2018/hyperlinkcolor" val="tx"/>
                    </a:ext>
                  </a:extLst>
                </a:hlinkClick>
              </a:rPr>
              <a:t>https://dataonwheels.wordpress.com/</a:t>
            </a:r>
            <a:br>
              <a:rPr lang="en-US" sz="2000" dirty="0"/>
            </a:br>
            <a:br>
              <a:rPr lang="en-US" sz="2000" dirty="0"/>
            </a:br>
            <a:r>
              <a:rPr lang="en-US" sz="2000" b="1" dirty="0"/>
              <a:t>LinkedIn </a:t>
            </a:r>
          </a:p>
          <a:p>
            <a:pPr marL="0" indent="0">
              <a:lnSpc>
                <a:spcPct val="120000"/>
              </a:lnSpc>
              <a:buNone/>
            </a:pPr>
            <a:r>
              <a:rPr lang="en-US" sz="2000" b="0" i="0" dirty="0">
                <a:effectLst/>
                <a:hlinkClick r:id="rId4">
                  <a:extLst>
                    <a:ext uri="{A12FA001-AC4F-418D-AE19-62706E023703}">
                      <ahyp:hlinkClr xmlns:ahyp="http://schemas.microsoft.com/office/drawing/2018/hyperlinkcolor" val="tx"/>
                    </a:ext>
                  </a:extLst>
                </a:hlinkClick>
              </a:rPr>
              <a:t>https://www.linkedin.com/in/kristyna-ferris-dataonwheels/</a:t>
            </a:r>
            <a:br>
              <a:rPr lang="en-US" sz="2000" b="0" i="0" dirty="0">
                <a:effectLst/>
              </a:rPr>
            </a:br>
            <a:endParaRPr lang="en-US" sz="2000" dirty="0"/>
          </a:p>
          <a:p>
            <a:pPr marL="0" indent="0">
              <a:lnSpc>
                <a:spcPct val="120000"/>
              </a:lnSpc>
              <a:buNone/>
            </a:pPr>
            <a:r>
              <a:rPr lang="en-US" sz="2000" b="1" dirty="0"/>
              <a:t>Twitter &amp; Bluesky </a:t>
            </a:r>
          </a:p>
          <a:p>
            <a:pPr marL="0" indent="0">
              <a:lnSpc>
                <a:spcPct val="120000"/>
              </a:lnSpc>
              <a:buNone/>
            </a:pPr>
            <a:r>
              <a:rPr lang="en-US" sz="2000" dirty="0"/>
              <a:t>@data_dragoness</a:t>
            </a:r>
          </a:p>
        </p:txBody>
      </p:sp>
    </p:spTree>
    <p:extLst>
      <p:ext uri="{BB962C8B-B14F-4D97-AF65-F5344CB8AC3E}">
        <p14:creationId xmlns:p14="http://schemas.microsoft.com/office/powerpoint/2010/main" val="3133497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EF6FF09-230D-BF7C-ABAE-A09761A2C26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74CFBD5-0A7C-9B36-B640-5AEDE64C52F6}"/>
              </a:ext>
            </a:extLst>
          </p:cNvPr>
          <p:cNvSpPr>
            <a:spLocks noGrp="1"/>
          </p:cNvSpPr>
          <p:nvPr>
            <p:ph type="title"/>
          </p:nvPr>
        </p:nvSpPr>
        <p:spPr>
          <a:xfrm>
            <a:off x="0" y="293945"/>
            <a:ext cx="12191999" cy="641060"/>
          </a:xfrm>
        </p:spPr>
        <p:txBody>
          <a:bodyPr>
            <a:noAutofit/>
          </a:bodyPr>
          <a:lstStyle/>
          <a:p>
            <a:pPr algn="ctr"/>
            <a:r>
              <a:rPr lang="en-US" sz="3600" dirty="0"/>
              <a:t>Agenda</a:t>
            </a:r>
          </a:p>
        </p:txBody>
      </p:sp>
      <p:sp>
        <p:nvSpPr>
          <p:cNvPr id="2" name="Title 3">
            <a:extLst>
              <a:ext uri="{FF2B5EF4-FFF2-40B4-BE49-F238E27FC236}">
                <a16:creationId xmlns:a16="http://schemas.microsoft.com/office/drawing/2014/main" id="{59E51848-18B7-7479-EEF3-8227380997DB}"/>
              </a:ext>
            </a:extLst>
          </p:cNvPr>
          <p:cNvSpPr txBox="1">
            <a:spLocks/>
          </p:cNvSpPr>
          <p:nvPr/>
        </p:nvSpPr>
        <p:spPr>
          <a:xfrm>
            <a:off x="1557495" y="1507253"/>
            <a:ext cx="8832501" cy="4827918"/>
          </a:xfrm>
          <a:prstGeom prst="rect">
            <a:avLst/>
          </a:prstGeom>
          <a:noFill/>
        </p:spPr>
        <p:txBody>
          <a:bodyPr vert="horz" lIns="0" tIns="45720" rIns="91440" bIns="45720" numCol="1" spcCol="45720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pPr marL="342900" indent="-342900">
              <a:buFont typeface="+mj-lt"/>
              <a:buAutoNum type="arabicPeriod"/>
            </a:pPr>
            <a:r>
              <a:rPr lang="en-US" sz="2000" dirty="0">
                <a:latin typeface="+mn-lt"/>
              </a:rPr>
              <a:t>First Impressions – Assign your Boss to a Character</a:t>
            </a:r>
            <a:br>
              <a:rPr lang="en-US" sz="2000" dirty="0">
                <a:latin typeface="+mn-lt"/>
              </a:rPr>
            </a:br>
            <a:endParaRPr lang="en-US" sz="2000" dirty="0">
              <a:latin typeface="+mn-lt"/>
            </a:endParaRPr>
          </a:p>
          <a:p>
            <a:pPr marL="342900" indent="-342900">
              <a:buFont typeface="+mj-lt"/>
              <a:buAutoNum type="arabicPeriod"/>
            </a:pPr>
            <a:r>
              <a:rPr lang="en-US" sz="2000" dirty="0">
                <a:latin typeface="+mn-lt"/>
              </a:rPr>
              <a:t>Assess, Learn, and React Well to Each Boss Type</a:t>
            </a:r>
            <a:br>
              <a:rPr lang="en-US" sz="2000" dirty="0">
                <a:latin typeface="+mn-lt"/>
              </a:rPr>
            </a:br>
            <a:br>
              <a:rPr lang="en-US" sz="2000" dirty="0">
                <a:latin typeface="+mn-lt"/>
              </a:rPr>
            </a:br>
            <a:r>
              <a:rPr lang="en-US" sz="2000" dirty="0">
                <a:latin typeface="+mn-lt"/>
              </a:rPr>
              <a:t>Darth Vader</a:t>
            </a:r>
            <a:br>
              <a:rPr lang="en-US" sz="2000" dirty="0">
                <a:latin typeface="+mn-lt"/>
              </a:rPr>
            </a:br>
            <a:r>
              <a:rPr lang="en-US" sz="2000" dirty="0">
                <a:latin typeface="+mn-lt"/>
              </a:rPr>
              <a:t>Captain Picard</a:t>
            </a:r>
            <a:br>
              <a:rPr lang="en-US" sz="2000" dirty="0">
                <a:latin typeface="+mn-lt"/>
              </a:rPr>
            </a:br>
            <a:r>
              <a:rPr lang="en-US" sz="2000" dirty="0">
                <a:latin typeface="+mn-lt"/>
              </a:rPr>
              <a:t>Queen/Senator Padme</a:t>
            </a:r>
            <a:br>
              <a:rPr lang="en-US" sz="2000" dirty="0">
                <a:latin typeface="+mn-lt"/>
              </a:rPr>
            </a:br>
            <a:r>
              <a:rPr lang="en-US" sz="2000" dirty="0">
                <a:latin typeface="+mn-lt"/>
              </a:rPr>
              <a:t>Princess Leia</a:t>
            </a:r>
            <a:br>
              <a:rPr lang="en-US" sz="2000" dirty="0">
                <a:latin typeface="+mn-lt"/>
              </a:rPr>
            </a:br>
            <a:r>
              <a:rPr lang="en-US" sz="2000" dirty="0">
                <a:latin typeface="+mn-lt"/>
              </a:rPr>
              <a:t>Captain Kirk</a:t>
            </a:r>
            <a:br>
              <a:rPr lang="en-US" sz="2000" dirty="0">
                <a:latin typeface="+mn-lt"/>
              </a:rPr>
            </a:br>
            <a:r>
              <a:rPr lang="en-US" sz="2000" dirty="0">
                <a:latin typeface="+mn-lt"/>
              </a:rPr>
              <a:t>Yoda</a:t>
            </a:r>
            <a:br>
              <a:rPr lang="en-US" sz="2000" dirty="0">
                <a:latin typeface="+mn-lt"/>
              </a:rPr>
            </a:br>
            <a:endParaRPr lang="en-US" sz="2000" dirty="0">
              <a:latin typeface="+mn-lt"/>
            </a:endParaRPr>
          </a:p>
          <a:p>
            <a:pPr marL="342900" indent="-342900">
              <a:buFont typeface="+mj-lt"/>
              <a:buAutoNum type="arabicPeriod"/>
            </a:pPr>
            <a:r>
              <a:rPr lang="en-US" sz="2000" dirty="0">
                <a:latin typeface="+mn-lt"/>
              </a:rPr>
              <a:t>Second Impressions – Anyone Change their Assessment?</a:t>
            </a:r>
            <a:br>
              <a:rPr lang="en-US" sz="2000" dirty="0">
                <a:latin typeface="+mn-lt"/>
              </a:rPr>
            </a:br>
            <a:endParaRPr lang="en-US" sz="2000" dirty="0">
              <a:latin typeface="+mn-lt"/>
            </a:endParaRPr>
          </a:p>
          <a:p>
            <a:pPr marL="342900" indent="-342900">
              <a:buFont typeface="+mj-lt"/>
              <a:buAutoNum type="arabicPeriod"/>
            </a:pPr>
            <a:r>
              <a:rPr lang="en-US" sz="2000" dirty="0">
                <a:latin typeface="+mn-lt"/>
              </a:rPr>
              <a:t>The Battle Before the Battle</a:t>
            </a:r>
            <a:br>
              <a:rPr lang="en-US" sz="2000" dirty="0">
                <a:latin typeface="+mn-lt"/>
              </a:rPr>
            </a:br>
            <a:endParaRPr lang="en-US" sz="2000" dirty="0">
              <a:latin typeface="+mn-lt"/>
            </a:endParaRPr>
          </a:p>
          <a:p>
            <a:pPr marL="342900" indent="-342900">
              <a:buFont typeface="+mj-lt"/>
              <a:buAutoNum type="arabicPeriod"/>
            </a:pPr>
            <a:r>
              <a:rPr lang="en-US" sz="2000" dirty="0">
                <a:latin typeface="+mn-lt"/>
              </a:rPr>
              <a:t>When to Walk Away from a Job</a:t>
            </a:r>
          </a:p>
          <a:p>
            <a:endParaRPr lang="en-US" sz="2000" dirty="0">
              <a:latin typeface="+mn-lt"/>
            </a:endParaRPr>
          </a:p>
          <a:p>
            <a:pPr marL="171450" indent="-171450">
              <a:buFont typeface="Arial" panose="020B0604020202020204" pitchFamily="34" charset="0"/>
              <a:buChar char="•"/>
            </a:pPr>
            <a:endParaRPr lang="en-US" sz="2000" dirty="0">
              <a:latin typeface="+mn-lt"/>
            </a:endParaRPr>
          </a:p>
        </p:txBody>
      </p:sp>
      <p:pic>
        <p:nvPicPr>
          <p:cNvPr id="5" name="Picture 4">
            <a:extLst>
              <a:ext uri="{FF2B5EF4-FFF2-40B4-BE49-F238E27FC236}">
                <a16:creationId xmlns:a16="http://schemas.microsoft.com/office/drawing/2014/main" id="{0F4138CE-315E-5746-6DB6-D3B7CC2176A8}"/>
              </a:ext>
            </a:extLst>
          </p:cNvPr>
          <p:cNvPicPr>
            <a:picLocks noChangeAspect="1"/>
          </p:cNvPicPr>
          <p:nvPr/>
        </p:nvPicPr>
        <p:blipFill>
          <a:blip r:embed="rId3"/>
          <a:stretch>
            <a:fillRect/>
          </a:stretch>
        </p:blipFill>
        <p:spPr>
          <a:xfrm>
            <a:off x="5595363" y="2497358"/>
            <a:ext cx="6256562" cy="1752752"/>
          </a:xfrm>
          <a:prstGeom prst="rect">
            <a:avLst/>
          </a:prstGeom>
        </p:spPr>
      </p:pic>
    </p:spTree>
    <p:extLst>
      <p:ext uri="{BB962C8B-B14F-4D97-AF65-F5344CB8AC3E}">
        <p14:creationId xmlns:p14="http://schemas.microsoft.com/office/powerpoint/2010/main" val="2322244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230F1F-0D76-8549-1A5D-3F684B7644F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2D441CB-D51D-D15C-98DB-A133F1E1BAD4}"/>
              </a:ext>
            </a:extLst>
          </p:cNvPr>
          <p:cNvSpPr>
            <a:spLocks noGrp="1"/>
          </p:cNvSpPr>
          <p:nvPr>
            <p:ph type="title"/>
          </p:nvPr>
        </p:nvSpPr>
        <p:spPr>
          <a:xfrm>
            <a:off x="0" y="293945"/>
            <a:ext cx="12191999" cy="641060"/>
          </a:xfrm>
        </p:spPr>
        <p:txBody>
          <a:bodyPr>
            <a:noAutofit/>
          </a:bodyPr>
          <a:lstStyle/>
          <a:p>
            <a:pPr algn="ctr"/>
            <a:r>
              <a:rPr lang="en-US" sz="3600" dirty="0"/>
              <a:t>A Long Time Ago, in a Salary Far, Far Away…</a:t>
            </a:r>
          </a:p>
        </p:txBody>
      </p:sp>
      <p:sp>
        <p:nvSpPr>
          <p:cNvPr id="2" name="Title 3">
            <a:extLst>
              <a:ext uri="{FF2B5EF4-FFF2-40B4-BE49-F238E27FC236}">
                <a16:creationId xmlns:a16="http://schemas.microsoft.com/office/drawing/2014/main" id="{9216ABA3-0708-C510-9480-E1D3FAF03F23}"/>
              </a:ext>
            </a:extLst>
          </p:cNvPr>
          <p:cNvSpPr txBox="1">
            <a:spLocks/>
          </p:cNvSpPr>
          <p:nvPr/>
        </p:nvSpPr>
        <p:spPr>
          <a:xfrm>
            <a:off x="6385560" y="1530113"/>
            <a:ext cx="5219700" cy="4827918"/>
          </a:xfrm>
          <a:prstGeom prst="rect">
            <a:avLst/>
          </a:prstGeom>
          <a:noFill/>
        </p:spPr>
        <p:txBody>
          <a:bodyPr vert="horz" lIns="0" tIns="45720" rIns="91440" bIns="45720" numCol="1" spcCol="45720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2400" dirty="0">
                <a:latin typeface="+mn-lt"/>
              </a:rPr>
              <a:t>Raise your hand if you have ever walked into a raise conversation feeling like you were entering the trash compactor scene. </a:t>
            </a:r>
          </a:p>
          <a:p>
            <a:endParaRPr lang="en-US" sz="2400" dirty="0">
              <a:latin typeface="+mn-lt"/>
            </a:endParaRPr>
          </a:p>
          <a:p>
            <a:r>
              <a:rPr lang="en-US" sz="2400" dirty="0">
                <a:latin typeface="+mn-lt"/>
              </a:rPr>
              <a:t>Walls closing in.</a:t>
            </a:r>
          </a:p>
          <a:p>
            <a:r>
              <a:rPr lang="en-US" sz="2400" dirty="0">
                <a:latin typeface="+mn-lt"/>
              </a:rPr>
              <a:t>No plan.</a:t>
            </a:r>
          </a:p>
          <a:p>
            <a:r>
              <a:rPr lang="en-US" sz="2400" dirty="0">
                <a:latin typeface="+mn-lt"/>
              </a:rPr>
              <a:t>Only there because you had no other choice.</a:t>
            </a:r>
          </a:p>
        </p:txBody>
      </p:sp>
      <p:pic>
        <p:nvPicPr>
          <p:cNvPr id="6" name="Picture 5">
            <a:extLst>
              <a:ext uri="{FF2B5EF4-FFF2-40B4-BE49-F238E27FC236}">
                <a16:creationId xmlns:a16="http://schemas.microsoft.com/office/drawing/2014/main" id="{B2D1A146-3A05-C83C-4713-3C6C8BFE9A2E}"/>
              </a:ext>
            </a:extLst>
          </p:cNvPr>
          <p:cNvPicPr>
            <a:picLocks noChangeAspect="1"/>
          </p:cNvPicPr>
          <p:nvPr/>
        </p:nvPicPr>
        <p:blipFill>
          <a:blip r:embed="rId3"/>
          <a:stretch>
            <a:fillRect/>
          </a:stretch>
        </p:blipFill>
        <p:spPr>
          <a:xfrm>
            <a:off x="655320" y="1268573"/>
            <a:ext cx="5021580" cy="4565074"/>
          </a:xfrm>
          <a:prstGeom prst="rect">
            <a:avLst/>
          </a:prstGeom>
        </p:spPr>
      </p:pic>
    </p:spTree>
    <p:extLst>
      <p:ext uri="{BB962C8B-B14F-4D97-AF65-F5344CB8AC3E}">
        <p14:creationId xmlns:p14="http://schemas.microsoft.com/office/powerpoint/2010/main" val="37610807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E0B8068-DFED-EE8E-BE2E-E92D43B7A49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2C1B6F1-3959-FF4A-DD81-7ED3DD9FD934}"/>
              </a:ext>
            </a:extLst>
          </p:cNvPr>
          <p:cNvSpPr>
            <a:spLocks noGrp="1"/>
          </p:cNvSpPr>
          <p:nvPr>
            <p:ph type="title"/>
          </p:nvPr>
        </p:nvSpPr>
        <p:spPr>
          <a:xfrm>
            <a:off x="0" y="293945"/>
            <a:ext cx="12191999" cy="641060"/>
          </a:xfrm>
        </p:spPr>
        <p:txBody>
          <a:bodyPr>
            <a:noAutofit/>
          </a:bodyPr>
          <a:lstStyle/>
          <a:p>
            <a:pPr algn="ctr"/>
            <a:r>
              <a:rPr lang="en-US" sz="3600" dirty="0"/>
              <a:t>A Long Time Ago, in a Salary Far, Far Away…</a:t>
            </a:r>
          </a:p>
        </p:txBody>
      </p:sp>
      <p:sp>
        <p:nvSpPr>
          <p:cNvPr id="2" name="Title 3">
            <a:extLst>
              <a:ext uri="{FF2B5EF4-FFF2-40B4-BE49-F238E27FC236}">
                <a16:creationId xmlns:a16="http://schemas.microsoft.com/office/drawing/2014/main" id="{8708C234-6033-E31D-DA11-0425D8936325}"/>
              </a:ext>
            </a:extLst>
          </p:cNvPr>
          <p:cNvSpPr txBox="1">
            <a:spLocks/>
          </p:cNvSpPr>
          <p:nvPr/>
        </p:nvSpPr>
        <p:spPr>
          <a:xfrm>
            <a:off x="6225540" y="1865393"/>
            <a:ext cx="5638800" cy="4469778"/>
          </a:xfrm>
          <a:prstGeom prst="rect">
            <a:avLst/>
          </a:prstGeom>
          <a:noFill/>
        </p:spPr>
        <p:txBody>
          <a:bodyPr vert="horz" lIns="0" tIns="45720" rIns="91440" bIns="45720" numCol="1" spcCol="45720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2800" dirty="0">
                <a:latin typeface="+mn-lt"/>
              </a:rPr>
              <a:t>Keep your hand raised if</a:t>
            </a:r>
          </a:p>
          <a:p>
            <a:endParaRPr lang="en-US" sz="2800" dirty="0">
              <a:latin typeface="+mn-lt"/>
            </a:endParaRPr>
          </a:p>
          <a:p>
            <a:r>
              <a:rPr lang="en-US" sz="2800" dirty="0">
                <a:latin typeface="+mn-lt"/>
              </a:rPr>
              <a:t>the response from your boss was so bad that you eventually pulled a Han Solo and left for a cause that paid better.</a:t>
            </a:r>
          </a:p>
        </p:txBody>
      </p:sp>
      <p:pic>
        <p:nvPicPr>
          <p:cNvPr id="2052" name="Picture 4" descr="Han Solo GIFs - Get the best GIF on GIPHY">
            <a:extLst>
              <a:ext uri="{FF2B5EF4-FFF2-40B4-BE49-F238E27FC236}">
                <a16:creationId xmlns:a16="http://schemas.microsoft.com/office/drawing/2014/main" id="{2DD7B6DB-03C3-159B-4B99-5133852759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814" y="1865393"/>
            <a:ext cx="4786759" cy="2705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9900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33F072C-6975-21E0-FE7B-1F082AC2958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0C5BEC9-CACC-B2CF-B2EE-44E035B05B0D}"/>
              </a:ext>
            </a:extLst>
          </p:cNvPr>
          <p:cNvSpPr>
            <a:spLocks noGrp="1"/>
          </p:cNvSpPr>
          <p:nvPr>
            <p:ph type="title"/>
          </p:nvPr>
        </p:nvSpPr>
        <p:spPr>
          <a:xfrm>
            <a:off x="0" y="293945"/>
            <a:ext cx="12191999" cy="641060"/>
          </a:xfrm>
        </p:spPr>
        <p:txBody>
          <a:bodyPr>
            <a:noAutofit/>
          </a:bodyPr>
          <a:lstStyle/>
          <a:p>
            <a:pPr algn="ctr"/>
            <a:r>
              <a:rPr lang="en-US" sz="3600" dirty="0"/>
              <a:t>Right Case, Wrong Audience</a:t>
            </a:r>
          </a:p>
        </p:txBody>
      </p:sp>
      <p:pic>
        <p:nvPicPr>
          <p:cNvPr id="3" name="Picture 2">
            <a:extLst>
              <a:ext uri="{FF2B5EF4-FFF2-40B4-BE49-F238E27FC236}">
                <a16:creationId xmlns:a16="http://schemas.microsoft.com/office/drawing/2014/main" id="{8498A745-FDB2-A8E7-A5AE-71B9D3D40101}"/>
              </a:ext>
            </a:extLst>
          </p:cNvPr>
          <p:cNvPicPr>
            <a:picLocks noChangeAspect="1"/>
          </p:cNvPicPr>
          <p:nvPr/>
        </p:nvPicPr>
        <p:blipFill>
          <a:blip r:embed="rId3"/>
          <a:stretch>
            <a:fillRect/>
          </a:stretch>
        </p:blipFill>
        <p:spPr>
          <a:xfrm>
            <a:off x="2456822" y="1957992"/>
            <a:ext cx="2516673" cy="2980604"/>
          </a:xfrm>
          <a:prstGeom prst="rect">
            <a:avLst/>
          </a:prstGeom>
        </p:spPr>
      </p:pic>
      <p:pic>
        <p:nvPicPr>
          <p:cNvPr id="9" name="Picture 8">
            <a:extLst>
              <a:ext uri="{FF2B5EF4-FFF2-40B4-BE49-F238E27FC236}">
                <a16:creationId xmlns:a16="http://schemas.microsoft.com/office/drawing/2014/main" id="{17B53D7D-49E1-8CE0-6EAB-358EDCE4DAD2}"/>
              </a:ext>
            </a:extLst>
          </p:cNvPr>
          <p:cNvPicPr>
            <a:picLocks noChangeAspect="1"/>
          </p:cNvPicPr>
          <p:nvPr/>
        </p:nvPicPr>
        <p:blipFill>
          <a:blip r:embed="rId4"/>
          <a:stretch>
            <a:fillRect/>
          </a:stretch>
        </p:blipFill>
        <p:spPr>
          <a:xfrm>
            <a:off x="6989206" y="2106612"/>
            <a:ext cx="2416051" cy="2844211"/>
          </a:xfrm>
          <a:prstGeom prst="rect">
            <a:avLst/>
          </a:prstGeom>
        </p:spPr>
      </p:pic>
      <p:sp>
        <p:nvSpPr>
          <p:cNvPr id="11" name="Not Equal 10">
            <a:extLst>
              <a:ext uri="{FF2B5EF4-FFF2-40B4-BE49-F238E27FC236}">
                <a16:creationId xmlns:a16="http://schemas.microsoft.com/office/drawing/2014/main" id="{4EDFEAD2-5F85-F7E9-1A18-F5375DBBBDA7}"/>
              </a:ext>
            </a:extLst>
          </p:cNvPr>
          <p:cNvSpPr/>
          <p:nvPr/>
        </p:nvSpPr>
        <p:spPr>
          <a:xfrm>
            <a:off x="5088145" y="2843684"/>
            <a:ext cx="1786411" cy="1677905"/>
          </a:xfrm>
          <a:prstGeom prst="mathNotEqual">
            <a:avLst/>
          </a:prstGeom>
          <a:solidFill>
            <a:schemeClr val="accent5">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76902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892C71-BD87-34DF-BA07-07A82105553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612D15B-5A9E-3E13-7DC9-BA2F35513582}"/>
              </a:ext>
            </a:extLst>
          </p:cNvPr>
          <p:cNvSpPr>
            <a:spLocks noGrp="1"/>
          </p:cNvSpPr>
          <p:nvPr>
            <p:ph type="title"/>
          </p:nvPr>
        </p:nvSpPr>
        <p:spPr>
          <a:xfrm>
            <a:off x="0" y="293945"/>
            <a:ext cx="12191999" cy="641060"/>
          </a:xfrm>
        </p:spPr>
        <p:txBody>
          <a:bodyPr>
            <a:noAutofit/>
          </a:bodyPr>
          <a:lstStyle/>
          <a:p>
            <a:pPr algn="ctr"/>
            <a:r>
              <a:rPr lang="en-US" sz="3600" dirty="0"/>
              <a:t>So, who is YOUR Boss? Really? </a:t>
            </a:r>
          </a:p>
        </p:txBody>
      </p:sp>
      <p:pic>
        <p:nvPicPr>
          <p:cNvPr id="2" name="Picture 1">
            <a:extLst>
              <a:ext uri="{FF2B5EF4-FFF2-40B4-BE49-F238E27FC236}">
                <a16:creationId xmlns:a16="http://schemas.microsoft.com/office/drawing/2014/main" id="{EAFBFBBF-E661-BBD5-C881-4F1D719E9A1B}"/>
              </a:ext>
            </a:extLst>
          </p:cNvPr>
          <p:cNvPicPr>
            <a:picLocks noChangeAspect="1"/>
          </p:cNvPicPr>
          <p:nvPr/>
        </p:nvPicPr>
        <p:blipFill>
          <a:blip r:embed="rId3"/>
          <a:stretch>
            <a:fillRect/>
          </a:stretch>
        </p:blipFill>
        <p:spPr>
          <a:xfrm>
            <a:off x="631475" y="1441939"/>
            <a:ext cx="11261403" cy="3154839"/>
          </a:xfrm>
          <a:prstGeom prst="rect">
            <a:avLst/>
          </a:prstGeom>
        </p:spPr>
      </p:pic>
    </p:spTree>
    <p:extLst>
      <p:ext uri="{BB962C8B-B14F-4D97-AF65-F5344CB8AC3E}">
        <p14:creationId xmlns:p14="http://schemas.microsoft.com/office/powerpoint/2010/main" val="208656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05812F-DEED-9068-12D5-6D226196924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9E6E323-4B8B-B675-A2F1-80BCA516F062}"/>
              </a:ext>
            </a:extLst>
          </p:cNvPr>
          <p:cNvSpPr>
            <a:spLocks noGrp="1"/>
          </p:cNvSpPr>
          <p:nvPr>
            <p:ph type="title"/>
          </p:nvPr>
        </p:nvSpPr>
        <p:spPr>
          <a:xfrm>
            <a:off x="0" y="293945"/>
            <a:ext cx="12191999" cy="641060"/>
          </a:xfrm>
        </p:spPr>
        <p:txBody>
          <a:bodyPr>
            <a:noAutofit/>
          </a:bodyPr>
          <a:lstStyle/>
          <a:p>
            <a:pPr algn="ctr"/>
            <a:r>
              <a:rPr lang="en-US" sz="3600" dirty="0"/>
              <a:t>Darth Vader (Coercive/Commanding)</a:t>
            </a:r>
          </a:p>
        </p:txBody>
      </p:sp>
      <p:pic>
        <p:nvPicPr>
          <p:cNvPr id="3" name="Picture 2">
            <a:extLst>
              <a:ext uri="{FF2B5EF4-FFF2-40B4-BE49-F238E27FC236}">
                <a16:creationId xmlns:a16="http://schemas.microsoft.com/office/drawing/2014/main" id="{55B25D91-AEED-3552-0DB1-58D6866E4144}"/>
              </a:ext>
            </a:extLst>
          </p:cNvPr>
          <p:cNvPicPr>
            <a:picLocks noChangeAspect="1"/>
          </p:cNvPicPr>
          <p:nvPr/>
        </p:nvPicPr>
        <p:blipFill>
          <a:blip r:embed="rId3"/>
          <a:stretch>
            <a:fillRect/>
          </a:stretch>
        </p:blipFill>
        <p:spPr>
          <a:xfrm>
            <a:off x="754625" y="1757744"/>
            <a:ext cx="2476882" cy="2933479"/>
          </a:xfrm>
          <a:prstGeom prst="rect">
            <a:avLst/>
          </a:prstGeom>
        </p:spPr>
      </p:pic>
      <p:sp>
        <p:nvSpPr>
          <p:cNvPr id="5" name="Title 3">
            <a:extLst>
              <a:ext uri="{FF2B5EF4-FFF2-40B4-BE49-F238E27FC236}">
                <a16:creationId xmlns:a16="http://schemas.microsoft.com/office/drawing/2014/main" id="{A7D6BE61-3DDE-FA63-ED46-C70261811B6A}"/>
              </a:ext>
            </a:extLst>
          </p:cNvPr>
          <p:cNvSpPr txBox="1">
            <a:spLocks/>
          </p:cNvSpPr>
          <p:nvPr/>
        </p:nvSpPr>
        <p:spPr>
          <a:xfrm>
            <a:off x="3954780" y="1607820"/>
            <a:ext cx="7635240" cy="4770121"/>
          </a:xfrm>
          <a:prstGeom prst="rect">
            <a:avLst/>
          </a:prstGeom>
          <a:noFill/>
        </p:spPr>
        <p:txBody>
          <a:bodyPr vert="horz" lIns="0" tIns="45720" rIns="91440" bIns="45720" numCol="1" spcCol="45720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1800" b="1" dirty="0">
                <a:latin typeface="+mn-lt"/>
              </a:rPr>
              <a:t>How to Pitch the Dark Side</a:t>
            </a:r>
          </a:p>
          <a:p>
            <a:endParaRPr lang="en-US" sz="1800" dirty="0">
              <a:latin typeface="+mn-lt"/>
            </a:endParaRPr>
          </a:p>
          <a:p>
            <a:r>
              <a:rPr lang="en-US" sz="1800" dirty="0">
                <a:latin typeface="+mn-lt"/>
              </a:rPr>
              <a:t>This is a business transaction, not a conversation. Feelings will get you force choked. </a:t>
            </a:r>
          </a:p>
          <a:p>
            <a:endParaRPr lang="en-US" sz="1800" dirty="0">
              <a:latin typeface="+mn-lt"/>
            </a:endParaRPr>
          </a:p>
          <a:p>
            <a:r>
              <a:rPr lang="en-US" sz="1800" dirty="0">
                <a:latin typeface="+mn-lt"/>
              </a:rPr>
              <a:t>The pitch:</a:t>
            </a:r>
          </a:p>
          <a:p>
            <a:endParaRPr lang="en-US" sz="1800" dirty="0">
              <a:latin typeface="+mn-lt"/>
            </a:endParaRPr>
          </a:p>
          <a:p>
            <a:pPr marL="285750" indent="-285750">
              <a:buFont typeface="Arial" panose="020B0604020202020204" pitchFamily="34" charset="0"/>
              <a:buChar char="•"/>
            </a:pPr>
            <a:r>
              <a:rPr lang="en-US" sz="1800" dirty="0">
                <a:latin typeface="+mn-lt"/>
              </a:rPr>
              <a:t>Lead with </a:t>
            </a:r>
            <a:r>
              <a:rPr lang="en-US" sz="1800" b="1" dirty="0">
                <a:latin typeface="+mn-lt"/>
              </a:rPr>
              <a:t>numbers</a:t>
            </a:r>
            <a:r>
              <a:rPr lang="en-US" sz="1800" dirty="0">
                <a:latin typeface="+mn-lt"/>
              </a:rPr>
              <a:t>. Revenue impact, cost savings, market data. Nothing else.</a:t>
            </a:r>
          </a:p>
          <a:p>
            <a:pPr marL="285750" indent="-285750">
              <a:buFont typeface="Arial" panose="020B0604020202020204" pitchFamily="34" charset="0"/>
              <a:buChar char="•"/>
            </a:pPr>
            <a:r>
              <a:rPr lang="en-US" sz="1800" dirty="0">
                <a:latin typeface="+mn-lt"/>
              </a:rPr>
              <a:t>Have a specific number ready. Vader does not want to workshop this with you.</a:t>
            </a:r>
          </a:p>
          <a:p>
            <a:pPr marL="285750" indent="-285750">
              <a:buFont typeface="Arial" panose="020B0604020202020204" pitchFamily="34" charset="0"/>
              <a:buChar char="•"/>
            </a:pPr>
            <a:r>
              <a:rPr lang="en-US" sz="1800" dirty="0">
                <a:latin typeface="+mn-lt"/>
              </a:rPr>
              <a:t>Be direct, be brief, and be confident. If you ramble, you lose them.</a:t>
            </a:r>
          </a:p>
          <a:p>
            <a:pPr marL="285750" indent="-285750">
              <a:buFont typeface="Arial" panose="020B0604020202020204" pitchFamily="34" charset="0"/>
              <a:buChar char="•"/>
            </a:pPr>
            <a:r>
              <a:rPr lang="en-US" sz="1800" dirty="0">
                <a:latin typeface="+mn-lt"/>
              </a:rPr>
              <a:t>Frame it as ROI, not a request. "Here is what I have delivered. Here is what the market says that is worth."</a:t>
            </a:r>
          </a:p>
        </p:txBody>
      </p:sp>
    </p:spTree>
    <p:extLst>
      <p:ext uri="{BB962C8B-B14F-4D97-AF65-F5344CB8AC3E}">
        <p14:creationId xmlns:p14="http://schemas.microsoft.com/office/powerpoint/2010/main" val="1397048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0734EB1-2F7D-2DA3-E36C-3E7BDC08420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A8C5973-1BBA-00C6-F0BD-75416C487316}"/>
              </a:ext>
            </a:extLst>
          </p:cNvPr>
          <p:cNvSpPr>
            <a:spLocks noGrp="1"/>
          </p:cNvSpPr>
          <p:nvPr>
            <p:ph type="title"/>
          </p:nvPr>
        </p:nvSpPr>
        <p:spPr>
          <a:xfrm>
            <a:off x="0" y="293945"/>
            <a:ext cx="12191999" cy="641060"/>
          </a:xfrm>
        </p:spPr>
        <p:txBody>
          <a:bodyPr>
            <a:noAutofit/>
          </a:bodyPr>
          <a:lstStyle/>
          <a:p>
            <a:pPr algn="ctr"/>
            <a:r>
              <a:rPr lang="en-US" sz="3600" dirty="0"/>
              <a:t>Darth Vader (Coercive/Commanding)</a:t>
            </a:r>
          </a:p>
        </p:txBody>
      </p:sp>
      <p:pic>
        <p:nvPicPr>
          <p:cNvPr id="3" name="Picture 2">
            <a:extLst>
              <a:ext uri="{FF2B5EF4-FFF2-40B4-BE49-F238E27FC236}">
                <a16:creationId xmlns:a16="http://schemas.microsoft.com/office/drawing/2014/main" id="{841A26BB-A02A-4796-8667-C4D3621DF63E}"/>
              </a:ext>
            </a:extLst>
          </p:cNvPr>
          <p:cNvPicPr>
            <a:picLocks noChangeAspect="1"/>
          </p:cNvPicPr>
          <p:nvPr/>
        </p:nvPicPr>
        <p:blipFill>
          <a:blip r:embed="rId3"/>
          <a:stretch>
            <a:fillRect/>
          </a:stretch>
        </p:blipFill>
        <p:spPr>
          <a:xfrm>
            <a:off x="754625" y="1757744"/>
            <a:ext cx="2476882" cy="2933479"/>
          </a:xfrm>
          <a:prstGeom prst="rect">
            <a:avLst/>
          </a:prstGeom>
        </p:spPr>
      </p:pic>
      <p:sp>
        <p:nvSpPr>
          <p:cNvPr id="5" name="Title 3">
            <a:extLst>
              <a:ext uri="{FF2B5EF4-FFF2-40B4-BE49-F238E27FC236}">
                <a16:creationId xmlns:a16="http://schemas.microsoft.com/office/drawing/2014/main" id="{CF875260-C28E-DCD4-B774-017A55A8F187}"/>
              </a:ext>
            </a:extLst>
          </p:cNvPr>
          <p:cNvSpPr txBox="1">
            <a:spLocks/>
          </p:cNvSpPr>
          <p:nvPr/>
        </p:nvSpPr>
        <p:spPr>
          <a:xfrm>
            <a:off x="3954780" y="1577340"/>
            <a:ext cx="7635240" cy="4770121"/>
          </a:xfrm>
          <a:prstGeom prst="rect">
            <a:avLst/>
          </a:prstGeom>
          <a:noFill/>
        </p:spPr>
        <p:txBody>
          <a:bodyPr vert="horz" lIns="0" tIns="45720" rIns="91440" bIns="45720" numCol="1" spcCol="45720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1800" b="1" dirty="0">
                <a:latin typeface="+mn-lt"/>
              </a:rPr>
              <a:t>Is Your Boss a Sith Lord?</a:t>
            </a:r>
          </a:p>
          <a:p>
            <a:endParaRPr lang="en-US" sz="1800" dirty="0">
              <a:latin typeface="+mn-lt"/>
            </a:endParaRPr>
          </a:p>
          <a:p>
            <a:r>
              <a:rPr lang="en-US" sz="1800" dirty="0">
                <a:latin typeface="+mn-lt"/>
              </a:rPr>
              <a:t>This boss leads with "do what I tell you." They value compliance, chain of command, and results delivered on time with no excuses.</a:t>
            </a:r>
          </a:p>
          <a:p>
            <a:endParaRPr lang="en-US" sz="1800" dirty="0">
              <a:latin typeface="+mn-lt"/>
            </a:endParaRPr>
          </a:p>
          <a:p>
            <a:r>
              <a:rPr lang="en-US" sz="1800" b="1" dirty="0">
                <a:latin typeface="+mn-lt"/>
              </a:rPr>
              <a:t>How to spot them:</a:t>
            </a:r>
          </a:p>
          <a:p>
            <a:endParaRPr lang="en-US" sz="1800" dirty="0">
              <a:latin typeface="+mn-lt"/>
            </a:endParaRPr>
          </a:p>
          <a:p>
            <a:pPr marL="285750" indent="-285750">
              <a:buFont typeface="Arial" panose="020B0604020202020204" pitchFamily="34" charset="0"/>
              <a:buChar char="•"/>
            </a:pPr>
            <a:r>
              <a:rPr lang="en-US" sz="1800" dirty="0">
                <a:latin typeface="+mn-lt"/>
              </a:rPr>
              <a:t>Decisions come from the top. Your input was not requested.</a:t>
            </a:r>
          </a:p>
          <a:p>
            <a:pPr marL="285750" indent="-285750">
              <a:buFont typeface="Arial" panose="020B0604020202020204" pitchFamily="34" charset="0"/>
              <a:buChar char="•"/>
            </a:pPr>
            <a:r>
              <a:rPr lang="en-US" sz="1800" dirty="0">
                <a:latin typeface="+mn-lt"/>
              </a:rPr>
              <a:t>Meetings are short. There is no brainstorming. There is a directive.</a:t>
            </a:r>
          </a:p>
          <a:p>
            <a:pPr marL="285750" indent="-285750">
              <a:buFont typeface="Arial" panose="020B0604020202020204" pitchFamily="34" charset="0"/>
              <a:buChar char="•"/>
            </a:pPr>
            <a:r>
              <a:rPr lang="en-US" sz="1800" dirty="0">
                <a:latin typeface="+mn-lt"/>
              </a:rPr>
              <a:t>They thrive in a crisis because they are built for command and control.</a:t>
            </a:r>
          </a:p>
          <a:p>
            <a:pPr marL="285750" indent="-285750">
              <a:buFont typeface="Arial" panose="020B0604020202020204" pitchFamily="34" charset="0"/>
              <a:buChar char="•"/>
            </a:pPr>
            <a:r>
              <a:rPr lang="en-US" sz="1800" dirty="0">
                <a:latin typeface="+mn-lt"/>
              </a:rPr>
              <a:t>"Why" is not a question they entertain. "When will it be done" is.</a:t>
            </a:r>
          </a:p>
          <a:p>
            <a:pPr marL="285750" indent="-285750">
              <a:buFont typeface="Arial" panose="020B0604020202020204" pitchFamily="34" charset="0"/>
              <a:buChar char="•"/>
            </a:pPr>
            <a:r>
              <a:rPr lang="en-US" sz="1800" dirty="0">
                <a:latin typeface="+mn-lt"/>
              </a:rPr>
              <a:t>Feedback sounds a lot like orders.</a:t>
            </a:r>
          </a:p>
          <a:p>
            <a:pPr marL="285750" indent="-285750">
              <a:buFont typeface="Arial" panose="020B0604020202020204" pitchFamily="34" charset="0"/>
              <a:buChar char="•"/>
            </a:pPr>
            <a:r>
              <a:rPr lang="en-US" sz="1800" dirty="0">
                <a:latin typeface="+mn-lt"/>
              </a:rPr>
              <a:t>They are effective when the building is on fire. The problem is they lead like the building is always on fire.</a:t>
            </a:r>
          </a:p>
        </p:txBody>
      </p:sp>
    </p:spTree>
    <p:extLst>
      <p:ext uri="{BB962C8B-B14F-4D97-AF65-F5344CB8AC3E}">
        <p14:creationId xmlns:p14="http://schemas.microsoft.com/office/powerpoint/2010/main" val="30444912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2DC8A2-CBFF-750A-13E7-0D07C72A24D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775D2EB-71CB-A6EE-59F7-EA4B10D47304}"/>
              </a:ext>
            </a:extLst>
          </p:cNvPr>
          <p:cNvSpPr>
            <a:spLocks noGrp="1"/>
          </p:cNvSpPr>
          <p:nvPr>
            <p:ph type="title"/>
          </p:nvPr>
        </p:nvSpPr>
        <p:spPr>
          <a:xfrm>
            <a:off x="0" y="293945"/>
            <a:ext cx="12191999" cy="641060"/>
          </a:xfrm>
        </p:spPr>
        <p:txBody>
          <a:bodyPr>
            <a:noAutofit/>
          </a:bodyPr>
          <a:lstStyle/>
          <a:p>
            <a:pPr algn="ctr"/>
            <a:r>
              <a:rPr lang="en-US" sz="3600" dirty="0"/>
              <a:t>Darth Vader (Coercive/Commanding)</a:t>
            </a:r>
          </a:p>
        </p:txBody>
      </p:sp>
      <p:pic>
        <p:nvPicPr>
          <p:cNvPr id="3" name="Picture 2">
            <a:extLst>
              <a:ext uri="{FF2B5EF4-FFF2-40B4-BE49-F238E27FC236}">
                <a16:creationId xmlns:a16="http://schemas.microsoft.com/office/drawing/2014/main" id="{D580A02E-EA24-E3C2-4012-7A107537D876}"/>
              </a:ext>
            </a:extLst>
          </p:cNvPr>
          <p:cNvPicPr>
            <a:picLocks noChangeAspect="1"/>
          </p:cNvPicPr>
          <p:nvPr/>
        </p:nvPicPr>
        <p:blipFill>
          <a:blip r:embed="rId3"/>
          <a:stretch>
            <a:fillRect/>
          </a:stretch>
        </p:blipFill>
        <p:spPr>
          <a:xfrm>
            <a:off x="754625" y="1757744"/>
            <a:ext cx="2476882" cy="2933479"/>
          </a:xfrm>
          <a:prstGeom prst="rect">
            <a:avLst/>
          </a:prstGeom>
        </p:spPr>
      </p:pic>
      <p:sp>
        <p:nvSpPr>
          <p:cNvPr id="5" name="Title 3">
            <a:extLst>
              <a:ext uri="{FF2B5EF4-FFF2-40B4-BE49-F238E27FC236}">
                <a16:creationId xmlns:a16="http://schemas.microsoft.com/office/drawing/2014/main" id="{C7485215-D0C6-45DC-EBBC-A4F16A4F9A7B}"/>
              </a:ext>
            </a:extLst>
          </p:cNvPr>
          <p:cNvSpPr txBox="1">
            <a:spLocks/>
          </p:cNvSpPr>
          <p:nvPr/>
        </p:nvSpPr>
        <p:spPr>
          <a:xfrm>
            <a:off x="3954780" y="1607820"/>
            <a:ext cx="7635240" cy="4770121"/>
          </a:xfrm>
          <a:prstGeom prst="rect">
            <a:avLst/>
          </a:prstGeom>
          <a:noFill/>
        </p:spPr>
        <p:txBody>
          <a:bodyPr vert="horz" lIns="0" tIns="45720" rIns="91440" bIns="45720" numCol="1" spcCol="45720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1800" b="1" dirty="0">
                <a:latin typeface="+mn-lt"/>
              </a:rPr>
              <a:t>Surviving the Force Choke </a:t>
            </a:r>
          </a:p>
          <a:p>
            <a:endParaRPr lang="en-US" sz="1800" dirty="0">
              <a:latin typeface="+mn-lt"/>
            </a:endParaRPr>
          </a:p>
          <a:p>
            <a:r>
              <a:rPr lang="en-US" sz="1800" dirty="0">
                <a:latin typeface="+mn-lt"/>
              </a:rPr>
              <a:t>Vader said no. You are still alive. That is actually a good sign. </a:t>
            </a:r>
          </a:p>
          <a:p>
            <a:endParaRPr lang="en-US" sz="1800" dirty="0">
              <a:latin typeface="+mn-lt"/>
            </a:endParaRPr>
          </a:p>
          <a:p>
            <a:pPr marL="285750" indent="-285750">
              <a:buFont typeface="Arial" panose="020B0604020202020204" pitchFamily="34" charset="0"/>
              <a:buChar char="•"/>
            </a:pPr>
            <a:r>
              <a:rPr lang="en-US" sz="1800" dirty="0">
                <a:latin typeface="+mn-lt"/>
              </a:rPr>
              <a:t>Do not get emotional. Do not argue. Accept the answer in the moment.</a:t>
            </a:r>
          </a:p>
          <a:p>
            <a:pPr marL="285750" indent="-285750">
              <a:buFont typeface="Arial" panose="020B0604020202020204" pitchFamily="34" charset="0"/>
              <a:buChar char="•"/>
            </a:pPr>
            <a:r>
              <a:rPr lang="en-US" sz="1800" b="1" dirty="0">
                <a:latin typeface="+mn-lt"/>
              </a:rPr>
              <a:t>Then ask one question: "What targets would change this conversation next quarter?"</a:t>
            </a:r>
          </a:p>
          <a:p>
            <a:pPr marL="285750" indent="-285750">
              <a:buFont typeface="Arial" panose="020B0604020202020204" pitchFamily="34" charset="0"/>
              <a:buChar char="•"/>
            </a:pPr>
            <a:r>
              <a:rPr lang="en-US" sz="1800" dirty="0">
                <a:latin typeface="+mn-lt"/>
              </a:rPr>
              <a:t>Vader respects someone who takes a no and immediately pivots to the next mission.</a:t>
            </a:r>
          </a:p>
          <a:p>
            <a:pPr marL="285750" indent="-285750">
              <a:buFont typeface="Arial" panose="020B0604020202020204" pitchFamily="34" charset="0"/>
              <a:buChar char="•"/>
            </a:pPr>
            <a:r>
              <a:rPr lang="en-US" sz="1800" dirty="0">
                <a:latin typeface="+mn-lt"/>
              </a:rPr>
              <a:t>Get the answer in writing. Send a follow-up email summarizing what was discussed and what the benchmarks are.</a:t>
            </a:r>
          </a:p>
          <a:p>
            <a:pPr marL="285750" indent="-285750">
              <a:buFont typeface="Arial" panose="020B0604020202020204" pitchFamily="34" charset="0"/>
              <a:buChar char="•"/>
            </a:pPr>
            <a:r>
              <a:rPr lang="en-US" sz="1800" dirty="0">
                <a:latin typeface="+mn-lt"/>
              </a:rPr>
              <a:t>If Vader cannot give you a clear target, that is your signal. It is not "not yet." It might be "not ever."</a:t>
            </a:r>
          </a:p>
          <a:p>
            <a:pPr marL="285750" indent="-285750">
              <a:buFont typeface="Arial" panose="020B0604020202020204" pitchFamily="34" charset="0"/>
              <a:buChar char="•"/>
            </a:pPr>
            <a:r>
              <a:rPr lang="en-US" sz="1800" dirty="0">
                <a:latin typeface="+mn-lt"/>
              </a:rPr>
              <a:t>If you hit the targets and the answer is still no the second time around, it is time to find a new ship.</a:t>
            </a:r>
          </a:p>
        </p:txBody>
      </p:sp>
    </p:spTree>
    <p:extLst>
      <p:ext uri="{BB962C8B-B14F-4D97-AF65-F5344CB8AC3E}">
        <p14:creationId xmlns:p14="http://schemas.microsoft.com/office/powerpoint/2010/main" val="9309030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09B4086-839B-694F-C033-08460A04CE5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2165525-FE42-7BDF-9DAF-EE5D3CD8E9F6}"/>
              </a:ext>
            </a:extLst>
          </p:cNvPr>
          <p:cNvSpPr>
            <a:spLocks noGrp="1"/>
          </p:cNvSpPr>
          <p:nvPr>
            <p:ph type="title"/>
          </p:nvPr>
        </p:nvSpPr>
        <p:spPr>
          <a:xfrm>
            <a:off x="0" y="293945"/>
            <a:ext cx="12191999" cy="641060"/>
          </a:xfrm>
        </p:spPr>
        <p:txBody>
          <a:bodyPr>
            <a:noAutofit/>
          </a:bodyPr>
          <a:lstStyle/>
          <a:p>
            <a:pPr algn="ctr"/>
            <a:r>
              <a:rPr lang="en-US" sz="3600" dirty="0"/>
              <a:t>Captain Kirk (Pacesetting)</a:t>
            </a:r>
          </a:p>
        </p:txBody>
      </p:sp>
      <p:sp>
        <p:nvSpPr>
          <p:cNvPr id="5" name="Title 3">
            <a:extLst>
              <a:ext uri="{FF2B5EF4-FFF2-40B4-BE49-F238E27FC236}">
                <a16:creationId xmlns:a16="http://schemas.microsoft.com/office/drawing/2014/main" id="{E424D3A7-9F94-8926-DE61-9B58E992DCD5}"/>
              </a:ext>
            </a:extLst>
          </p:cNvPr>
          <p:cNvSpPr txBox="1">
            <a:spLocks/>
          </p:cNvSpPr>
          <p:nvPr/>
        </p:nvSpPr>
        <p:spPr>
          <a:xfrm>
            <a:off x="3954780" y="1607820"/>
            <a:ext cx="7635240" cy="4770121"/>
          </a:xfrm>
          <a:prstGeom prst="rect">
            <a:avLst/>
          </a:prstGeom>
          <a:noFill/>
        </p:spPr>
        <p:txBody>
          <a:bodyPr vert="horz" lIns="0" tIns="45720" rIns="91440" bIns="45720" numCol="1" spcCol="45720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1800" b="1" dirty="0">
                <a:latin typeface="+mn-lt"/>
              </a:rPr>
              <a:t>Is Your Boss the Captain of the Enterprise?</a:t>
            </a:r>
          </a:p>
          <a:p>
            <a:endParaRPr lang="en-US" sz="1800" dirty="0">
              <a:latin typeface="+mn-lt"/>
            </a:endParaRPr>
          </a:p>
          <a:p>
            <a:r>
              <a:rPr lang="en-US" sz="1800" dirty="0">
                <a:latin typeface="+mn-lt"/>
              </a:rPr>
              <a:t>This boss leads by example and expects you to keep up. They set the bar high and have little patience for anyone who cannot match their pace.</a:t>
            </a:r>
          </a:p>
          <a:p>
            <a:endParaRPr lang="en-US" sz="1800" dirty="0">
              <a:latin typeface="+mn-lt"/>
            </a:endParaRPr>
          </a:p>
          <a:p>
            <a:r>
              <a:rPr lang="en-US" sz="1800" b="1" dirty="0">
                <a:latin typeface="+mn-lt"/>
              </a:rPr>
              <a:t>How to spot them:</a:t>
            </a:r>
          </a:p>
          <a:p>
            <a:endParaRPr lang="en-US" sz="1800" dirty="0">
              <a:latin typeface="+mn-lt"/>
            </a:endParaRPr>
          </a:p>
          <a:p>
            <a:pPr marL="285750" indent="-285750">
              <a:buFont typeface="Arial" panose="020B0604020202020204" pitchFamily="34" charset="0"/>
              <a:buChar char="•"/>
            </a:pPr>
            <a:r>
              <a:rPr lang="en-US" sz="1800" dirty="0">
                <a:latin typeface="+mn-lt"/>
              </a:rPr>
              <a:t>They are the first one in and the last one out. And they notice if you are not.</a:t>
            </a:r>
          </a:p>
          <a:p>
            <a:pPr marL="285750" indent="-285750">
              <a:buFont typeface="Arial" panose="020B0604020202020204" pitchFamily="34" charset="0"/>
              <a:buChar char="•"/>
            </a:pPr>
            <a:r>
              <a:rPr lang="en-US" sz="1800" dirty="0">
                <a:latin typeface="+mn-lt"/>
              </a:rPr>
              <a:t>They do not delegate much because they think they can do it faster themselves.</a:t>
            </a:r>
          </a:p>
          <a:p>
            <a:pPr marL="285750" indent="-285750">
              <a:buFont typeface="Arial" panose="020B0604020202020204" pitchFamily="34" charset="0"/>
              <a:buChar char="•"/>
            </a:pPr>
            <a:r>
              <a:rPr lang="en-US" sz="1800" dirty="0">
                <a:latin typeface="+mn-lt"/>
              </a:rPr>
              <a:t>They expect excellence as the baseline, not the goal.</a:t>
            </a:r>
          </a:p>
          <a:p>
            <a:pPr marL="285750" indent="-285750">
              <a:buFont typeface="Arial" panose="020B0604020202020204" pitchFamily="34" charset="0"/>
              <a:buChar char="•"/>
            </a:pPr>
            <a:r>
              <a:rPr lang="en-US" sz="1800" dirty="0">
                <a:latin typeface="+mn-lt"/>
              </a:rPr>
              <a:t>Feedback is rare. If you are not hearing anything, that might actually mean you are doing fine.</a:t>
            </a:r>
          </a:p>
          <a:p>
            <a:pPr marL="285750" indent="-285750">
              <a:buFont typeface="Arial" panose="020B0604020202020204" pitchFamily="34" charset="0"/>
              <a:buChar char="•"/>
            </a:pPr>
            <a:r>
              <a:rPr lang="en-US" sz="1800" dirty="0">
                <a:latin typeface="+mn-lt"/>
              </a:rPr>
              <a:t>They thrive on momentum. Slow down and you become invisible.</a:t>
            </a:r>
          </a:p>
          <a:p>
            <a:pPr marL="285750" indent="-285750">
              <a:buFont typeface="Arial" panose="020B0604020202020204" pitchFamily="34" charset="0"/>
              <a:buChar char="•"/>
            </a:pPr>
            <a:r>
              <a:rPr lang="en-US" sz="1800" dirty="0">
                <a:latin typeface="+mn-lt"/>
              </a:rPr>
              <a:t>They are great at driving results. They are not great at noticing the team is running on fumes.</a:t>
            </a:r>
          </a:p>
        </p:txBody>
      </p:sp>
      <p:pic>
        <p:nvPicPr>
          <p:cNvPr id="2" name="Picture 1">
            <a:extLst>
              <a:ext uri="{FF2B5EF4-FFF2-40B4-BE49-F238E27FC236}">
                <a16:creationId xmlns:a16="http://schemas.microsoft.com/office/drawing/2014/main" id="{20945AF8-CA7E-F52F-15EB-74520DA8A1F5}"/>
              </a:ext>
            </a:extLst>
          </p:cNvPr>
          <p:cNvPicPr>
            <a:picLocks noChangeAspect="1"/>
          </p:cNvPicPr>
          <p:nvPr/>
        </p:nvPicPr>
        <p:blipFill>
          <a:blip r:embed="rId3"/>
          <a:stretch>
            <a:fillRect/>
          </a:stretch>
        </p:blipFill>
        <p:spPr>
          <a:xfrm>
            <a:off x="1135407" y="2404453"/>
            <a:ext cx="1775433" cy="3056834"/>
          </a:xfrm>
          <a:prstGeom prst="rect">
            <a:avLst/>
          </a:prstGeom>
        </p:spPr>
      </p:pic>
    </p:spTree>
    <p:extLst>
      <p:ext uri="{BB962C8B-B14F-4D97-AF65-F5344CB8AC3E}">
        <p14:creationId xmlns:p14="http://schemas.microsoft.com/office/powerpoint/2010/main" val="3752710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7BBBDFD-C2E2-2D7D-15CD-F13C394BE8A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5165E02-5E6F-E2F1-8A0B-51D2BD8A5919}"/>
              </a:ext>
            </a:extLst>
          </p:cNvPr>
          <p:cNvSpPr>
            <a:spLocks noGrp="1"/>
          </p:cNvSpPr>
          <p:nvPr>
            <p:ph type="title"/>
          </p:nvPr>
        </p:nvSpPr>
        <p:spPr>
          <a:xfrm>
            <a:off x="0" y="293945"/>
            <a:ext cx="12191999" cy="641060"/>
          </a:xfrm>
        </p:spPr>
        <p:txBody>
          <a:bodyPr>
            <a:noAutofit/>
          </a:bodyPr>
          <a:lstStyle/>
          <a:p>
            <a:pPr algn="ctr"/>
            <a:r>
              <a:rPr lang="en-US" sz="3600" dirty="0"/>
              <a:t>Captain Kirk (Pacesetting)</a:t>
            </a:r>
          </a:p>
        </p:txBody>
      </p:sp>
      <p:sp>
        <p:nvSpPr>
          <p:cNvPr id="5" name="Title 3">
            <a:extLst>
              <a:ext uri="{FF2B5EF4-FFF2-40B4-BE49-F238E27FC236}">
                <a16:creationId xmlns:a16="http://schemas.microsoft.com/office/drawing/2014/main" id="{7FF2A54C-417E-21AE-3217-073BB326579D}"/>
              </a:ext>
            </a:extLst>
          </p:cNvPr>
          <p:cNvSpPr txBox="1">
            <a:spLocks/>
          </p:cNvSpPr>
          <p:nvPr/>
        </p:nvSpPr>
        <p:spPr>
          <a:xfrm>
            <a:off x="3954780" y="1607820"/>
            <a:ext cx="7635240" cy="4770121"/>
          </a:xfrm>
          <a:prstGeom prst="rect">
            <a:avLst/>
          </a:prstGeom>
          <a:noFill/>
        </p:spPr>
        <p:txBody>
          <a:bodyPr vert="horz" lIns="0" tIns="45720" rIns="91440" bIns="45720" numCol="1" spcCol="45720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1800" b="1" dirty="0">
                <a:latin typeface="+mn-lt"/>
              </a:rPr>
              <a:t>How to Keep Up with Kirk</a:t>
            </a:r>
          </a:p>
          <a:p>
            <a:endParaRPr lang="en-US" sz="1800" dirty="0">
              <a:latin typeface="+mn-lt"/>
            </a:endParaRPr>
          </a:p>
          <a:p>
            <a:r>
              <a:rPr lang="en-US" sz="1800" dirty="0">
                <a:latin typeface="+mn-lt"/>
              </a:rPr>
              <a:t>Kirk is not impressed by what you could do. Kirk is impressed by what you already did.</a:t>
            </a:r>
          </a:p>
          <a:p>
            <a:endParaRPr lang="en-US" sz="1800" dirty="0">
              <a:latin typeface="+mn-lt"/>
            </a:endParaRPr>
          </a:p>
          <a:p>
            <a:pPr marL="285750" indent="-285750">
              <a:buFont typeface="Arial" panose="020B0604020202020204" pitchFamily="34" charset="0"/>
              <a:buChar char="•"/>
            </a:pPr>
            <a:r>
              <a:rPr lang="en-US" sz="1800" dirty="0">
                <a:latin typeface="+mn-lt"/>
              </a:rPr>
              <a:t>Do not talk about potential. Talk about performance. Bring the scoreboard.</a:t>
            </a:r>
          </a:p>
          <a:p>
            <a:pPr marL="285750" indent="-285750">
              <a:buFont typeface="Arial" panose="020B0604020202020204" pitchFamily="34" charset="0"/>
              <a:buChar char="•"/>
            </a:pPr>
            <a:r>
              <a:rPr lang="en-US" sz="1800" dirty="0">
                <a:latin typeface="+mn-lt"/>
              </a:rPr>
              <a:t>Show initiative you took without being asked. Kirk loves a self-starter.</a:t>
            </a:r>
          </a:p>
          <a:p>
            <a:pPr marL="285750" indent="-285750">
              <a:buFont typeface="Arial" panose="020B0604020202020204" pitchFamily="34" charset="0"/>
              <a:buChar char="•"/>
            </a:pPr>
            <a:r>
              <a:rPr lang="en-US" sz="1800" dirty="0">
                <a:latin typeface="+mn-lt"/>
              </a:rPr>
              <a:t>Highlight where you exceeded expectations, not just met them.</a:t>
            </a:r>
          </a:p>
          <a:p>
            <a:pPr marL="285750" indent="-285750">
              <a:buFont typeface="Arial" panose="020B0604020202020204" pitchFamily="34" charset="0"/>
              <a:buChar char="•"/>
            </a:pPr>
            <a:r>
              <a:rPr lang="en-US" sz="1800" dirty="0">
                <a:latin typeface="+mn-lt"/>
              </a:rPr>
              <a:t>Frame the raise as recognition of a standard you are already sustaining, not a reward for showing up.</a:t>
            </a:r>
          </a:p>
          <a:p>
            <a:pPr marL="285750" indent="-285750">
              <a:buFont typeface="Arial" panose="020B0604020202020204" pitchFamily="34" charset="0"/>
              <a:buChar char="•"/>
            </a:pPr>
            <a:r>
              <a:rPr lang="en-US" sz="1800" dirty="0">
                <a:latin typeface="+mn-lt"/>
              </a:rPr>
              <a:t>Be specific. Projects delivered, problems solved, fires put out before they spread.</a:t>
            </a:r>
          </a:p>
          <a:p>
            <a:pPr marL="285750" indent="-285750">
              <a:buFont typeface="Arial" panose="020B0604020202020204" pitchFamily="34" charset="0"/>
              <a:buChar char="•"/>
            </a:pPr>
            <a:r>
              <a:rPr lang="en-US" sz="1800" dirty="0">
                <a:latin typeface="+mn-lt"/>
              </a:rPr>
              <a:t>Match their energy in the room. Confidence matters. If you undersell yourself, Kirk will believe you.</a:t>
            </a:r>
          </a:p>
        </p:txBody>
      </p:sp>
      <p:pic>
        <p:nvPicPr>
          <p:cNvPr id="2" name="Picture 1">
            <a:extLst>
              <a:ext uri="{FF2B5EF4-FFF2-40B4-BE49-F238E27FC236}">
                <a16:creationId xmlns:a16="http://schemas.microsoft.com/office/drawing/2014/main" id="{AD77938B-ED1E-140A-C143-E43A319880E6}"/>
              </a:ext>
            </a:extLst>
          </p:cNvPr>
          <p:cNvPicPr>
            <a:picLocks noChangeAspect="1"/>
          </p:cNvPicPr>
          <p:nvPr/>
        </p:nvPicPr>
        <p:blipFill>
          <a:blip r:embed="rId3"/>
          <a:stretch>
            <a:fillRect/>
          </a:stretch>
        </p:blipFill>
        <p:spPr>
          <a:xfrm>
            <a:off x="1135407" y="2404453"/>
            <a:ext cx="1775433" cy="3056834"/>
          </a:xfrm>
          <a:prstGeom prst="rect">
            <a:avLst/>
          </a:prstGeom>
        </p:spPr>
      </p:pic>
    </p:spTree>
    <p:extLst>
      <p:ext uri="{BB962C8B-B14F-4D97-AF65-F5344CB8AC3E}">
        <p14:creationId xmlns:p14="http://schemas.microsoft.com/office/powerpoint/2010/main" val="37972160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207FE8-E5E3-41C2-3AB4-1C71D6F1DF1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7B07024-3F8C-BBF9-BDBD-567C41FDC1CF}"/>
              </a:ext>
            </a:extLst>
          </p:cNvPr>
          <p:cNvSpPr>
            <a:spLocks noGrp="1"/>
          </p:cNvSpPr>
          <p:nvPr>
            <p:ph type="title"/>
          </p:nvPr>
        </p:nvSpPr>
        <p:spPr>
          <a:xfrm>
            <a:off x="0" y="293945"/>
            <a:ext cx="12191999" cy="641060"/>
          </a:xfrm>
        </p:spPr>
        <p:txBody>
          <a:bodyPr>
            <a:noAutofit/>
          </a:bodyPr>
          <a:lstStyle/>
          <a:p>
            <a:pPr algn="ctr"/>
            <a:r>
              <a:rPr lang="en-US" sz="3600" dirty="0"/>
              <a:t>Captain Kirk (Pacesetting)</a:t>
            </a:r>
          </a:p>
        </p:txBody>
      </p:sp>
      <p:sp>
        <p:nvSpPr>
          <p:cNvPr id="5" name="Title 3">
            <a:extLst>
              <a:ext uri="{FF2B5EF4-FFF2-40B4-BE49-F238E27FC236}">
                <a16:creationId xmlns:a16="http://schemas.microsoft.com/office/drawing/2014/main" id="{ADAA3D27-8E8D-4B13-1BC7-6E312541DDDB}"/>
              </a:ext>
            </a:extLst>
          </p:cNvPr>
          <p:cNvSpPr txBox="1">
            <a:spLocks/>
          </p:cNvSpPr>
          <p:nvPr/>
        </p:nvSpPr>
        <p:spPr>
          <a:xfrm>
            <a:off x="3954780" y="1607820"/>
            <a:ext cx="7635240" cy="4770121"/>
          </a:xfrm>
          <a:prstGeom prst="rect">
            <a:avLst/>
          </a:prstGeom>
          <a:noFill/>
        </p:spPr>
        <p:txBody>
          <a:bodyPr vert="horz" lIns="0" tIns="45720" rIns="91440" bIns="45720" numCol="1" spcCol="45720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1800" b="1" dirty="0">
                <a:latin typeface="+mn-lt"/>
              </a:rPr>
              <a:t>There Is No No-Win Scenario</a:t>
            </a:r>
          </a:p>
          <a:p>
            <a:endParaRPr lang="en-US" sz="1800" dirty="0">
              <a:latin typeface="+mn-lt"/>
            </a:endParaRPr>
          </a:p>
          <a:p>
            <a:r>
              <a:rPr lang="en-US" sz="1800" dirty="0">
                <a:latin typeface="+mn-lt"/>
              </a:rPr>
              <a:t>Kirk said no. That just means you have not rewritten the test yet.</a:t>
            </a:r>
          </a:p>
          <a:p>
            <a:endParaRPr lang="en-US" sz="1800" dirty="0">
              <a:latin typeface="+mn-lt"/>
            </a:endParaRPr>
          </a:p>
          <a:p>
            <a:pPr marL="285750" indent="-285750">
              <a:buFont typeface="Arial" panose="020B0604020202020204" pitchFamily="34" charset="0"/>
              <a:buChar char="•"/>
            </a:pPr>
            <a:r>
              <a:rPr lang="en-US" sz="1800" dirty="0">
                <a:latin typeface="+mn-lt"/>
              </a:rPr>
              <a:t>Ask what "enough" looks like in specific, measurable terms. Pin them down.</a:t>
            </a:r>
          </a:p>
          <a:p>
            <a:pPr marL="285750" indent="-285750">
              <a:buFont typeface="Arial" panose="020B0604020202020204" pitchFamily="34" charset="0"/>
              <a:buChar char="•"/>
            </a:pPr>
            <a:r>
              <a:rPr lang="en-US" sz="1800" dirty="0">
                <a:latin typeface="+mn-lt"/>
              </a:rPr>
              <a:t>Kirk respects persistence, not complaining. Come back with bigger results, not a bigger argument.</a:t>
            </a:r>
          </a:p>
          <a:p>
            <a:pPr marL="285750" indent="-285750">
              <a:buFont typeface="Arial" panose="020B0604020202020204" pitchFamily="34" charset="0"/>
              <a:buChar char="•"/>
            </a:pPr>
            <a:r>
              <a:rPr lang="en-US" sz="1800" dirty="0">
                <a:latin typeface="+mn-lt"/>
              </a:rPr>
              <a:t>Do not wait for them to revisit the conversation. Set a date and hold them to it.</a:t>
            </a:r>
          </a:p>
          <a:p>
            <a:pPr marL="285750" indent="-285750">
              <a:buFont typeface="Arial" panose="020B0604020202020204" pitchFamily="34" charset="0"/>
              <a:buChar char="•"/>
            </a:pPr>
            <a:r>
              <a:rPr lang="en-US" sz="1800" dirty="0">
                <a:latin typeface="+mn-lt"/>
              </a:rPr>
              <a:t>In the meantime, find a visible win. Something with impact that Kirk cannot ignore.</a:t>
            </a:r>
          </a:p>
          <a:p>
            <a:pPr marL="285750" indent="-285750">
              <a:buFont typeface="Arial" panose="020B0604020202020204" pitchFamily="34" charset="0"/>
              <a:buChar char="•"/>
            </a:pPr>
            <a:r>
              <a:rPr lang="en-US" sz="1800" dirty="0">
                <a:latin typeface="+mn-lt"/>
              </a:rPr>
              <a:t>If you hit every target and the answer is still no, remember that Kirk would not stay on a ship that did not value him either.</a:t>
            </a:r>
          </a:p>
        </p:txBody>
      </p:sp>
      <p:pic>
        <p:nvPicPr>
          <p:cNvPr id="2" name="Picture 1">
            <a:extLst>
              <a:ext uri="{FF2B5EF4-FFF2-40B4-BE49-F238E27FC236}">
                <a16:creationId xmlns:a16="http://schemas.microsoft.com/office/drawing/2014/main" id="{ECC41BAA-2213-4CE7-8C1F-81445A183F01}"/>
              </a:ext>
            </a:extLst>
          </p:cNvPr>
          <p:cNvPicPr>
            <a:picLocks noChangeAspect="1"/>
          </p:cNvPicPr>
          <p:nvPr/>
        </p:nvPicPr>
        <p:blipFill>
          <a:blip r:embed="rId3"/>
          <a:stretch>
            <a:fillRect/>
          </a:stretch>
        </p:blipFill>
        <p:spPr>
          <a:xfrm>
            <a:off x="1135407" y="2404453"/>
            <a:ext cx="1775433" cy="3056834"/>
          </a:xfrm>
          <a:prstGeom prst="rect">
            <a:avLst/>
          </a:prstGeom>
        </p:spPr>
      </p:pic>
    </p:spTree>
    <p:extLst>
      <p:ext uri="{BB962C8B-B14F-4D97-AF65-F5344CB8AC3E}">
        <p14:creationId xmlns:p14="http://schemas.microsoft.com/office/powerpoint/2010/main" val="5268557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B08A43-F5B9-317E-EA89-4C6078C8A88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3D6304B-1F11-A57A-A177-2ABA453FD711}"/>
              </a:ext>
            </a:extLst>
          </p:cNvPr>
          <p:cNvSpPr>
            <a:spLocks noGrp="1"/>
          </p:cNvSpPr>
          <p:nvPr>
            <p:ph type="title"/>
          </p:nvPr>
        </p:nvSpPr>
        <p:spPr>
          <a:xfrm>
            <a:off x="0" y="293945"/>
            <a:ext cx="12191999" cy="641060"/>
          </a:xfrm>
        </p:spPr>
        <p:txBody>
          <a:bodyPr>
            <a:noAutofit/>
          </a:bodyPr>
          <a:lstStyle/>
          <a:p>
            <a:pPr algn="ctr"/>
            <a:r>
              <a:rPr lang="en-US" sz="3600" dirty="0"/>
              <a:t>Captain Picard (Authoritative/Visionary)</a:t>
            </a:r>
          </a:p>
        </p:txBody>
      </p:sp>
      <p:sp>
        <p:nvSpPr>
          <p:cNvPr id="5" name="Title 3">
            <a:extLst>
              <a:ext uri="{FF2B5EF4-FFF2-40B4-BE49-F238E27FC236}">
                <a16:creationId xmlns:a16="http://schemas.microsoft.com/office/drawing/2014/main" id="{1CB3025B-8F76-3DFD-4891-D4609F38B460}"/>
              </a:ext>
            </a:extLst>
          </p:cNvPr>
          <p:cNvSpPr txBox="1">
            <a:spLocks/>
          </p:cNvSpPr>
          <p:nvPr/>
        </p:nvSpPr>
        <p:spPr>
          <a:xfrm>
            <a:off x="3954780" y="1607820"/>
            <a:ext cx="7635240" cy="4770121"/>
          </a:xfrm>
          <a:prstGeom prst="rect">
            <a:avLst/>
          </a:prstGeom>
          <a:noFill/>
        </p:spPr>
        <p:txBody>
          <a:bodyPr vert="horz" lIns="0" tIns="45720" rIns="91440" bIns="45720" numCol="1" spcCol="45720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1800" b="1" dirty="0">
                <a:latin typeface="+mn-lt"/>
              </a:rPr>
              <a:t>Is Your Boss Running a Starship or Mission?</a:t>
            </a:r>
          </a:p>
          <a:p>
            <a:endParaRPr lang="en-US" sz="1800" dirty="0">
              <a:latin typeface="+mn-lt"/>
            </a:endParaRPr>
          </a:p>
          <a:p>
            <a:r>
              <a:rPr lang="en-US" sz="1800" dirty="0">
                <a:latin typeface="+mn-lt"/>
              </a:rPr>
              <a:t>This boss leads with vision. They are always pointing the crew toward something bigger than the task in front of them.</a:t>
            </a:r>
          </a:p>
          <a:p>
            <a:endParaRPr lang="en-US" sz="1800" dirty="0">
              <a:latin typeface="+mn-lt"/>
            </a:endParaRPr>
          </a:p>
          <a:p>
            <a:r>
              <a:rPr lang="en-US" sz="1800" b="1" dirty="0">
                <a:latin typeface="+mn-lt"/>
              </a:rPr>
              <a:t>How to spot them:</a:t>
            </a:r>
          </a:p>
          <a:p>
            <a:endParaRPr lang="en-US" sz="1800" dirty="0">
              <a:latin typeface="+mn-lt"/>
            </a:endParaRPr>
          </a:p>
          <a:p>
            <a:pPr marL="285750" indent="-285750">
              <a:buFont typeface="Arial" panose="020B0604020202020204" pitchFamily="34" charset="0"/>
              <a:buChar char="•"/>
            </a:pPr>
            <a:r>
              <a:rPr lang="en-US" sz="1800" dirty="0">
                <a:latin typeface="+mn-lt"/>
              </a:rPr>
              <a:t>They talk about where the team is going more than what the team is doing today.</a:t>
            </a:r>
          </a:p>
          <a:p>
            <a:pPr marL="285750" indent="-285750">
              <a:buFont typeface="Arial" panose="020B0604020202020204" pitchFamily="34" charset="0"/>
              <a:buChar char="•"/>
            </a:pPr>
            <a:r>
              <a:rPr lang="en-US" sz="1800" dirty="0">
                <a:latin typeface="+mn-lt"/>
              </a:rPr>
              <a:t>They connect even small projects back to a larger purpose or strategy.</a:t>
            </a:r>
          </a:p>
          <a:p>
            <a:pPr marL="285750" indent="-285750">
              <a:buFont typeface="Arial" panose="020B0604020202020204" pitchFamily="34" charset="0"/>
              <a:buChar char="•"/>
            </a:pPr>
            <a:r>
              <a:rPr lang="en-US" sz="1800" dirty="0">
                <a:latin typeface="+mn-lt"/>
              </a:rPr>
              <a:t>They give you freedom on the "how" as long as you understand the "why."</a:t>
            </a:r>
          </a:p>
          <a:p>
            <a:pPr marL="285750" indent="-285750">
              <a:buFont typeface="Arial" panose="020B0604020202020204" pitchFamily="34" charset="0"/>
              <a:buChar char="•"/>
            </a:pPr>
            <a:r>
              <a:rPr lang="en-US" sz="1800" dirty="0">
                <a:latin typeface="+mn-lt"/>
              </a:rPr>
              <a:t>They are inspiring in all-hands meetings but might leave you fuzzy on the details.</a:t>
            </a:r>
          </a:p>
          <a:p>
            <a:pPr marL="285750" indent="-285750">
              <a:buFont typeface="Arial" panose="020B0604020202020204" pitchFamily="34" charset="0"/>
              <a:buChar char="•"/>
            </a:pPr>
            <a:r>
              <a:rPr lang="en-US" sz="1800" dirty="0">
                <a:latin typeface="+mn-lt"/>
              </a:rPr>
              <a:t>They want people who believe in the mission, not just people who complete the tasks.</a:t>
            </a:r>
          </a:p>
          <a:p>
            <a:pPr marL="285750" indent="-285750">
              <a:buFont typeface="Arial" panose="020B0604020202020204" pitchFamily="34" charset="0"/>
              <a:buChar char="•"/>
            </a:pPr>
            <a:r>
              <a:rPr lang="en-US" sz="1800" dirty="0">
                <a:latin typeface="+mn-lt"/>
              </a:rPr>
              <a:t>They are great at rallying the crew. Sometimes less great at telling you exactly what they need by Friday.</a:t>
            </a:r>
          </a:p>
        </p:txBody>
      </p:sp>
      <p:pic>
        <p:nvPicPr>
          <p:cNvPr id="3" name="Picture 2">
            <a:extLst>
              <a:ext uri="{FF2B5EF4-FFF2-40B4-BE49-F238E27FC236}">
                <a16:creationId xmlns:a16="http://schemas.microsoft.com/office/drawing/2014/main" id="{C7F066B2-7953-F643-7A4F-48101C4D04CD}"/>
              </a:ext>
            </a:extLst>
          </p:cNvPr>
          <p:cNvPicPr>
            <a:picLocks noChangeAspect="1"/>
          </p:cNvPicPr>
          <p:nvPr/>
        </p:nvPicPr>
        <p:blipFill>
          <a:blip r:embed="rId3"/>
          <a:stretch>
            <a:fillRect/>
          </a:stretch>
        </p:blipFill>
        <p:spPr>
          <a:xfrm>
            <a:off x="1047242" y="2243869"/>
            <a:ext cx="2023618" cy="3119743"/>
          </a:xfrm>
          <a:prstGeom prst="rect">
            <a:avLst/>
          </a:prstGeom>
        </p:spPr>
      </p:pic>
    </p:spTree>
    <p:extLst>
      <p:ext uri="{BB962C8B-B14F-4D97-AF65-F5344CB8AC3E}">
        <p14:creationId xmlns:p14="http://schemas.microsoft.com/office/powerpoint/2010/main" val="12099933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843D2BD-10E2-1B58-7C47-A3C12F6C70F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B28084B-5A61-2175-3E23-EEDC234D2011}"/>
              </a:ext>
            </a:extLst>
          </p:cNvPr>
          <p:cNvSpPr>
            <a:spLocks noGrp="1"/>
          </p:cNvSpPr>
          <p:nvPr>
            <p:ph type="title"/>
          </p:nvPr>
        </p:nvSpPr>
        <p:spPr>
          <a:xfrm>
            <a:off x="0" y="293945"/>
            <a:ext cx="12191999" cy="641060"/>
          </a:xfrm>
        </p:spPr>
        <p:txBody>
          <a:bodyPr>
            <a:noAutofit/>
          </a:bodyPr>
          <a:lstStyle/>
          <a:p>
            <a:pPr algn="ctr"/>
            <a:r>
              <a:rPr lang="en-US" sz="3600" dirty="0"/>
              <a:t>Captain Picard (Authoritative/Visionary)</a:t>
            </a:r>
          </a:p>
        </p:txBody>
      </p:sp>
      <p:sp>
        <p:nvSpPr>
          <p:cNvPr id="5" name="Title 3">
            <a:extLst>
              <a:ext uri="{FF2B5EF4-FFF2-40B4-BE49-F238E27FC236}">
                <a16:creationId xmlns:a16="http://schemas.microsoft.com/office/drawing/2014/main" id="{9F7CEC04-804E-4C38-0936-FBAF1FAFE87A}"/>
              </a:ext>
            </a:extLst>
          </p:cNvPr>
          <p:cNvSpPr txBox="1">
            <a:spLocks/>
          </p:cNvSpPr>
          <p:nvPr/>
        </p:nvSpPr>
        <p:spPr>
          <a:xfrm>
            <a:off x="3954780" y="1607820"/>
            <a:ext cx="7635240" cy="4770121"/>
          </a:xfrm>
          <a:prstGeom prst="rect">
            <a:avLst/>
          </a:prstGeom>
          <a:noFill/>
        </p:spPr>
        <p:txBody>
          <a:bodyPr vert="horz" lIns="0" tIns="45720" rIns="91440" bIns="45720" numCol="1" spcCol="45720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1800" b="1" dirty="0">
                <a:latin typeface="+mn-lt"/>
              </a:rPr>
              <a:t>Getting Picard to Say 'Engage’”</a:t>
            </a:r>
          </a:p>
          <a:p>
            <a:endParaRPr lang="en-US" sz="1800" dirty="0">
              <a:latin typeface="+mn-lt"/>
            </a:endParaRPr>
          </a:p>
          <a:p>
            <a:r>
              <a:rPr lang="en-US" sz="1800" dirty="0">
                <a:latin typeface="+mn-lt"/>
              </a:rPr>
              <a:t>Picard does not want to hear about your salary. Picard wants to hear about your mission.</a:t>
            </a:r>
          </a:p>
          <a:p>
            <a:endParaRPr lang="en-US" sz="1800" dirty="0">
              <a:latin typeface="+mn-lt"/>
            </a:endParaRPr>
          </a:p>
          <a:p>
            <a:pPr marL="285750" indent="-285750">
              <a:buFont typeface="Arial" panose="020B0604020202020204" pitchFamily="34" charset="0"/>
              <a:buChar char="•"/>
            </a:pPr>
            <a:r>
              <a:rPr lang="en-US" sz="1800" dirty="0">
                <a:latin typeface="+mn-lt"/>
              </a:rPr>
              <a:t>Connect your case to their vision. Show how investing in you accelerates where they want to take the team.</a:t>
            </a:r>
          </a:p>
          <a:p>
            <a:pPr marL="285750" indent="-285750">
              <a:buFont typeface="Arial" panose="020B0604020202020204" pitchFamily="34" charset="0"/>
              <a:buChar char="•"/>
            </a:pPr>
            <a:r>
              <a:rPr lang="en-US" sz="1800" dirty="0">
                <a:latin typeface="+mn-lt"/>
              </a:rPr>
              <a:t>Use their language. If they talk about growth, innovation, or long-term strategy, your pitch should too.</a:t>
            </a:r>
          </a:p>
          <a:p>
            <a:pPr marL="285750" indent="-285750">
              <a:buFont typeface="Arial" panose="020B0604020202020204" pitchFamily="34" charset="0"/>
              <a:buChar char="•"/>
            </a:pPr>
            <a:r>
              <a:rPr lang="en-US" sz="1800" dirty="0">
                <a:latin typeface="+mn-lt"/>
              </a:rPr>
              <a:t>Frame your contributions as advancing the mission, not just completing assignments.</a:t>
            </a:r>
          </a:p>
          <a:p>
            <a:pPr marL="285750" indent="-285750">
              <a:buFont typeface="Arial" panose="020B0604020202020204" pitchFamily="34" charset="0"/>
              <a:buChar char="•"/>
            </a:pPr>
            <a:r>
              <a:rPr lang="en-US" sz="1800" dirty="0">
                <a:latin typeface="+mn-lt"/>
              </a:rPr>
              <a:t>Show that you understand the bigger picture and that you are asking to take on a bigger role in it.</a:t>
            </a:r>
          </a:p>
          <a:p>
            <a:pPr marL="285750" indent="-285750">
              <a:buFont typeface="Arial" panose="020B0604020202020204" pitchFamily="34" charset="0"/>
              <a:buChar char="•"/>
            </a:pPr>
            <a:r>
              <a:rPr lang="en-US" sz="1800" dirty="0">
                <a:latin typeface="+mn-lt"/>
              </a:rPr>
              <a:t>Do not make it transactional. Make it aspirational. "Here is where I see myself contributing next."</a:t>
            </a:r>
          </a:p>
          <a:p>
            <a:pPr marL="285750" indent="-285750">
              <a:buFont typeface="Arial" panose="020B0604020202020204" pitchFamily="34" charset="0"/>
              <a:buChar char="•"/>
            </a:pPr>
            <a:r>
              <a:rPr lang="en-US" sz="1800" dirty="0">
                <a:latin typeface="+mn-lt"/>
              </a:rPr>
              <a:t>Picard will invest in someone who is bought in. Make sure that comes through.</a:t>
            </a:r>
          </a:p>
        </p:txBody>
      </p:sp>
      <p:pic>
        <p:nvPicPr>
          <p:cNvPr id="3" name="Picture 2">
            <a:extLst>
              <a:ext uri="{FF2B5EF4-FFF2-40B4-BE49-F238E27FC236}">
                <a16:creationId xmlns:a16="http://schemas.microsoft.com/office/drawing/2014/main" id="{61C063D4-F4FD-F2C3-4217-770181068BDF}"/>
              </a:ext>
            </a:extLst>
          </p:cNvPr>
          <p:cNvPicPr>
            <a:picLocks noChangeAspect="1"/>
          </p:cNvPicPr>
          <p:nvPr/>
        </p:nvPicPr>
        <p:blipFill>
          <a:blip r:embed="rId3"/>
          <a:stretch>
            <a:fillRect/>
          </a:stretch>
        </p:blipFill>
        <p:spPr>
          <a:xfrm>
            <a:off x="1047242" y="2243869"/>
            <a:ext cx="2023618" cy="3119743"/>
          </a:xfrm>
          <a:prstGeom prst="rect">
            <a:avLst/>
          </a:prstGeom>
        </p:spPr>
      </p:pic>
    </p:spTree>
    <p:extLst>
      <p:ext uri="{BB962C8B-B14F-4D97-AF65-F5344CB8AC3E}">
        <p14:creationId xmlns:p14="http://schemas.microsoft.com/office/powerpoint/2010/main" val="13789290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88566E5-D8A8-83D5-42D6-5E476C4CB10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ED5ED19-54B2-A3E4-A303-7492B758EE6E}"/>
              </a:ext>
            </a:extLst>
          </p:cNvPr>
          <p:cNvSpPr>
            <a:spLocks noGrp="1"/>
          </p:cNvSpPr>
          <p:nvPr>
            <p:ph type="title"/>
          </p:nvPr>
        </p:nvSpPr>
        <p:spPr>
          <a:xfrm>
            <a:off x="0" y="293945"/>
            <a:ext cx="12191999" cy="641060"/>
          </a:xfrm>
        </p:spPr>
        <p:txBody>
          <a:bodyPr>
            <a:noAutofit/>
          </a:bodyPr>
          <a:lstStyle/>
          <a:p>
            <a:pPr algn="ctr"/>
            <a:r>
              <a:rPr lang="en-US" sz="3600" dirty="0"/>
              <a:t>Captain Picard (Authoritative/Visionary)</a:t>
            </a:r>
          </a:p>
        </p:txBody>
      </p:sp>
      <p:sp>
        <p:nvSpPr>
          <p:cNvPr id="5" name="Title 3">
            <a:extLst>
              <a:ext uri="{FF2B5EF4-FFF2-40B4-BE49-F238E27FC236}">
                <a16:creationId xmlns:a16="http://schemas.microsoft.com/office/drawing/2014/main" id="{6EBEFF4B-1836-CFB9-8C6C-E65831E68C7E}"/>
              </a:ext>
            </a:extLst>
          </p:cNvPr>
          <p:cNvSpPr txBox="1">
            <a:spLocks/>
          </p:cNvSpPr>
          <p:nvPr/>
        </p:nvSpPr>
        <p:spPr>
          <a:xfrm>
            <a:off x="3954780" y="1607820"/>
            <a:ext cx="7635240" cy="4770121"/>
          </a:xfrm>
          <a:prstGeom prst="rect">
            <a:avLst/>
          </a:prstGeom>
          <a:noFill/>
        </p:spPr>
        <p:txBody>
          <a:bodyPr vert="horz" lIns="0" tIns="45720" rIns="91440" bIns="45720" numCol="1" spcCol="45720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1800" b="1" dirty="0">
                <a:latin typeface="+mn-lt"/>
              </a:rPr>
              <a:t>When the Captain Says 'Not Yet’</a:t>
            </a:r>
          </a:p>
          <a:p>
            <a:endParaRPr lang="en-US" sz="1800" dirty="0">
              <a:latin typeface="+mn-lt"/>
            </a:endParaRPr>
          </a:p>
          <a:p>
            <a:r>
              <a:rPr lang="en-US" sz="1800" dirty="0">
                <a:latin typeface="+mn-lt"/>
              </a:rPr>
              <a:t>Picard said no. But Picard almost always tells you why. Listen carefully.</a:t>
            </a:r>
          </a:p>
          <a:p>
            <a:endParaRPr lang="en-US" sz="1800" dirty="0">
              <a:latin typeface="+mn-lt"/>
            </a:endParaRPr>
          </a:p>
          <a:p>
            <a:pPr marL="285750" indent="-285750">
              <a:buFont typeface="Arial" panose="020B0604020202020204" pitchFamily="34" charset="0"/>
              <a:buChar char="•"/>
            </a:pPr>
            <a:r>
              <a:rPr lang="en-US" sz="1800" dirty="0">
                <a:latin typeface="+mn-lt"/>
              </a:rPr>
              <a:t>The reason behind the no is your roadmap. They just told you where you do not yet fit in the bigger picture.</a:t>
            </a:r>
          </a:p>
          <a:p>
            <a:pPr marL="285750" indent="-285750">
              <a:buFont typeface="Arial" panose="020B0604020202020204" pitchFamily="34" charset="0"/>
              <a:buChar char="•"/>
            </a:pPr>
            <a:r>
              <a:rPr lang="en-US" sz="1800" dirty="0">
                <a:latin typeface="+mn-lt"/>
              </a:rPr>
              <a:t>Ask how your growth aligns with where the team is headed. Let them paint the path.</a:t>
            </a:r>
          </a:p>
          <a:p>
            <a:pPr marL="285750" indent="-285750">
              <a:buFont typeface="Arial" panose="020B0604020202020204" pitchFamily="34" charset="0"/>
              <a:buChar char="•"/>
            </a:pPr>
            <a:r>
              <a:rPr lang="en-US" sz="1800" dirty="0">
                <a:latin typeface="+mn-lt"/>
              </a:rPr>
              <a:t>Do not take it personally. Picard separates the person from the decision. You should too.</a:t>
            </a:r>
          </a:p>
          <a:p>
            <a:pPr marL="285750" indent="-285750">
              <a:buFont typeface="Arial" panose="020B0604020202020204" pitchFamily="34" charset="0"/>
              <a:buChar char="•"/>
            </a:pPr>
            <a:r>
              <a:rPr lang="en-US" sz="1800" dirty="0">
                <a:latin typeface="+mn-lt"/>
              </a:rPr>
              <a:t>Follow up with something that shows you heard them. Pick up a project that maps to what they said was missing.</a:t>
            </a:r>
          </a:p>
          <a:p>
            <a:pPr marL="285750" indent="-285750">
              <a:buFont typeface="Arial" panose="020B0604020202020204" pitchFamily="34" charset="0"/>
              <a:buChar char="•"/>
            </a:pPr>
            <a:r>
              <a:rPr lang="en-US" sz="1800" dirty="0">
                <a:latin typeface="+mn-lt"/>
              </a:rPr>
              <a:t>If Picard keeps saying no but cannot connect it to the vision, the vision might not include you. That is worth paying attention to.</a:t>
            </a:r>
          </a:p>
        </p:txBody>
      </p:sp>
      <p:pic>
        <p:nvPicPr>
          <p:cNvPr id="3" name="Picture 2">
            <a:extLst>
              <a:ext uri="{FF2B5EF4-FFF2-40B4-BE49-F238E27FC236}">
                <a16:creationId xmlns:a16="http://schemas.microsoft.com/office/drawing/2014/main" id="{C93DE867-3C93-6CE3-6F28-A54F89E0397C}"/>
              </a:ext>
            </a:extLst>
          </p:cNvPr>
          <p:cNvPicPr>
            <a:picLocks noChangeAspect="1"/>
          </p:cNvPicPr>
          <p:nvPr/>
        </p:nvPicPr>
        <p:blipFill>
          <a:blip r:embed="rId3"/>
          <a:stretch>
            <a:fillRect/>
          </a:stretch>
        </p:blipFill>
        <p:spPr>
          <a:xfrm>
            <a:off x="1047242" y="2243869"/>
            <a:ext cx="2023618" cy="3119743"/>
          </a:xfrm>
          <a:prstGeom prst="rect">
            <a:avLst/>
          </a:prstGeom>
        </p:spPr>
      </p:pic>
    </p:spTree>
    <p:extLst>
      <p:ext uri="{BB962C8B-B14F-4D97-AF65-F5344CB8AC3E}">
        <p14:creationId xmlns:p14="http://schemas.microsoft.com/office/powerpoint/2010/main" val="12930889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B88227-F8B5-A865-1963-F4ECA26A048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80BC862-01EC-A2D5-A718-AA8DC00341BD}"/>
              </a:ext>
            </a:extLst>
          </p:cNvPr>
          <p:cNvSpPr>
            <a:spLocks noGrp="1"/>
          </p:cNvSpPr>
          <p:nvPr>
            <p:ph type="title"/>
          </p:nvPr>
        </p:nvSpPr>
        <p:spPr>
          <a:xfrm>
            <a:off x="0" y="293945"/>
            <a:ext cx="12191999" cy="641060"/>
          </a:xfrm>
        </p:spPr>
        <p:txBody>
          <a:bodyPr>
            <a:noAutofit/>
          </a:bodyPr>
          <a:lstStyle/>
          <a:p>
            <a:pPr algn="ctr"/>
            <a:r>
              <a:rPr lang="en-US" sz="3600" dirty="0"/>
              <a:t>Queen/Senator Padme (Affiliative)</a:t>
            </a:r>
          </a:p>
        </p:txBody>
      </p:sp>
      <p:sp>
        <p:nvSpPr>
          <p:cNvPr id="5" name="Title 3">
            <a:extLst>
              <a:ext uri="{FF2B5EF4-FFF2-40B4-BE49-F238E27FC236}">
                <a16:creationId xmlns:a16="http://schemas.microsoft.com/office/drawing/2014/main" id="{2F87F006-F775-EBD2-1DCD-2E2AB3E7B4C8}"/>
              </a:ext>
            </a:extLst>
          </p:cNvPr>
          <p:cNvSpPr txBox="1">
            <a:spLocks/>
          </p:cNvSpPr>
          <p:nvPr/>
        </p:nvSpPr>
        <p:spPr>
          <a:xfrm>
            <a:off x="3954780" y="1607820"/>
            <a:ext cx="7635240" cy="4770121"/>
          </a:xfrm>
          <a:prstGeom prst="rect">
            <a:avLst/>
          </a:prstGeom>
          <a:noFill/>
        </p:spPr>
        <p:txBody>
          <a:bodyPr vert="horz" lIns="0" tIns="45720" rIns="91440" bIns="45720" numCol="1" spcCol="45720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1800" b="1" dirty="0">
                <a:latin typeface="+mn-lt"/>
              </a:rPr>
              <a:t>Is Your Boss Leading with Heart?</a:t>
            </a:r>
          </a:p>
          <a:p>
            <a:endParaRPr lang="en-US" sz="1800" dirty="0">
              <a:latin typeface="+mn-lt"/>
            </a:endParaRPr>
          </a:p>
          <a:p>
            <a:r>
              <a:rPr lang="en-US" sz="1800" dirty="0">
                <a:latin typeface="+mn-lt"/>
              </a:rPr>
              <a:t>This boss leads with relationships and emotional bonds. They want the team to feel like a family, and they mean it.</a:t>
            </a:r>
          </a:p>
          <a:p>
            <a:endParaRPr lang="en-US" sz="1800" dirty="0">
              <a:latin typeface="+mn-lt"/>
            </a:endParaRPr>
          </a:p>
          <a:p>
            <a:r>
              <a:rPr lang="en-US" sz="1800" b="1" dirty="0">
                <a:latin typeface="+mn-lt"/>
              </a:rPr>
              <a:t>How to spot them:</a:t>
            </a:r>
          </a:p>
          <a:p>
            <a:endParaRPr lang="en-US" sz="1800" dirty="0">
              <a:latin typeface="+mn-lt"/>
            </a:endParaRPr>
          </a:p>
          <a:p>
            <a:pPr marL="285750" indent="-285750">
              <a:buFont typeface="Arial" panose="020B0604020202020204" pitchFamily="34" charset="0"/>
              <a:buChar char="•"/>
            </a:pPr>
            <a:r>
              <a:rPr lang="en-US" sz="1800" dirty="0">
                <a:latin typeface="+mn-lt"/>
              </a:rPr>
              <a:t>They check in on you as a person, not just your project status.</a:t>
            </a:r>
          </a:p>
          <a:p>
            <a:pPr marL="285750" indent="-285750">
              <a:buFont typeface="Arial" panose="020B0604020202020204" pitchFamily="34" charset="0"/>
              <a:buChar char="•"/>
            </a:pPr>
            <a:r>
              <a:rPr lang="en-US" sz="1800" dirty="0">
                <a:latin typeface="+mn-lt"/>
              </a:rPr>
              <a:t>Team harmony matters more to them than almost anything else.</a:t>
            </a:r>
          </a:p>
          <a:p>
            <a:pPr marL="285750" indent="-285750">
              <a:buFont typeface="Arial" panose="020B0604020202020204" pitchFamily="34" charset="0"/>
              <a:buChar char="•"/>
            </a:pPr>
            <a:r>
              <a:rPr lang="en-US" sz="1800" dirty="0">
                <a:latin typeface="+mn-lt"/>
              </a:rPr>
              <a:t>They remember your birthday, ask about your kids, and notice when something is off.</a:t>
            </a:r>
          </a:p>
          <a:p>
            <a:pPr marL="285750" indent="-285750">
              <a:buFont typeface="Arial" panose="020B0604020202020204" pitchFamily="34" charset="0"/>
              <a:buChar char="•"/>
            </a:pPr>
            <a:r>
              <a:rPr lang="en-US" sz="1800" dirty="0">
                <a:latin typeface="+mn-lt"/>
              </a:rPr>
              <a:t>Conflict makes them uncomfortable. They would rather smooth things over than have it out.</a:t>
            </a:r>
          </a:p>
          <a:p>
            <a:pPr marL="285750" indent="-285750">
              <a:buFont typeface="Arial" panose="020B0604020202020204" pitchFamily="34" charset="0"/>
              <a:buChar char="•"/>
            </a:pPr>
            <a:r>
              <a:rPr lang="en-US" sz="1800" dirty="0">
                <a:latin typeface="+mn-lt"/>
              </a:rPr>
              <a:t>They are the first person to defend you to someone else and the last person to give you tough feedback directly.</a:t>
            </a:r>
          </a:p>
          <a:p>
            <a:pPr marL="285750" indent="-285750">
              <a:buFont typeface="Arial" panose="020B0604020202020204" pitchFamily="34" charset="0"/>
              <a:buChar char="•"/>
            </a:pPr>
            <a:r>
              <a:rPr lang="en-US" sz="1800" dirty="0">
                <a:latin typeface="+mn-lt"/>
              </a:rPr>
              <a:t>They are wonderful when morale is low. They struggle when someone needs to be held accountable.</a:t>
            </a:r>
          </a:p>
        </p:txBody>
      </p:sp>
      <p:pic>
        <p:nvPicPr>
          <p:cNvPr id="2" name="Picture 1">
            <a:extLst>
              <a:ext uri="{FF2B5EF4-FFF2-40B4-BE49-F238E27FC236}">
                <a16:creationId xmlns:a16="http://schemas.microsoft.com/office/drawing/2014/main" id="{D4F63FAC-8765-F17B-5955-618114A141BF}"/>
              </a:ext>
            </a:extLst>
          </p:cNvPr>
          <p:cNvPicPr>
            <a:picLocks noChangeAspect="1"/>
          </p:cNvPicPr>
          <p:nvPr/>
        </p:nvPicPr>
        <p:blipFill>
          <a:blip r:embed="rId3"/>
          <a:stretch>
            <a:fillRect/>
          </a:stretch>
        </p:blipFill>
        <p:spPr>
          <a:xfrm>
            <a:off x="1443111" y="2294617"/>
            <a:ext cx="1818249" cy="3068995"/>
          </a:xfrm>
          <a:prstGeom prst="rect">
            <a:avLst/>
          </a:prstGeom>
        </p:spPr>
      </p:pic>
    </p:spTree>
    <p:extLst>
      <p:ext uri="{BB962C8B-B14F-4D97-AF65-F5344CB8AC3E}">
        <p14:creationId xmlns:p14="http://schemas.microsoft.com/office/powerpoint/2010/main" val="11846811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B10C650-E733-1F26-834B-CFD0EC65502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D0402E0-F253-85BE-E2C6-60814764A327}"/>
              </a:ext>
            </a:extLst>
          </p:cNvPr>
          <p:cNvSpPr>
            <a:spLocks noGrp="1"/>
          </p:cNvSpPr>
          <p:nvPr>
            <p:ph type="title"/>
          </p:nvPr>
        </p:nvSpPr>
        <p:spPr>
          <a:xfrm>
            <a:off x="0" y="293945"/>
            <a:ext cx="12191999" cy="641060"/>
          </a:xfrm>
        </p:spPr>
        <p:txBody>
          <a:bodyPr>
            <a:noAutofit/>
          </a:bodyPr>
          <a:lstStyle/>
          <a:p>
            <a:pPr algn="ctr"/>
            <a:r>
              <a:rPr lang="en-US" sz="3600" dirty="0"/>
              <a:t>Queen/Senator Padme (Affiliative)</a:t>
            </a:r>
          </a:p>
        </p:txBody>
      </p:sp>
      <p:sp>
        <p:nvSpPr>
          <p:cNvPr id="5" name="Title 3">
            <a:extLst>
              <a:ext uri="{FF2B5EF4-FFF2-40B4-BE49-F238E27FC236}">
                <a16:creationId xmlns:a16="http://schemas.microsoft.com/office/drawing/2014/main" id="{60AB2471-B4C9-9141-8B1B-F82905710621}"/>
              </a:ext>
            </a:extLst>
          </p:cNvPr>
          <p:cNvSpPr txBox="1">
            <a:spLocks/>
          </p:cNvSpPr>
          <p:nvPr/>
        </p:nvSpPr>
        <p:spPr>
          <a:xfrm>
            <a:off x="3954780" y="1607820"/>
            <a:ext cx="7635240" cy="4770121"/>
          </a:xfrm>
          <a:prstGeom prst="rect">
            <a:avLst/>
          </a:prstGeom>
          <a:noFill/>
        </p:spPr>
        <p:txBody>
          <a:bodyPr vert="horz" lIns="0" tIns="45720" rIns="91440" bIns="45720" numCol="1" spcCol="45720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1800" b="1" dirty="0">
                <a:latin typeface="+mn-lt"/>
              </a:rPr>
              <a:t>Diplomacy, Not Demands</a:t>
            </a:r>
          </a:p>
          <a:p>
            <a:endParaRPr lang="en-US" sz="1800" dirty="0">
              <a:latin typeface="+mn-lt"/>
            </a:endParaRPr>
          </a:p>
          <a:p>
            <a:r>
              <a:rPr lang="en-US" sz="1800" dirty="0">
                <a:latin typeface="+mn-lt"/>
              </a:rPr>
              <a:t>Padme does not respond to ultimatums. She responds to trust.</a:t>
            </a:r>
          </a:p>
          <a:p>
            <a:endParaRPr lang="en-US" sz="1800" dirty="0">
              <a:latin typeface="+mn-lt"/>
            </a:endParaRPr>
          </a:p>
          <a:p>
            <a:pPr marL="285750" indent="-285750">
              <a:buFont typeface="Arial" panose="020B0604020202020204" pitchFamily="34" charset="0"/>
              <a:buChar char="•"/>
            </a:pPr>
            <a:r>
              <a:rPr lang="en-US" sz="1800" dirty="0">
                <a:latin typeface="+mn-lt"/>
              </a:rPr>
              <a:t>Lead with the relationship. Acknowledge what they have done for you and the team.</a:t>
            </a:r>
          </a:p>
          <a:p>
            <a:pPr marL="285750" indent="-285750">
              <a:buFont typeface="Arial" panose="020B0604020202020204" pitchFamily="34" charset="0"/>
              <a:buChar char="•"/>
            </a:pPr>
            <a:r>
              <a:rPr lang="en-US" sz="1800" dirty="0">
                <a:latin typeface="+mn-lt"/>
              </a:rPr>
              <a:t>Express your loyalty and your long-term commitment before you bring up numbers.</a:t>
            </a:r>
          </a:p>
          <a:p>
            <a:pPr marL="285750" indent="-285750">
              <a:buFont typeface="Arial" panose="020B0604020202020204" pitchFamily="34" charset="0"/>
              <a:buChar char="•"/>
            </a:pPr>
            <a:r>
              <a:rPr lang="en-US" sz="1800" dirty="0">
                <a:latin typeface="+mn-lt"/>
              </a:rPr>
              <a:t>Ease into the data. Do not open with a spreadsheet. Open with a conversation.</a:t>
            </a:r>
          </a:p>
          <a:p>
            <a:pPr marL="285750" indent="-285750">
              <a:buFont typeface="Arial" panose="020B0604020202020204" pitchFamily="34" charset="0"/>
              <a:buChar char="•"/>
            </a:pPr>
            <a:r>
              <a:rPr lang="en-US" sz="1800" dirty="0">
                <a:latin typeface="+mn-lt"/>
              </a:rPr>
              <a:t>Frame it as a natural next step, not a disruption. </a:t>
            </a:r>
            <a:r>
              <a:rPr lang="en-US" sz="1800" b="1" dirty="0">
                <a:latin typeface="+mn-lt"/>
              </a:rPr>
              <a:t>"I love being here. I want to make sure I can keep being here."</a:t>
            </a:r>
          </a:p>
          <a:p>
            <a:pPr marL="285750" indent="-285750">
              <a:buFont typeface="Arial" panose="020B0604020202020204" pitchFamily="34" charset="0"/>
              <a:buChar char="•"/>
            </a:pPr>
            <a:r>
              <a:rPr lang="en-US" sz="1800" dirty="0">
                <a:latin typeface="+mn-lt"/>
              </a:rPr>
              <a:t>Do not mention other offers or threaten to leave. To Padme, that feels like betrayal.</a:t>
            </a:r>
          </a:p>
          <a:p>
            <a:pPr marL="285750" indent="-285750">
              <a:buFont typeface="Arial" panose="020B0604020202020204" pitchFamily="34" charset="0"/>
              <a:buChar char="•"/>
            </a:pPr>
            <a:r>
              <a:rPr lang="en-US" sz="1800" dirty="0">
                <a:latin typeface="+mn-lt"/>
              </a:rPr>
              <a:t>Let them feel like supporting your raise is something they want to do, not something they are being pressured into.</a:t>
            </a:r>
          </a:p>
        </p:txBody>
      </p:sp>
      <p:pic>
        <p:nvPicPr>
          <p:cNvPr id="2" name="Picture 1">
            <a:extLst>
              <a:ext uri="{FF2B5EF4-FFF2-40B4-BE49-F238E27FC236}">
                <a16:creationId xmlns:a16="http://schemas.microsoft.com/office/drawing/2014/main" id="{37B55756-438A-59E4-C998-A84514A383B2}"/>
              </a:ext>
            </a:extLst>
          </p:cNvPr>
          <p:cNvPicPr>
            <a:picLocks noChangeAspect="1"/>
          </p:cNvPicPr>
          <p:nvPr/>
        </p:nvPicPr>
        <p:blipFill>
          <a:blip r:embed="rId3"/>
          <a:stretch>
            <a:fillRect/>
          </a:stretch>
        </p:blipFill>
        <p:spPr>
          <a:xfrm>
            <a:off x="1443111" y="2294617"/>
            <a:ext cx="1818249" cy="3068995"/>
          </a:xfrm>
          <a:prstGeom prst="rect">
            <a:avLst/>
          </a:prstGeom>
        </p:spPr>
      </p:pic>
    </p:spTree>
    <p:extLst>
      <p:ext uri="{BB962C8B-B14F-4D97-AF65-F5344CB8AC3E}">
        <p14:creationId xmlns:p14="http://schemas.microsoft.com/office/powerpoint/2010/main" val="26829931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9D23CB-4363-D116-E42A-C3271780BF4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8C906E7-360F-3C81-2D5B-CDB78B01A316}"/>
              </a:ext>
            </a:extLst>
          </p:cNvPr>
          <p:cNvSpPr>
            <a:spLocks noGrp="1"/>
          </p:cNvSpPr>
          <p:nvPr>
            <p:ph type="title"/>
          </p:nvPr>
        </p:nvSpPr>
        <p:spPr>
          <a:xfrm>
            <a:off x="0" y="293945"/>
            <a:ext cx="12191999" cy="641060"/>
          </a:xfrm>
        </p:spPr>
        <p:txBody>
          <a:bodyPr>
            <a:noAutofit/>
          </a:bodyPr>
          <a:lstStyle/>
          <a:p>
            <a:pPr algn="ctr"/>
            <a:r>
              <a:rPr lang="en-US" sz="3600" dirty="0"/>
              <a:t>Queen/Senator Padme (Affiliative)</a:t>
            </a:r>
          </a:p>
        </p:txBody>
      </p:sp>
      <p:sp>
        <p:nvSpPr>
          <p:cNvPr id="5" name="Title 3">
            <a:extLst>
              <a:ext uri="{FF2B5EF4-FFF2-40B4-BE49-F238E27FC236}">
                <a16:creationId xmlns:a16="http://schemas.microsoft.com/office/drawing/2014/main" id="{9ABD194C-D979-2011-B75C-3CBD62B3F602}"/>
              </a:ext>
            </a:extLst>
          </p:cNvPr>
          <p:cNvSpPr txBox="1">
            <a:spLocks/>
          </p:cNvSpPr>
          <p:nvPr/>
        </p:nvSpPr>
        <p:spPr>
          <a:xfrm>
            <a:off x="3954780" y="1607820"/>
            <a:ext cx="7635240" cy="4770121"/>
          </a:xfrm>
          <a:prstGeom prst="rect">
            <a:avLst/>
          </a:prstGeom>
          <a:noFill/>
        </p:spPr>
        <p:txBody>
          <a:bodyPr vert="horz" lIns="0" tIns="45720" rIns="91440" bIns="45720" numCol="1" spcCol="45720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1800" b="1" dirty="0">
                <a:latin typeface="+mn-lt"/>
              </a:rPr>
              <a:t>Keeping the Alliance Intact</a:t>
            </a:r>
          </a:p>
          <a:p>
            <a:endParaRPr lang="en-US" sz="1800" dirty="0">
              <a:latin typeface="+mn-lt"/>
            </a:endParaRPr>
          </a:p>
          <a:p>
            <a:r>
              <a:rPr lang="en-US" sz="1800" dirty="0">
                <a:latin typeface="+mn-lt"/>
              </a:rPr>
              <a:t>Padme said no. She probably feels worse about it than you do.</a:t>
            </a:r>
          </a:p>
          <a:p>
            <a:endParaRPr lang="en-US" sz="1800" dirty="0">
              <a:latin typeface="+mn-lt"/>
            </a:endParaRPr>
          </a:p>
          <a:p>
            <a:pPr marL="285750" indent="-285750">
              <a:buFont typeface="Arial" panose="020B0604020202020204" pitchFamily="34" charset="0"/>
              <a:buChar char="•"/>
            </a:pPr>
            <a:r>
              <a:rPr lang="en-US" sz="1800" dirty="0">
                <a:latin typeface="+mn-lt"/>
              </a:rPr>
              <a:t>Do not punish them emotionally. They are already carrying the weight of the decision.</a:t>
            </a:r>
          </a:p>
          <a:p>
            <a:pPr marL="285750" indent="-285750">
              <a:buFont typeface="Arial" panose="020B0604020202020204" pitchFamily="34" charset="0"/>
              <a:buChar char="•"/>
            </a:pPr>
            <a:r>
              <a:rPr lang="en-US" sz="1800" dirty="0">
                <a:latin typeface="+mn-lt"/>
              </a:rPr>
              <a:t>Acknowledge that you understand and ask to build a plan together. "Can we figure out what gets us there?"</a:t>
            </a:r>
          </a:p>
          <a:p>
            <a:pPr marL="285750" indent="-285750">
              <a:buFont typeface="Arial" panose="020B0604020202020204" pitchFamily="34" charset="0"/>
              <a:buChar char="•"/>
            </a:pPr>
            <a:r>
              <a:rPr lang="en-US" sz="1800" dirty="0">
                <a:latin typeface="+mn-lt"/>
              </a:rPr>
              <a:t>Keep the relationship warm. Going cold after a no will confirm their fear that the ask was transactional.</a:t>
            </a:r>
          </a:p>
          <a:p>
            <a:pPr marL="285750" indent="-285750">
              <a:buFont typeface="Arial" panose="020B0604020202020204" pitchFamily="34" charset="0"/>
              <a:buChar char="•"/>
            </a:pPr>
            <a:r>
              <a:rPr lang="en-US" sz="1800" dirty="0">
                <a:latin typeface="+mn-lt"/>
              </a:rPr>
              <a:t>Give them time. Padme needs to process and may come back with something on her own.</a:t>
            </a:r>
          </a:p>
          <a:p>
            <a:pPr marL="285750" indent="-285750">
              <a:buFont typeface="Arial" panose="020B0604020202020204" pitchFamily="34" charset="0"/>
              <a:buChar char="•"/>
            </a:pPr>
            <a:r>
              <a:rPr lang="en-US" sz="1800" dirty="0">
                <a:latin typeface="+mn-lt"/>
              </a:rPr>
              <a:t>If the answer stays no and they cannot give you a path forward, pay attention to whether the relationship is a substitute for actual investment in your career. Loyalty is wonderful, but it does not pay your mortgage.</a:t>
            </a:r>
          </a:p>
        </p:txBody>
      </p:sp>
      <p:pic>
        <p:nvPicPr>
          <p:cNvPr id="2" name="Picture 1">
            <a:extLst>
              <a:ext uri="{FF2B5EF4-FFF2-40B4-BE49-F238E27FC236}">
                <a16:creationId xmlns:a16="http://schemas.microsoft.com/office/drawing/2014/main" id="{C21111B2-E7C5-DA77-87C7-F40F869DF240}"/>
              </a:ext>
            </a:extLst>
          </p:cNvPr>
          <p:cNvPicPr>
            <a:picLocks noChangeAspect="1"/>
          </p:cNvPicPr>
          <p:nvPr/>
        </p:nvPicPr>
        <p:blipFill>
          <a:blip r:embed="rId3"/>
          <a:stretch>
            <a:fillRect/>
          </a:stretch>
        </p:blipFill>
        <p:spPr>
          <a:xfrm>
            <a:off x="1443111" y="2294617"/>
            <a:ext cx="1818249" cy="3068995"/>
          </a:xfrm>
          <a:prstGeom prst="rect">
            <a:avLst/>
          </a:prstGeom>
        </p:spPr>
      </p:pic>
    </p:spTree>
    <p:extLst>
      <p:ext uri="{BB962C8B-B14F-4D97-AF65-F5344CB8AC3E}">
        <p14:creationId xmlns:p14="http://schemas.microsoft.com/office/powerpoint/2010/main" val="10522822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988B60-434F-9DBA-829E-45B2E0F7059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FDE4D31-2B96-0A92-1707-59C98D5B9FA6}"/>
              </a:ext>
            </a:extLst>
          </p:cNvPr>
          <p:cNvSpPr>
            <a:spLocks noGrp="1"/>
          </p:cNvSpPr>
          <p:nvPr>
            <p:ph type="title"/>
          </p:nvPr>
        </p:nvSpPr>
        <p:spPr>
          <a:xfrm>
            <a:off x="0" y="293945"/>
            <a:ext cx="12191999" cy="641060"/>
          </a:xfrm>
        </p:spPr>
        <p:txBody>
          <a:bodyPr>
            <a:noAutofit/>
          </a:bodyPr>
          <a:lstStyle/>
          <a:p>
            <a:pPr algn="ctr"/>
            <a:r>
              <a:rPr lang="en-US" sz="3600" dirty="0"/>
              <a:t>Princess Leia (Democratic)</a:t>
            </a:r>
          </a:p>
        </p:txBody>
      </p:sp>
      <p:sp>
        <p:nvSpPr>
          <p:cNvPr id="5" name="Title 3">
            <a:extLst>
              <a:ext uri="{FF2B5EF4-FFF2-40B4-BE49-F238E27FC236}">
                <a16:creationId xmlns:a16="http://schemas.microsoft.com/office/drawing/2014/main" id="{6EE483B2-7170-D62C-F725-82475D36B5F9}"/>
              </a:ext>
            </a:extLst>
          </p:cNvPr>
          <p:cNvSpPr txBox="1">
            <a:spLocks/>
          </p:cNvSpPr>
          <p:nvPr/>
        </p:nvSpPr>
        <p:spPr>
          <a:xfrm>
            <a:off x="3954780" y="1607820"/>
            <a:ext cx="7635240" cy="4770121"/>
          </a:xfrm>
          <a:prstGeom prst="rect">
            <a:avLst/>
          </a:prstGeom>
          <a:noFill/>
        </p:spPr>
        <p:txBody>
          <a:bodyPr vert="horz" lIns="0" tIns="45720" rIns="91440" bIns="45720" numCol="1" spcCol="45720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1800" b="1" dirty="0">
                <a:latin typeface="+mn-lt"/>
              </a:rPr>
              <a:t>Is Your Boss Running a Rebellion by Committee?</a:t>
            </a:r>
          </a:p>
          <a:p>
            <a:endParaRPr lang="en-US" sz="1800" dirty="0">
              <a:latin typeface="+mn-lt"/>
            </a:endParaRPr>
          </a:p>
          <a:p>
            <a:r>
              <a:rPr lang="en-US" sz="1800" dirty="0">
                <a:latin typeface="+mn-lt"/>
              </a:rPr>
              <a:t>This boss leads by gathering input. They want every voice at the table before they make a call.</a:t>
            </a:r>
          </a:p>
          <a:p>
            <a:endParaRPr lang="en-US" sz="1800" b="1" dirty="0">
              <a:latin typeface="+mn-lt"/>
            </a:endParaRPr>
          </a:p>
          <a:p>
            <a:r>
              <a:rPr lang="en-US" sz="1800" b="1" dirty="0">
                <a:latin typeface="+mn-lt"/>
              </a:rPr>
              <a:t>How to spot them:</a:t>
            </a:r>
          </a:p>
          <a:p>
            <a:endParaRPr lang="en-US" sz="1800" dirty="0">
              <a:latin typeface="+mn-lt"/>
            </a:endParaRPr>
          </a:p>
          <a:p>
            <a:pPr marL="285750" indent="-285750">
              <a:buFont typeface="Arial" panose="020B0604020202020204" pitchFamily="34" charset="0"/>
              <a:buChar char="•"/>
            </a:pPr>
            <a:r>
              <a:rPr lang="en-US" sz="1800" dirty="0">
                <a:latin typeface="+mn-lt"/>
              </a:rPr>
              <a:t>They ask what does everyone think? before making almost any decision.</a:t>
            </a:r>
          </a:p>
          <a:p>
            <a:pPr marL="285750" indent="-285750">
              <a:buFont typeface="Arial" panose="020B0604020202020204" pitchFamily="34" charset="0"/>
              <a:buChar char="•"/>
            </a:pPr>
            <a:r>
              <a:rPr lang="en-US" sz="1800" dirty="0">
                <a:latin typeface="+mn-lt"/>
              </a:rPr>
              <a:t>Meetings run long because everyone gets a turn to weigh in.</a:t>
            </a:r>
          </a:p>
          <a:p>
            <a:pPr marL="285750" indent="-285750">
              <a:buFont typeface="Arial" panose="020B0604020202020204" pitchFamily="34" charset="0"/>
              <a:buChar char="•"/>
            </a:pPr>
            <a:r>
              <a:rPr lang="en-US" sz="1800" dirty="0">
                <a:latin typeface="+mn-lt"/>
              </a:rPr>
              <a:t>They genuinely value diverse perspectives and get energized by debate.</a:t>
            </a:r>
          </a:p>
          <a:p>
            <a:pPr marL="285750" indent="-285750">
              <a:buFont typeface="Arial" panose="020B0604020202020204" pitchFamily="34" charset="0"/>
              <a:buChar char="•"/>
            </a:pPr>
            <a:r>
              <a:rPr lang="en-US" sz="1800" dirty="0">
                <a:latin typeface="+mn-lt"/>
              </a:rPr>
              <a:t>They are slow to decide but once they do, the whole team is usually on board.</a:t>
            </a:r>
          </a:p>
          <a:p>
            <a:pPr marL="285750" indent="-285750">
              <a:buFont typeface="Arial" panose="020B0604020202020204" pitchFamily="34" charset="0"/>
              <a:buChar char="•"/>
            </a:pPr>
            <a:r>
              <a:rPr lang="en-US" sz="1800" dirty="0">
                <a:latin typeface="+mn-lt"/>
              </a:rPr>
              <a:t>They want buy-in, not just compliance. Consensus matters to them.</a:t>
            </a:r>
          </a:p>
          <a:p>
            <a:pPr marL="285750" indent="-285750">
              <a:buFont typeface="Arial" panose="020B0604020202020204" pitchFamily="34" charset="0"/>
              <a:buChar char="•"/>
            </a:pPr>
            <a:r>
              <a:rPr lang="en-US" sz="1800" dirty="0">
                <a:latin typeface="+mn-lt"/>
              </a:rPr>
              <a:t>They are great at building team ownership. They are less great when something needs to happen right now.</a:t>
            </a:r>
          </a:p>
        </p:txBody>
      </p:sp>
      <p:pic>
        <p:nvPicPr>
          <p:cNvPr id="3" name="Picture 2">
            <a:extLst>
              <a:ext uri="{FF2B5EF4-FFF2-40B4-BE49-F238E27FC236}">
                <a16:creationId xmlns:a16="http://schemas.microsoft.com/office/drawing/2014/main" id="{E982CBE9-667F-6EC3-B2EF-DA1AFB463091}"/>
              </a:ext>
            </a:extLst>
          </p:cNvPr>
          <p:cNvPicPr>
            <a:picLocks noChangeAspect="1"/>
          </p:cNvPicPr>
          <p:nvPr/>
        </p:nvPicPr>
        <p:blipFill>
          <a:blip r:embed="rId3"/>
          <a:stretch>
            <a:fillRect/>
          </a:stretch>
        </p:blipFill>
        <p:spPr>
          <a:xfrm>
            <a:off x="1457973" y="2355477"/>
            <a:ext cx="1711948" cy="2962415"/>
          </a:xfrm>
          <a:prstGeom prst="rect">
            <a:avLst/>
          </a:prstGeom>
        </p:spPr>
      </p:pic>
    </p:spTree>
    <p:extLst>
      <p:ext uri="{BB962C8B-B14F-4D97-AF65-F5344CB8AC3E}">
        <p14:creationId xmlns:p14="http://schemas.microsoft.com/office/powerpoint/2010/main" val="9983418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E561E5A-99A3-87D7-588D-D1B34550683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E1CE5C-33CE-1F14-4E9F-5DBAC1A46874}"/>
              </a:ext>
            </a:extLst>
          </p:cNvPr>
          <p:cNvSpPr>
            <a:spLocks noGrp="1"/>
          </p:cNvSpPr>
          <p:nvPr>
            <p:ph type="title"/>
          </p:nvPr>
        </p:nvSpPr>
        <p:spPr>
          <a:xfrm>
            <a:off x="0" y="293945"/>
            <a:ext cx="12191999" cy="641060"/>
          </a:xfrm>
        </p:spPr>
        <p:txBody>
          <a:bodyPr>
            <a:noAutofit/>
          </a:bodyPr>
          <a:lstStyle/>
          <a:p>
            <a:pPr algn="ctr"/>
            <a:r>
              <a:rPr lang="en-US" sz="3600" dirty="0"/>
              <a:t>Princess Leia (Democratic)</a:t>
            </a:r>
          </a:p>
        </p:txBody>
      </p:sp>
      <p:sp>
        <p:nvSpPr>
          <p:cNvPr id="5" name="Title 3">
            <a:extLst>
              <a:ext uri="{FF2B5EF4-FFF2-40B4-BE49-F238E27FC236}">
                <a16:creationId xmlns:a16="http://schemas.microsoft.com/office/drawing/2014/main" id="{15DAF5CD-46F8-99DE-924D-5537069EBB47}"/>
              </a:ext>
            </a:extLst>
          </p:cNvPr>
          <p:cNvSpPr txBox="1">
            <a:spLocks/>
          </p:cNvSpPr>
          <p:nvPr/>
        </p:nvSpPr>
        <p:spPr>
          <a:xfrm>
            <a:off x="3954780" y="1607820"/>
            <a:ext cx="7635240" cy="4770121"/>
          </a:xfrm>
          <a:prstGeom prst="rect">
            <a:avLst/>
          </a:prstGeom>
          <a:noFill/>
        </p:spPr>
        <p:txBody>
          <a:bodyPr vert="horz" lIns="0" tIns="45720" rIns="91440" bIns="45720" numCol="1" spcCol="45720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1800" b="1" dirty="0">
                <a:latin typeface="+mn-lt"/>
              </a:rPr>
              <a:t>Getting the Council to Vote Your Way</a:t>
            </a:r>
          </a:p>
          <a:p>
            <a:endParaRPr lang="en-US" sz="1800" dirty="0">
              <a:latin typeface="+mn-lt"/>
            </a:endParaRPr>
          </a:p>
          <a:p>
            <a:r>
              <a:rPr lang="en-US" sz="1800" dirty="0">
                <a:latin typeface="+mn-lt"/>
              </a:rPr>
              <a:t>Leia does not want to be told what the answer is. She wants to help figure it out.</a:t>
            </a:r>
          </a:p>
          <a:p>
            <a:endParaRPr lang="en-US" sz="1800" dirty="0">
              <a:latin typeface="+mn-lt"/>
            </a:endParaRPr>
          </a:p>
          <a:p>
            <a:pPr marL="285750" indent="-285750">
              <a:buFont typeface="Arial" panose="020B0604020202020204" pitchFamily="34" charset="0"/>
              <a:buChar char="•"/>
            </a:pPr>
            <a:r>
              <a:rPr lang="en-US" sz="1800" dirty="0">
                <a:latin typeface="+mn-lt"/>
              </a:rPr>
              <a:t>Share your research, your market data, and your contributions. Then ask, What do you think is fair?</a:t>
            </a:r>
          </a:p>
          <a:p>
            <a:pPr marL="285750" indent="-285750">
              <a:buFont typeface="Arial" panose="020B0604020202020204" pitchFamily="34" charset="0"/>
              <a:buChar char="•"/>
            </a:pPr>
            <a:r>
              <a:rPr lang="en-US" sz="1800" dirty="0">
                <a:latin typeface="+mn-lt"/>
              </a:rPr>
              <a:t>Invite them into the decision. Let them feel ownership over the outcome.</a:t>
            </a:r>
          </a:p>
          <a:p>
            <a:pPr marL="285750" indent="-285750">
              <a:buFont typeface="Arial" panose="020B0604020202020204" pitchFamily="34" charset="0"/>
              <a:buChar char="•"/>
            </a:pPr>
            <a:r>
              <a:rPr lang="en-US" sz="1800" dirty="0">
                <a:latin typeface="+mn-lt"/>
              </a:rPr>
              <a:t>Do not present an ultimatum or a fixed number. Present a case and open a dialogue.</a:t>
            </a:r>
          </a:p>
          <a:p>
            <a:pPr marL="285750" indent="-285750">
              <a:buFont typeface="Arial" panose="020B0604020202020204" pitchFamily="34" charset="0"/>
              <a:buChar char="•"/>
            </a:pPr>
            <a:r>
              <a:rPr lang="en-US" sz="1800" dirty="0">
                <a:latin typeface="+mn-lt"/>
              </a:rPr>
              <a:t>Be ready for follow-up questions. Leia is going to want to think it through from multiple angles.</a:t>
            </a:r>
          </a:p>
          <a:p>
            <a:pPr marL="285750" indent="-285750">
              <a:buFont typeface="Arial" panose="020B0604020202020204" pitchFamily="34" charset="0"/>
              <a:buChar char="•"/>
            </a:pPr>
            <a:r>
              <a:rPr lang="en-US" sz="1800" dirty="0">
                <a:latin typeface="+mn-lt"/>
              </a:rPr>
              <a:t>If they have peers or leaders they collaborate with, your case needs to hold up to that audience too.</a:t>
            </a:r>
          </a:p>
          <a:p>
            <a:pPr marL="285750" indent="-285750">
              <a:buFont typeface="Arial" panose="020B0604020202020204" pitchFamily="34" charset="0"/>
              <a:buChar char="•"/>
            </a:pPr>
            <a:r>
              <a:rPr lang="en-US" sz="1800" dirty="0">
                <a:latin typeface="+mn-lt"/>
              </a:rPr>
              <a:t>The more you make this feel like a joint decision, the more likely you are to get a yes.</a:t>
            </a:r>
          </a:p>
        </p:txBody>
      </p:sp>
      <p:pic>
        <p:nvPicPr>
          <p:cNvPr id="3" name="Picture 2">
            <a:extLst>
              <a:ext uri="{FF2B5EF4-FFF2-40B4-BE49-F238E27FC236}">
                <a16:creationId xmlns:a16="http://schemas.microsoft.com/office/drawing/2014/main" id="{3C65C122-A257-2D78-B21C-5A5D149224F7}"/>
              </a:ext>
            </a:extLst>
          </p:cNvPr>
          <p:cNvPicPr>
            <a:picLocks noChangeAspect="1"/>
          </p:cNvPicPr>
          <p:nvPr/>
        </p:nvPicPr>
        <p:blipFill>
          <a:blip r:embed="rId3"/>
          <a:stretch>
            <a:fillRect/>
          </a:stretch>
        </p:blipFill>
        <p:spPr>
          <a:xfrm>
            <a:off x="1457973" y="2355477"/>
            <a:ext cx="1711948" cy="2962415"/>
          </a:xfrm>
          <a:prstGeom prst="rect">
            <a:avLst/>
          </a:prstGeom>
        </p:spPr>
      </p:pic>
    </p:spTree>
    <p:extLst>
      <p:ext uri="{BB962C8B-B14F-4D97-AF65-F5344CB8AC3E}">
        <p14:creationId xmlns:p14="http://schemas.microsoft.com/office/powerpoint/2010/main" val="38245500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B653439-15D1-BC75-8E17-E2285F8C755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884A894-A957-E27F-B0AF-677BEC86CFC1}"/>
              </a:ext>
            </a:extLst>
          </p:cNvPr>
          <p:cNvSpPr>
            <a:spLocks noGrp="1"/>
          </p:cNvSpPr>
          <p:nvPr>
            <p:ph type="title"/>
          </p:nvPr>
        </p:nvSpPr>
        <p:spPr>
          <a:xfrm>
            <a:off x="0" y="293945"/>
            <a:ext cx="12191999" cy="641060"/>
          </a:xfrm>
        </p:spPr>
        <p:txBody>
          <a:bodyPr>
            <a:noAutofit/>
          </a:bodyPr>
          <a:lstStyle/>
          <a:p>
            <a:pPr algn="ctr"/>
            <a:r>
              <a:rPr lang="en-US" sz="3600" dirty="0"/>
              <a:t>Princess Leia (Democratic)</a:t>
            </a:r>
          </a:p>
        </p:txBody>
      </p:sp>
      <p:sp>
        <p:nvSpPr>
          <p:cNvPr id="5" name="Title 3">
            <a:extLst>
              <a:ext uri="{FF2B5EF4-FFF2-40B4-BE49-F238E27FC236}">
                <a16:creationId xmlns:a16="http://schemas.microsoft.com/office/drawing/2014/main" id="{6ABA296C-836B-3C56-E561-55871CA26666}"/>
              </a:ext>
            </a:extLst>
          </p:cNvPr>
          <p:cNvSpPr txBox="1">
            <a:spLocks/>
          </p:cNvSpPr>
          <p:nvPr/>
        </p:nvSpPr>
        <p:spPr>
          <a:xfrm>
            <a:off x="3954780" y="1607820"/>
            <a:ext cx="7635240" cy="4770121"/>
          </a:xfrm>
          <a:prstGeom prst="rect">
            <a:avLst/>
          </a:prstGeom>
          <a:noFill/>
        </p:spPr>
        <p:txBody>
          <a:bodyPr vert="horz" lIns="0" tIns="45720" rIns="91440" bIns="45720" numCol="1" spcCol="45720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1800" b="1" dirty="0">
                <a:latin typeface="+mn-lt"/>
              </a:rPr>
              <a:t>When the Rebellion Says 'Not Now’</a:t>
            </a:r>
          </a:p>
          <a:p>
            <a:endParaRPr lang="en-US" sz="1800" dirty="0">
              <a:latin typeface="+mn-lt"/>
            </a:endParaRPr>
          </a:p>
          <a:p>
            <a:r>
              <a:rPr lang="en-US" sz="1800" dirty="0">
                <a:latin typeface="+mn-lt"/>
              </a:rPr>
              <a:t>Leia said no. But she probably wants to keep talking about it.</a:t>
            </a:r>
          </a:p>
          <a:p>
            <a:endParaRPr lang="en-US" sz="1800" dirty="0">
              <a:latin typeface="+mn-lt"/>
            </a:endParaRPr>
          </a:p>
          <a:p>
            <a:pPr marL="285750" indent="-285750">
              <a:buFont typeface="Arial" panose="020B0604020202020204" pitchFamily="34" charset="0"/>
              <a:buChar char="•"/>
            </a:pPr>
            <a:r>
              <a:rPr lang="en-US" sz="1800" dirty="0">
                <a:latin typeface="+mn-lt"/>
              </a:rPr>
              <a:t>Let her. Ask what factors she is weighing. You might discover the obstacle has nothing to do with you.</a:t>
            </a:r>
          </a:p>
          <a:p>
            <a:pPr marL="285750" indent="-285750">
              <a:buFont typeface="Arial" panose="020B0604020202020204" pitchFamily="34" charset="0"/>
              <a:buChar char="•"/>
            </a:pPr>
            <a:r>
              <a:rPr lang="en-US" sz="1800" dirty="0">
                <a:latin typeface="+mn-lt"/>
              </a:rPr>
              <a:t>Budget constraints, team equity, timing, politics above her head. Leia will tell you if you give her space to.</a:t>
            </a:r>
          </a:p>
          <a:p>
            <a:pPr marL="285750" indent="-285750">
              <a:buFont typeface="Arial" panose="020B0604020202020204" pitchFamily="34" charset="0"/>
              <a:buChar char="•"/>
            </a:pPr>
            <a:r>
              <a:rPr lang="en-US" sz="1800" dirty="0">
                <a:latin typeface="+mn-lt"/>
              </a:rPr>
              <a:t>Ask who else needs to be involved in the decision. There might be a coalition you need to build.</a:t>
            </a:r>
          </a:p>
          <a:p>
            <a:pPr marL="285750" indent="-285750">
              <a:buFont typeface="Arial" panose="020B0604020202020204" pitchFamily="34" charset="0"/>
              <a:buChar char="•"/>
            </a:pPr>
            <a:r>
              <a:rPr lang="en-US" sz="1800" b="1" dirty="0">
                <a:latin typeface="+mn-lt"/>
              </a:rPr>
              <a:t>Do not go quiet. </a:t>
            </a:r>
            <a:r>
              <a:rPr lang="en-US" sz="1800" dirty="0">
                <a:latin typeface="+mn-lt"/>
              </a:rPr>
              <a:t>Leia reads silence as disengagement, and she values people who stay in the conversation.</a:t>
            </a:r>
          </a:p>
          <a:p>
            <a:pPr marL="285750" indent="-285750">
              <a:buFont typeface="Arial" panose="020B0604020202020204" pitchFamily="34" charset="0"/>
              <a:buChar char="•"/>
            </a:pPr>
            <a:r>
              <a:rPr lang="en-US" sz="1800" dirty="0">
                <a:latin typeface="+mn-lt"/>
              </a:rPr>
              <a:t>If Leia keeps gathering input and never lands on a decision, that is its own answer. At some point the committee is just a way to avoid saying no directly.</a:t>
            </a:r>
          </a:p>
        </p:txBody>
      </p:sp>
      <p:pic>
        <p:nvPicPr>
          <p:cNvPr id="3" name="Picture 2">
            <a:extLst>
              <a:ext uri="{FF2B5EF4-FFF2-40B4-BE49-F238E27FC236}">
                <a16:creationId xmlns:a16="http://schemas.microsoft.com/office/drawing/2014/main" id="{9A815377-47A5-FA09-3B50-74563C0C5E44}"/>
              </a:ext>
            </a:extLst>
          </p:cNvPr>
          <p:cNvPicPr>
            <a:picLocks noChangeAspect="1"/>
          </p:cNvPicPr>
          <p:nvPr/>
        </p:nvPicPr>
        <p:blipFill>
          <a:blip r:embed="rId3"/>
          <a:stretch>
            <a:fillRect/>
          </a:stretch>
        </p:blipFill>
        <p:spPr>
          <a:xfrm>
            <a:off x="1457973" y="2355477"/>
            <a:ext cx="1711948" cy="2962415"/>
          </a:xfrm>
          <a:prstGeom prst="rect">
            <a:avLst/>
          </a:prstGeom>
        </p:spPr>
      </p:pic>
    </p:spTree>
    <p:extLst>
      <p:ext uri="{BB962C8B-B14F-4D97-AF65-F5344CB8AC3E}">
        <p14:creationId xmlns:p14="http://schemas.microsoft.com/office/powerpoint/2010/main" val="8736330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3E6EF8-4091-5B91-F1B0-E2D14CCB101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7EA35F8-C5CE-6BB9-D60A-F110B9E33139}"/>
              </a:ext>
            </a:extLst>
          </p:cNvPr>
          <p:cNvSpPr>
            <a:spLocks noGrp="1"/>
          </p:cNvSpPr>
          <p:nvPr>
            <p:ph type="title"/>
          </p:nvPr>
        </p:nvSpPr>
        <p:spPr>
          <a:xfrm>
            <a:off x="0" y="293945"/>
            <a:ext cx="12191999" cy="641060"/>
          </a:xfrm>
        </p:spPr>
        <p:txBody>
          <a:bodyPr>
            <a:noAutofit/>
          </a:bodyPr>
          <a:lstStyle/>
          <a:p>
            <a:pPr algn="ctr"/>
            <a:r>
              <a:rPr lang="en-US" sz="3600" dirty="0"/>
              <a:t>Yoda (Coaching)</a:t>
            </a:r>
          </a:p>
        </p:txBody>
      </p:sp>
      <p:sp>
        <p:nvSpPr>
          <p:cNvPr id="5" name="Title 3">
            <a:extLst>
              <a:ext uri="{FF2B5EF4-FFF2-40B4-BE49-F238E27FC236}">
                <a16:creationId xmlns:a16="http://schemas.microsoft.com/office/drawing/2014/main" id="{85E4F270-8F53-E90C-85DF-2540F253EC25}"/>
              </a:ext>
            </a:extLst>
          </p:cNvPr>
          <p:cNvSpPr txBox="1">
            <a:spLocks/>
          </p:cNvSpPr>
          <p:nvPr/>
        </p:nvSpPr>
        <p:spPr>
          <a:xfrm>
            <a:off x="3954780" y="1607820"/>
            <a:ext cx="7635240" cy="4770121"/>
          </a:xfrm>
          <a:prstGeom prst="rect">
            <a:avLst/>
          </a:prstGeom>
          <a:noFill/>
        </p:spPr>
        <p:txBody>
          <a:bodyPr vert="horz" lIns="0" tIns="45720" rIns="91440" bIns="45720" numCol="1" spcCol="45720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1800" b="1" dirty="0">
                <a:latin typeface="+mn-lt"/>
              </a:rPr>
              <a:t>Is Your Boss a Jedi Master?</a:t>
            </a:r>
          </a:p>
          <a:p>
            <a:endParaRPr lang="en-US" sz="1800" dirty="0">
              <a:latin typeface="+mn-lt"/>
            </a:endParaRPr>
          </a:p>
          <a:p>
            <a:r>
              <a:rPr lang="en-US" sz="1800" dirty="0">
                <a:latin typeface="+mn-lt"/>
              </a:rPr>
              <a:t>This boss leads by investing in your growth. Every conversation is a chance to teach you something.</a:t>
            </a:r>
          </a:p>
          <a:p>
            <a:endParaRPr lang="en-US" sz="1800" dirty="0">
              <a:latin typeface="+mn-lt"/>
            </a:endParaRPr>
          </a:p>
          <a:p>
            <a:r>
              <a:rPr lang="en-US" sz="1800" b="1" dirty="0">
                <a:latin typeface="+mn-lt"/>
              </a:rPr>
              <a:t>How to spot them:</a:t>
            </a:r>
          </a:p>
          <a:p>
            <a:endParaRPr lang="en-US" sz="1800" dirty="0">
              <a:latin typeface="+mn-lt"/>
            </a:endParaRPr>
          </a:p>
          <a:p>
            <a:pPr marL="285750" indent="-285750">
              <a:buFont typeface="Arial" panose="020B0604020202020204" pitchFamily="34" charset="0"/>
              <a:buChar char="•"/>
            </a:pPr>
            <a:r>
              <a:rPr lang="en-US" sz="1800" dirty="0">
                <a:latin typeface="+mn-lt"/>
              </a:rPr>
              <a:t>They answer your questions with more questions.</a:t>
            </a:r>
          </a:p>
          <a:p>
            <a:pPr marL="285750" indent="-285750">
              <a:buFont typeface="Arial" panose="020B0604020202020204" pitchFamily="34" charset="0"/>
              <a:buChar char="•"/>
            </a:pPr>
            <a:r>
              <a:rPr lang="en-US" sz="1800" dirty="0">
                <a:latin typeface="+mn-lt"/>
              </a:rPr>
              <a:t>They care more about how you got to the answer than the answer itself.</a:t>
            </a:r>
          </a:p>
          <a:p>
            <a:pPr marL="285750" indent="-285750">
              <a:buFont typeface="Arial" panose="020B0604020202020204" pitchFamily="34" charset="0"/>
              <a:buChar char="•"/>
            </a:pPr>
            <a:r>
              <a:rPr lang="en-US" sz="1800" dirty="0">
                <a:latin typeface="+mn-lt"/>
              </a:rPr>
              <a:t>They give feedback constantly, and it is usually framed as a development opportunity.</a:t>
            </a:r>
          </a:p>
          <a:p>
            <a:pPr marL="285750" indent="-285750">
              <a:buFont typeface="Arial" panose="020B0604020202020204" pitchFamily="34" charset="0"/>
              <a:buChar char="•"/>
            </a:pPr>
            <a:r>
              <a:rPr lang="en-US" sz="1800" dirty="0">
                <a:latin typeface="+mn-lt"/>
              </a:rPr>
              <a:t>They talk about your career trajectory more than your current deliverables.</a:t>
            </a:r>
          </a:p>
          <a:p>
            <a:pPr marL="285750" indent="-285750">
              <a:buFont typeface="Arial" panose="020B0604020202020204" pitchFamily="34" charset="0"/>
              <a:buChar char="•"/>
            </a:pPr>
            <a:r>
              <a:rPr lang="en-US" sz="1800" dirty="0">
                <a:latin typeface="+mn-lt"/>
              </a:rPr>
              <a:t>They are patient with mistakes as long as you learned something from them.</a:t>
            </a:r>
          </a:p>
          <a:p>
            <a:pPr marL="285750" indent="-285750">
              <a:buFont typeface="Arial" panose="020B0604020202020204" pitchFamily="34" charset="0"/>
              <a:buChar char="•"/>
            </a:pPr>
            <a:r>
              <a:rPr lang="en-US" sz="1800" dirty="0">
                <a:latin typeface="+mn-lt"/>
              </a:rPr>
              <a:t>They are incredible for your long-term growth. They can be frustrating when you just need a straight answer.</a:t>
            </a:r>
          </a:p>
        </p:txBody>
      </p:sp>
      <p:pic>
        <p:nvPicPr>
          <p:cNvPr id="2" name="Picture 1">
            <a:extLst>
              <a:ext uri="{FF2B5EF4-FFF2-40B4-BE49-F238E27FC236}">
                <a16:creationId xmlns:a16="http://schemas.microsoft.com/office/drawing/2014/main" id="{9E1CFF26-C475-24AA-D0E2-ADCFC7121EDE}"/>
              </a:ext>
            </a:extLst>
          </p:cNvPr>
          <p:cNvPicPr>
            <a:picLocks noChangeAspect="1"/>
          </p:cNvPicPr>
          <p:nvPr/>
        </p:nvPicPr>
        <p:blipFill>
          <a:blip r:embed="rId3"/>
          <a:stretch>
            <a:fillRect/>
          </a:stretch>
        </p:blipFill>
        <p:spPr>
          <a:xfrm>
            <a:off x="537419" y="1668686"/>
            <a:ext cx="2990641" cy="3520628"/>
          </a:xfrm>
          <a:prstGeom prst="rect">
            <a:avLst/>
          </a:prstGeom>
        </p:spPr>
      </p:pic>
    </p:spTree>
    <p:extLst>
      <p:ext uri="{BB962C8B-B14F-4D97-AF65-F5344CB8AC3E}">
        <p14:creationId xmlns:p14="http://schemas.microsoft.com/office/powerpoint/2010/main" val="15020819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5BFD8E-7ECF-FD68-D031-ECE3C3E9E77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F4BF0EB-311E-A136-DA04-AF9314D527A0}"/>
              </a:ext>
            </a:extLst>
          </p:cNvPr>
          <p:cNvSpPr>
            <a:spLocks noGrp="1"/>
          </p:cNvSpPr>
          <p:nvPr>
            <p:ph type="title"/>
          </p:nvPr>
        </p:nvSpPr>
        <p:spPr>
          <a:xfrm>
            <a:off x="0" y="293945"/>
            <a:ext cx="12191999" cy="641060"/>
          </a:xfrm>
        </p:spPr>
        <p:txBody>
          <a:bodyPr>
            <a:noAutofit/>
          </a:bodyPr>
          <a:lstStyle/>
          <a:p>
            <a:pPr algn="ctr"/>
            <a:r>
              <a:rPr lang="en-US" sz="3600" dirty="0"/>
              <a:t>Yoda (Coaching)</a:t>
            </a:r>
          </a:p>
        </p:txBody>
      </p:sp>
      <p:sp>
        <p:nvSpPr>
          <p:cNvPr id="5" name="Title 3">
            <a:extLst>
              <a:ext uri="{FF2B5EF4-FFF2-40B4-BE49-F238E27FC236}">
                <a16:creationId xmlns:a16="http://schemas.microsoft.com/office/drawing/2014/main" id="{B5F0FF7A-D689-77DA-F1B1-23DEAC2091F5}"/>
              </a:ext>
            </a:extLst>
          </p:cNvPr>
          <p:cNvSpPr txBox="1">
            <a:spLocks/>
          </p:cNvSpPr>
          <p:nvPr/>
        </p:nvSpPr>
        <p:spPr>
          <a:xfrm>
            <a:off x="3954780" y="1607820"/>
            <a:ext cx="7635240" cy="4770121"/>
          </a:xfrm>
          <a:prstGeom prst="rect">
            <a:avLst/>
          </a:prstGeom>
          <a:noFill/>
        </p:spPr>
        <p:txBody>
          <a:bodyPr vert="horz" lIns="0" tIns="45720" rIns="91440" bIns="45720" numCol="1" spcCol="45720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1800" b="1" dirty="0">
                <a:latin typeface="+mn-lt"/>
              </a:rPr>
              <a:t>Earning Your Next Rank</a:t>
            </a:r>
          </a:p>
          <a:p>
            <a:endParaRPr lang="en-US" sz="1800" dirty="0">
              <a:latin typeface="+mn-lt"/>
            </a:endParaRPr>
          </a:p>
          <a:p>
            <a:r>
              <a:rPr lang="en-US" sz="1800" dirty="0">
                <a:latin typeface="+mn-lt"/>
              </a:rPr>
              <a:t>Yoda does not hand out promotions. Yoda hands out lessons. The promotion is what happens when you pass them.</a:t>
            </a:r>
          </a:p>
          <a:p>
            <a:endParaRPr lang="en-US" sz="1800" dirty="0">
              <a:latin typeface="+mn-lt"/>
            </a:endParaRPr>
          </a:p>
          <a:p>
            <a:pPr marL="285750" indent="-285750">
              <a:buFont typeface="Arial" panose="020B0604020202020204" pitchFamily="34" charset="0"/>
              <a:buChar char="•"/>
            </a:pPr>
            <a:r>
              <a:rPr lang="en-US" sz="1800" dirty="0">
                <a:latin typeface="+mn-lt"/>
              </a:rPr>
              <a:t>Frame the raise as part of your development journey, not a standalone ask.</a:t>
            </a:r>
          </a:p>
          <a:p>
            <a:pPr marL="285750" indent="-285750">
              <a:buFont typeface="Arial" panose="020B0604020202020204" pitchFamily="34" charset="0"/>
              <a:buChar char="•"/>
            </a:pPr>
            <a:r>
              <a:rPr lang="en-US" sz="1800" dirty="0">
                <a:latin typeface="+mn-lt"/>
              </a:rPr>
              <a:t>Show where you have grown, what skills you have built, and where you are headed next.</a:t>
            </a:r>
          </a:p>
          <a:p>
            <a:pPr marL="285750" indent="-285750">
              <a:buFont typeface="Arial" panose="020B0604020202020204" pitchFamily="34" charset="0"/>
              <a:buChar char="•"/>
            </a:pPr>
            <a:r>
              <a:rPr lang="en-US" sz="1800" dirty="0">
                <a:latin typeface="+mn-lt"/>
              </a:rPr>
              <a:t>Ask the question in their language. Given my growth trajectory, what would it take to get to the next level?</a:t>
            </a:r>
          </a:p>
          <a:p>
            <a:pPr marL="285750" indent="-285750">
              <a:buFont typeface="Arial" panose="020B0604020202020204" pitchFamily="34" charset="0"/>
              <a:buChar char="•"/>
            </a:pPr>
            <a:r>
              <a:rPr lang="en-US" sz="1800" b="1" dirty="0">
                <a:latin typeface="+mn-lt"/>
              </a:rPr>
              <a:t>Let them coach you toward the answer. They want to feel like they helped you get there.</a:t>
            </a:r>
          </a:p>
          <a:p>
            <a:pPr marL="285750" indent="-285750">
              <a:buFont typeface="Arial" panose="020B0604020202020204" pitchFamily="34" charset="0"/>
              <a:buChar char="•"/>
            </a:pPr>
            <a:r>
              <a:rPr lang="en-US" sz="1800" dirty="0">
                <a:latin typeface="+mn-lt"/>
              </a:rPr>
              <a:t>Connect your development to the team's needs. Show that your growth is not just personal. It makes the whole crew better.</a:t>
            </a:r>
          </a:p>
          <a:p>
            <a:pPr marL="285750" indent="-285750">
              <a:buFont typeface="Arial" panose="020B0604020202020204" pitchFamily="34" charset="0"/>
              <a:buChar char="•"/>
            </a:pPr>
            <a:r>
              <a:rPr lang="en-US" sz="1800" dirty="0">
                <a:latin typeface="+mn-lt"/>
              </a:rPr>
              <a:t>Do not skip the conversation and jump straight to a number. That is like telling Yoda you want to skip training and go straight to the lightsaber fight.</a:t>
            </a:r>
          </a:p>
        </p:txBody>
      </p:sp>
      <p:pic>
        <p:nvPicPr>
          <p:cNvPr id="2" name="Picture 1">
            <a:extLst>
              <a:ext uri="{FF2B5EF4-FFF2-40B4-BE49-F238E27FC236}">
                <a16:creationId xmlns:a16="http://schemas.microsoft.com/office/drawing/2014/main" id="{C15FC38F-0527-CB57-7813-5734DDD44348}"/>
              </a:ext>
            </a:extLst>
          </p:cNvPr>
          <p:cNvPicPr>
            <a:picLocks noChangeAspect="1"/>
          </p:cNvPicPr>
          <p:nvPr/>
        </p:nvPicPr>
        <p:blipFill>
          <a:blip r:embed="rId3"/>
          <a:stretch>
            <a:fillRect/>
          </a:stretch>
        </p:blipFill>
        <p:spPr>
          <a:xfrm>
            <a:off x="537419" y="1668686"/>
            <a:ext cx="2990641" cy="3520628"/>
          </a:xfrm>
          <a:prstGeom prst="rect">
            <a:avLst/>
          </a:prstGeom>
        </p:spPr>
      </p:pic>
    </p:spTree>
    <p:extLst>
      <p:ext uri="{BB962C8B-B14F-4D97-AF65-F5344CB8AC3E}">
        <p14:creationId xmlns:p14="http://schemas.microsoft.com/office/powerpoint/2010/main" val="27400217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7349E4-4A25-9A54-D450-812836BB183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35C0C52-56C3-8065-EEB5-FD38FC9C25F8}"/>
              </a:ext>
            </a:extLst>
          </p:cNvPr>
          <p:cNvSpPr>
            <a:spLocks noGrp="1"/>
          </p:cNvSpPr>
          <p:nvPr>
            <p:ph type="title"/>
          </p:nvPr>
        </p:nvSpPr>
        <p:spPr>
          <a:xfrm>
            <a:off x="0" y="293945"/>
            <a:ext cx="12191999" cy="641060"/>
          </a:xfrm>
        </p:spPr>
        <p:txBody>
          <a:bodyPr>
            <a:noAutofit/>
          </a:bodyPr>
          <a:lstStyle/>
          <a:p>
            <a:pPr algn="ctr"/>
            <a:r>
              <a:rPr lang="en-US" sz="3600" dirty="0"/>
              <a:t>Yoda (Coaching)</a:t>
            </a:r>
          </a:p>
        </p:txBody>
      </p:sp>
      <p:sp>
        <p:nvSpPr>
          <p:cNvPr id="5" name="Title 3">
            <a:extLst>
              <a:ext uri="{FF2B5EF4-FFF2-40B4-BE49-F238E27FC236}">
                <a16:creationId xmlns:a16="http://schemas.microsoft.com/office/drawing/2014/main" id="{A096F105-BC0B-3470-A296-CEA3012023BA}"/>
              </a:ext>
            </a:extLst>
          </p:cNvPr>
          <p:cNvSpPr txBox="1">
            <a:spLocks/>
          </p:cNvSpPr>
          <p:nvPr/>
        </p:nvSpPr>
        <p:spPr>
          <a:xfrm>
            <a:off x="3954780" y="1607820"/>
            <a:ext cx="7635240" cy="4770121"/>
          </a:xfrm>
          <a:prstGeom prst="rect">
            <a:avLst/>
          </a:prstGeom>
          <a:noFill/>
        </p:spPr>
        <p:txBody>
          <a:bodyPr vert="horz" lIns="0" tIns="45720" rIns="91440" bIns="45720" numCol="1" spcCol="45720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1800" b="1" dirty="0">
                <a:latin typeface="+mn-lt"/>
              </a:rPr>
              <a:t>Patience, Young Padawan</a:t>
            </a:r>
          </a:p>
          <a:p>
            <a:endParaRPr lang="en-US" sz="1800" dirty="0">
              <a:latin typeface="+mn-lt"/>
            </a:endParaRPr>
          </a:p>
          <a:p>
            <a:r>
              <a:rPr lang="en-US" sz="1800" dirty="0">
                <a:latin typeface="+mn-lt"/>
              </a:rPr>
              <a:t>Yoda said no. But Yoda always has a reason, and it is almost always a lesson.</a:t>
            </a:r>
          </a:p>
          <a:p>
            <a:endParaRPr lang="en-US" sz="1800" dirty="0">
              <a:latin typeface="+mn-lt"/>
            </a:endParaRPr>
          </a:p>
          <a:p>
            <a:pPr marL="285750" indent="-285750">
              <a:buFont typeface="Arial" panose="020B0604020202020204" pitchFamily="34" charset="0"/>
              <a:buChar char="•"/>
            </a:pPr>
            <a:r>
              <a:rPr lang="en-US" sz="1800" dirty="0">
                <a:latin typeface="+mn-lt"/>
              </a:rPr>
              <a:t>Lean into it. Ask what skills or milestones would make this a different conversation.</a:t>
            </a:r>
          </a:p>
          <a:p>
            <a:pPr marL="285750" indent="-285750">
              <a:buFont typeface="Arial" panose="020B0604020202020204" pitchFamily="34" charset="0"/>
              <a:buChar char="•"/>
            </a:pPr>
            <a:r>
              <a:rPr lang="en-US" sz="1800" dirty="0">
                <a:latin typeface="+mn-lt"/>
              </a:rPr>
              <a:t>Yoda will literally coach you to the raise if you let them. That is not a no. That is a syllabus.</a:t>
            </a:r>
          </a:p>
          <a:p>
            <a:pPr marL="285750" indent="-285750">
              <a:buFont typeface="Arial" panose="020B0604020202020204" pitchFamily="34" charset="0"/>
              <a:buChar char="•"/>
            </a:pPr>
            <a:r>
              <a:rPr lang="en-US" sz="1800" dirty="0">
                <a:latin typeface="+mn-lt"/>
              </a:rPr>
              <a:t>Take notes. Whatever they tell you, write it down and bring it back next time as proof you listened.</a:t>
            </a:r>
          </a:p>
          <a:p>
            <a:pPr marL="285750" indent="-285750">
              <a:buFont typeface="Arial" panose="020B0604020202020204" pitchFamily="34" charset="0"/>
              <a:buChar char="•"/>
            </a:pPr>
            <a:r>
              <a:rPr lang="en-US" sz="1800" dirty="0">
                <a:latin typeface="+mn-lt"/>
              </a:rPr>
              <a:t>Set a timeline together. If I accomplish these things in the next six months, can we revisit?</a:t>
            </a:r>
          </a:p>
          <a:p>
            <a:pPr marL="285750" indent="-285750">
              <a:buFont typeface="Arial" panose="020B0604020202020204" pitchFamily="34" charset="0"/>
              <a:buChar char="•"/>
            </a:pPr>
            <a:r>
              <a:rPr lang="en-US" sz="1800" dirty="0">
                <a:latin typeface="+mn-lt"/>
              </a:rPr>
              <a:t>If Yoda keeps moving the goalposts and the lessons never lead to a result, the training might be the point for them, not your advancement. A good mentor wants you to graduate eventually.</a:t>
            </a:r>
          </a:p>
        </p:txBody>
      </p:sp>
      <p:pic>
        <p:nvPicPr>
          <p:cNvPr id="2" name="Picture 1">
            <a:extLst>
              <a:ext uri="{FF2B5EF4-FFF2-40B4-BE49-F238E27FC236}">
                <a16:creationId xmlns:a16="http://schemas.microsoft.com/office/drawing/2014/main" id="{7A2E68FA-0279-031F-29BA-C8FB7E07B6D5}"/>
              </a:ext>
            </a:extLst>
          </p:cNvPr>
          <p:cNvPicPr>
            <a:picLocks noChangeAspect="1"/>
          </p:cNvPicPr>
          <p:nvPr/>
        </p:nvPicPr>
        <p:blipFill>
          <a:blip r:embed="rId3"/>
          <a:stretch>
            <a:fillRect/>
          </a:stretch>
        </p:blipFill>
        <p:spPr>
          <a:xfrm>
            <a:off x="537419" y="1668686"/>
            <a:ext cx="2990641" cy="3520628"/>
          </a:xfrm>
          <a:prstGeom prst="rect">
            <a:avLst/>
          </a:prstGeom>
        </p:spPr>
      </p:pic>
    </p:spTree>
    <p:extLst>
      <p:ext uri="{BB962C8B-B14F-4D97-AF65-F5344CB8AC3E}">
        <p14:creationId xmlns:p14="http://schemas.microsoft.com/office/powerpoint/2010/main" val="10235828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95264-FCFB-1FC2-CC4D-FF745BC415C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C9530AD-099C-C74A-467F-312089BF6DCE}"/>
              </a:ext>
            </a:extLst>
          </p:cNvPr>
          <p:cNvSpPr>
            <a:spLocks noGrp="1"/>
          </p:cNvSpPr>
          <p:nvPr>
            <p:ph type="title"/>
          </p:nvPr>
        </p:nvSpPr>
        <p:spPr>
          <a:xfrm>
            <a:off x="0" y="293945"/>
            <a:ext cx="12191999" cy="641060"/>
          </a:xfrm>
        </p:spPr>
        <p:txBody>
          <a:bodyPr>
            <a:noAutofit/>
          </a:bodyPr>
          <a:lstStyle/>
          <a:p>
            <a:pPr algn="ctr"/>
            <a:r>
              <a:rPr lang="en-US" sz="3600" dirty="0"/>
              <a:t>Second Impressions: Did You Change Your Mind?</a:t>
            </a:r>
          </a:p>
        </p:txBody>
      </p:sp>
      <p:pic>
        <p:nvPicPr>
          <p:cNvPr id="2" name="Picture 1">
            <a:extLst>
              <a:ext uri="{FF2B5EF4-FFF2-40B4-BE49-F238E27FC236}">
                <a16:creationId xmlns:a16="http://schemas.microsoft.com/office/drawing/2014/main" id="{913F03C0-6DBA-13EC-5989-6242157EF406}"/>
              </a:ext>
            </a:extLst>
          </p:cNvPr>
          <p:cNvPicPr>
            <a:picLocks noChangeAspect="1"/>
          </p:cNvPicPr>
          <p:nvPr/>
        </p:nvPicPr>
        <p:blipFill>
          <a:blip r:embed="rId3"/>
          <a:stretch>
            <a:fillRect/>
          </a:stretch>
        </p:blipFill>
        <p:spPr>
          <a:xfrm>
            <a:off x="631475" y="1441939"/>
            <a:ext cx="11261403" cy="3154839"/>
          </a:xfrm>
          <a:prstGeom prst="rect">
            <a:avLst/>
          </a:prstGeom>
        </p:spPr>
      </p:pic>
    </p:spTree>
    <p:extLst>
      <p:ext uri="{BB962C8B-B14F-4D97-AF65-F5344CB8AC3E}">
        <p14:creationId xmlns:p14="http://schemas.microsoft.com/office/powerpoint/2010/main" val="23817010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3F827-2505-A8CE-DBFE-071AC90921C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DE8D7BA-4E41-4889-2D0D-30F222B5C1CB}"/>
              </a:ext>
            </a:extLst>
          </p:cNvPr>
          <p:cNvSpPr>
            <a:spLocks noGrp="1"/>
          </p:cNvSpPr>
          <p:nvPr>
            <p:ph type="title"/>
          </p:nvPr>
        </p:nvSpPr>
        <p:spPr>
          <a:xfrm>
            <a:off x="0" y="293945"/>
            <a:ext cx="12191999" cy="641060"/>
          </a:xfrm>
        </p:spPr>
        <p:txBody>
          <a:bodyPr>
            <a:noAutofit/>
          </a:bodyPr>
          <a:lstStyle/>
          <a:p>
            <a:pPr algn="ctr"/>
            <a:r>
              <a:rPr lang="en-US" sz="3600" dirty="0"/>
              <a:t>Second Impressions: Did You Change Your Mind?</a:t>
            </a:r>
          </a:p>
        </p:txBody>
      </p:sp>
      <p:pic>
        <p:nvPicPr>
          <p:cNvPr id="2" name="Picture 1">
            <a:extLst>
              <a:ext uri="{FF2B5EF4-FFF2-40B4-BE49-F238E27FC236}">
                <a16:creationId xmlns:a16="http://schemas.microsoft.com/office/drawing/2014/main" id="{3A3D5450-C833-58F9-64A9-DE9EF1B88489}"/>
              </a:ext>
            </a:extLst>
          </p:cNvPr>
          <p:cNvPicPr>
            <a:picLocks noChangeAspect="1"/>
          </p:cNvPicPr>
          <p:nvPr/>
        </p:nvPicPr>
        <p:blipFill>
          <a:blip r:embed="rId3"/>
          <a:stretch>
            <a:fillRect/>
          </a:stretch>
        </p:blipFill>
        <p:spPr>
          <a:xfrm>
            <a:off x="434340" y="2339340"/>
            <a:ext cx="4899660" cy="1372621"/>
          </a:xfrm>
          <a:prstGeom prst="rect">
            <a:avLst/>
          </a:prstGeom>
        </p:spPr>
      </p:pic>
      <p:sp>
        <p:nvSpPr>
          <p:cNvPr id="3" name="Title 3">
            <a:extLst>
              <a:ext uri="{FF2B5EF4-FFF2-40B4-BE49-F238E27FC236}">
                <a16:creationId xmlns:a16="http://schemas.microsoft.com/office/drawing/2014/main" id="{17D7D3C2-EC95-17D5-411D-6BB51F20D8F2}"/>
              </a:ext>
            </a:extLst>
          </p:cNvPr>
          <p:cNvSpPr txBox="1">
            <a:spLocks/>
          </p:cNvSpPr>
          <p:nvPr/>
        </p:nvSpPr>
        <p:spPr>
          <a:xfrm>
            <a:off x="5722620" y="1234440"/>
            <a:ext cx="6179820" cy="5097781"/>
          </a:xfrm>
          <a:prstGeom prst="rect">
            <a:avLst/>
          </a:prstGeom>
          <a:noFill/>
        </p:spPr>
        <p:txBody>
          <a:bodyPr vert="horz" lIns="0" tIns="45720" rIns="91440" bIns="45720" numCol="1" spcCol="45720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pPr marL="285750" indent="-285750">
              <a:buFont typeface="Arial" panose="020B0604020202020204" pitchFamily="34" charset="0"/>
              <a:buChar char="•"/>
            </a:pPr>
            <a:r>
              <a:rPr lang="en-US" sz="2000" dirty="0">
                <a:latin typeface="+mn-lt"/>
              </a:rPr>
              <a:t>Intense is not the same as commanding. That might Kirk driving pace, not Vader giving orders.</a:t>
            </a:r>
          </a:p>
          <a:p>
            <a:endParaRPr lang="en-US" sz="2000" dirty="0">
              <a:latin typeface="+mn-lt"/>
            </a:endParaRPr>
          </a:p>
          <a:p>
            <a:pPr marL="285750" indent="-285750">
              <a:buFont typeface="Arial" panose="020B0604020202020204" pitchFamily="34" charset="0"/>
              <a:buChar char="•"/>
            </a:pPr>
            <a:r>
              <a:rPr lang="en-US" sz="2000" dirty="0">
                <a:latin typeface="+mn-lt"/>
              </a:rPr>
              <a:t>Supportive is not collaborative. That might be Padme protecting harmony, not Leia seeking input</a:t>
            </a:r>
          </a:p>
          <a:p>
            <a:endParaRPr lang="en-US" sz="2000" dirty="0">
              <a:latin typeface="+mn-lt"/>
            </a:endParaRPr>
          </a:p>
          <a:p>
            <a:pPr marL="285750" indent="-285750">
              <a:buFont typeface="Arial" panose="020B0604020202020204" pitchFamily="34" charset="0"/>
              <a:buChar char="•"/>
            </a:pPr>
            <a:r>
              <a:rPr lang="en-US" sz="2000" dirty="0">
                <a:latin typeface="+mn-lt"/>
              </a:rPr>
              <a:t>Asking questions does not mean coaching. That might be Leia getting input, not Yoda developing you.</a:t>
            </a:r>
            <a:br>
              <a:rPr lang="en-US" sz="2000" dirty="0">
                <a:latin typeface="+mn-lt"/>
              </a:rPr>
            </a:br>
            <a:endParaRPr lang="en-US" sz="2000" dirty="0">
              <a:latin typeface="+mn-lt"/>
            </a:endParaRPr>
          </a:p>
          <a:p>
            <a:pPr marL="285750" indent="-285750">
              <a:buFont typeface="Arial" panose="020B0604020202020204" pitchFamily="34" charset="0"/>
              <a:buChar char="•"/>
            </a:pPr>
            <a:r>
              <a:rPr lang="en-US" sz="2000" dirty="0">
                <a:latin typeface="+mn-lt"/>
              </a:rPr>
              <a:t>Inspiring is not the same as being warm. That might be Picard casting vision, not Padme building bonds. </a:t>
            </a:r>
          </a:p>
          <a:p>
            <a:pPr marL="285750" indent="-285750">
              <a:buFont typeface="Arial" panose="020B0604020202020204" pitchFamily="34" charset="0"/>
              <a:buChar char="•"/>
            </a:pPr>
            <a:endParaRPr lang="en-US" sz="2000" dirty="0">
              <a:latin typeface="+mn-lt"/>
            </a:endParaRPr>
          </a:p>
          <a:p>
            <a:pPr marL="285750" indent="-285750">
              <a:buFont typeface="Arial" panose="020B0604020202020204" pitchFamily="34" charset="0"/>
              <a:buChar char="•"/>
            </a:pPr>
            <a:endParaRPr lang="en-US" sz="2000" dirty="0">
              <a:latin typeface="+mn-lt"/>
            </a:endParaRPr>
          </a:p>
          <a:p>
            <a:r>
              <a:rPr lang="en-US" sz="2000" dirty="0">
                <a:latin typeface="+mn-lt"/>
              </a:rPr>
              <a:t>Get the character right and the playbook follows. </a:t>
            </a:r>
          </a:p>
        </p:txBody>
      </p:sp>
    </p:spTree>
    <p:extLst>
      <p:ext uri="{BB962C8B-B14F-4D97-AF65-F5344CB8AC3E}">
        <p14:creationId xmlns:p14="http://schemas.microsoft.com/office/powerpoint/2010/main" val="35039972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2F1CB-FC3D-881B-42A3-EDE80C40258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E87410E-CA51-92B4-44B9-5D66CE395F14}"/>
              </a:ext>
            </a:extLst>
          </p:cNvPr>
          <p:cNvSpPr>
            <a:spLocks noGrp="1"/>
          </p:cNvSpPr>
          <p:nvPr>
            <p:ph type="title"/>
          </p:nvPr>
        </p:nvSpPr>
        <p:spPr>
          <a:xfrm>
            <a:off x="0" y="293945"/>
            <a:ext cx="12191999" cy="641060"/>
          </a:xfrm>
        </p:spPr>
        <p:txBody>
          <a:bodyPr>
            <a:noAutofit/>
          </a:bodyPr>
          <a:lstStyle/>
          <a:p>
            <a:pPr algn="ctr"/>
            <a:r>
              <a:rPr lang="en-US" sz="3600" dirty="0"/>
              <a:t>The Battle Before the Battle</a:t>
            </a:r>
          </a:p>
        </p:txBody>
      </p:sp>
      <p:sp>
        <p:nvSpPr>
          <p:cNvPr id="3" name="Title 3">
            <a:extLst>
              <a:ext uri="{FF2B5EF4-FFF2-40B4-BE49-F238E27FC236}">
                <a16:creationId xmlns:a16="http://schemas.microsoft.com/office/drawing/2014/main" id="{942A71B7-F7D3-0536-107B-6F490FEDBD82}"/>
              </a:ext>
            </a:extLst>
          </p:cNvPr>
          <p:cNvSpPr txBox="1">
            <a:spLocks/>
          </p:cNvSpPr>
          <p:nvPr/>
        </p:nvSpPr>
        <p:spPr>
          <a:xfrm>
            <a:off x="5943600" y="1508760"/>
            <a:ext cx="6065520" cy="4191000"/>
          </a:xfrm>
          <a:prstGeom prst="rect">
            <a:avLst/>
          </a:prstGeom>
          <a:noFill/>
        </p:spPr>
        <p:txBody>
          <a:bodyPr vert="horz" lIns="0" tIns="45720" rIns="91440" bIns="45720" numCol="1" spcCol="45720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2400" dirty="0">
                <a:latin typeface="+mn-lt"/>
              </a:rPr>
              <a:t>The raise is not won in the meeting. </a:t>
            </a:r>
          </a:p>
          <a:p>
            <a:endParaRPr lang="en-US" sz="2400" dirty="0">
              <a:latin typeface="+mn-lt"/>
            </a:endParaRPr>
          </a:p>
          <a:p>
            <a:r>
              <a:rPr lang="en-US" sz="2400" dirty="0">
                <a:latin typeface="+mn-lt"/>
              </a:rPr>
              <a:t>It’s won in the months before the meeting.</a:t>
            </a:r>
          </a:p>
          <a:p>
            <a:endParaRPr lang="en-US" sz="2400" dirty="0">
              <a:latin typeface="+mn-lt"/>
            </a:endParaRPr>
          </a:p>
          <a:p>
            <a:pPr marL="342900" indent="-342900">
              <a:buFont typeface="Arial" panose="020B0604020202020204" pitchFamily="34" charset="0"/>
              <a:buChar char="•"/>
            </a:pPr>
            <a:r>
              <a:rPr lang="en-US" sz="2400" dirty="0">
                <a:latin typeface="+mn-lt"/>
              </a:rPr>
              <a:t>Know your “make money button”</a:t>
            </a:r>
          </a:p>
          <a:p>
            <a:endParaRPr lang="en-US" sz="2400" dirty="0">
              <a:latin typeface="+mn-lt"/>
            </a:endParaRPr>
          </a:p>
          <a:p>
            <a:pPr marL="342900" indent="-342900">
              <a:buFont typeface="Arial" panose="020B0604020202020204" pitchFamily="34" charset="0"/>
              <a:buChar char="•"/>
            </a:pPr>
            <a:r>
              <a:rPr lang="en-US" sz="2400" dirty="0">
                <a:latin typeface="+mn-lt"/>
              </a:rPr>
              <a:t>Build your case before you need it</a:t>
            </a:r>
          </a:p>
          <a:p>
            <a:endParaRPr lang="en-US" sz="2400" dirty="0">
              <a:latin typeface="+mn-lt"/>
            </a:endParaRPr>
          </a:p>
          <a:p>
            <a:pPr marL="342900" indent="-342900">
              <a:buFont typeface="Arial" panose="020B0604020202020204" pitchFamily="34" charset="0"/>
              <a:buChar char="•"/>
            </a:pPr>
            <a:r>
              <a:rPr lang="en-US" sz="2400" dirty="0">
                <a:latin typeface="+mn-lt"/>
              </a:rPr>
              <a:t>Seed your value so the ask is not a surprise</a:t>
            </a:r>
          </a:p>
          <a:p>
            <a:endParaRPr lang="en-US" sz="2400" dirty="0">
              <a:latin typeface="+mn-lt"/>
            </a:endParaRPr>
          </a:p>
          <a:p>
            <a:pPr marL="342900" indent="-342900">
              <a:buFont typeface="Arial" panose="020B0604020202020204" pitchFamily="34" charset="0"/>
              <a:buChar char="•"/>
            </a:pPr>
            <a:r>
              <a:rPr lang="en-US" sz="2400" dirty="0">
                <a:latin typeface="+mn-lt"/>
              </a:rPr>
              <a:t>Know your number before you walk in </a:t>
            </a:r>
          </a:p>
          <a:p>
            <a:endParaRPr lang="en-US" sz="1800" dirty="0">
              <a:latin typeface="+mn-lt"/>
            </a:endParaRPr>
          </a:p>
        </p:txBody>
      </p:sp>
      <p:sp>
        <p:nvSpPr>
          <p:cNvPr id="7" name="AutoShape 2" descr="Image result for huge lego build gif">
            <a:extLst>
              <a:ext uri="{FF2B5EF4-FFF2-40B4-BE49-F238E27FC236}">
                <a16:creationId xmlns:a16="http://schemas.microsoft.com/office/drawing/2014/main" id="{6EC93127-D702-E2D2-CE2E-C4366DB3432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F98565E1-86A5-C301-CEAB-46F4BF1CE20D}"/>
              </a:ext>
            </a:extLst>
          </p:cNvPr>
          <p:cNvPicPr>
            <a:picLocks noChangeAspect="1"/>
          </p:cNvPicPr>
          <p:nvPr/>
        </p:nvPicPr>
        <p:blipFill>
          <a:blip r:embed="rId3"/>
          <a:stretch>
            <a:fillRect/>
          </a:stretch>
        </p:blipFill>
        <p:spPr>
          <a:xfrm>
            <a:off x="403860" y="1798320"/>
            <a:ext cx="4982468" cy="2642342"/>
          </a:xfrm>
          <a:prstGeom prst="rect">
            <a:avLst/>
          </a:prstGeom>
        </p:spPr>
      </p:pic>
    </p:spTree>
    <p:extLst>
      <p:ext uri="{BB962C8B-B14F-4D97-AF65-F5344CB8AC3E}">
        <p14:creationId xmlns:p14="http://schemas.microsoft.com/office/powerpoint/2010/main" val="36177058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7453F-C5F3-DAB5-DC8D-A82CB83AE54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E6B397D-182A-D0AD-9CED-5368E9CF05D9}"/>
              </a:ext>
            </a:extLst>
          </p:cNvPr>
          <p:cNvSpPr>
            <a:spLocks noGrp="1"/>
          </p:cNvSpPr>
          <p:nvPr>
            <p:ph type="title"/>
          </p:nvPr>
        </p:nvSpPr>
        <p:spPr>
          <a:xfrm>
            <a:off x="0" y="293945"/>
            <a:ext cx="12191999" cy="641060"/>
          </a:xfrm>
        </p:spPr>
        <p:txBody>
          <a:bodyPr>
            <a:noAutofit/>
          </a:bodyPr>
          <a:lstStyle/>
          <a:p>
            <a:pPr algn="ctr"/>
            <a:r>
              <a:rPr lang="en-US" sz="3600" dirty="0"/>
              <a:t>The Battle Before the Battle</a:t>
            </a:r>
          </a:p>
        </p:txBody>
      </p:sp>
      <p:sp>
        <p:nvSpPr>
          <p:cNvPr id="3" name="Title 3">
            <a:extLst>
              <a:ext uri="{FF2B5EF4-FFF2-40B4-BE49-F238E27FC236}">
                <a16:creationId xmlns:a16="http://schemas.microsoft.com/office/drawing/2014/main" id="{33F56F7E-A145-878B-CF9A-83872B7CE5C0}"/>
              </a:ext>
            </a:extLst>
          </p:cNvPr>
          <p:cNvSpPr txBox="1">
            <a:spLocks/>
          </p:cNvSpPr>
          <p:nvPr/>
        </p:nvSpPr>
        <p:spPr>
          <a:xfrm>
            <a:off x="1097280" y="1295400"/>
            <a:ext cx="10363199" cy="5097781"/>
          </a:xfrm>
          <a:prstGeom prst="rect">
            <a:avLst/>
          </a:prstGeom>
          <a:noFill/>
        </p:spPr>
        <p:txBody>
          <a:bodyPr vert="horz" lIns="0" tIns="45720" rIns="91440" bIns="45720" numCol="1" spcCol="45720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pPr marL="342900" indent="-342900">
              <a:buFont typeface="Arial" panose="020B0604020202020204" pitchFamily="34" charset="0"/>
              <a:buChar char="•"/>
            </a:pPr>
            <a:r>
              <a:rPr lang="en-US" sz="2000" dirty="0">
                <a:latin typeface="+mn-lt"/>
              </a:rPr>
              <a:t>Pitching </a:t>
            </a:r>
            <a:r>
              <a:rPr lang="en-US" sz="2000" b="1" dirty="0">
                <a:latin typeface="+mn-lt"/>
              </a:rPr>
              <a:t>Vader</a:t>
            </a:r>
            <a:r>
              <a:rPr lang="en-US" sz="2000" dirty="0">
                <a:latin typeface="+mn-lt"/>
              </a:rPr>
              <a:t>? Make sure 1:1s have been tight and results-focused for months</a:t>
            </a:r>
            <a:br>
              <a:rPr lang="en-US" sz="2000" dirty="0">
                <a:latin typeface="+mn-lt"/>
              </a:rPr>
            </a:br>
            <a:endParaRPr lang="en-US" sz="2000" dirty="0">
              <a:latin typeface="+mn-lt"/>
            </a:endParaRPr>
          </a:p>
          <a:p>
            <a:pPr marL="342900" indent="-342900">
              <a:buFont typeface="Arial" panose="020B0604020202020204" pitchFamily="34" charset="0"/>
              <a:buChar char="•"/>
            </a:pPr>
            <a:r>
              <a:rPr lang="en-US" sz="2000" dirty="0">
                <a:latin typeface="+mn-lt"/>
              </a:rPr>
              <a:t>Pitching </a:t>
            </a:r>
            <a:r>
              <a:rPr lang="en-US" sz="2000" b="1" dirty="0">
                <a:latin typeface="+mn-lt"/>
              </a:rPr>
              <a:t>Kirk</a:t>
            </a:r>
            <a:r>
              <a:rPr lang="en-US" sz="2000" dirty="0">
                <a:latin typeface="+mn-lt"/>
              </a:rPr>
              <a:t>? Your recent performance should already be speaking for itself.</a:t>
            </a:r>
            <a:br>
              <a:rPr lang="en-US" sz="2000" dirty="0">
                <a:latin typeface="+mn-lt"/>
              </a:rPr>
            </a:br>
            <a:endParaRPr lang="en-US" sz="2000" dirty="0">
              <a:latin typeface="+mn-lt"/>
            </a:endParaRPr>
          </a:p>
          <a:p>
            <a:pPr marL="342900" indent="-342900">
              <a:buFont typeface="Arial" panose="020B0604020202020204" pitchFamily="34" charset="0"/>
              <a:buChar char="•"/>
            </a:pPr>
            <a:r>
              <a:rPr lang="en-US" sz="2000" dirty="0">
                <a:latin typeface="+mn-lt"/>
              </a:rPr>
              <a:t>Pitching </a:t>
            </a:r>
            <a:r>
              <a:rPr lang="en-US" sz="2000" b="1" dirty="0">
                <a:latin typeface="+mn-lt"/>
              </a:rPr>
              <a:t>Picard</a:t>
            </a:r>
            <a:r>
              <a:rPr lang="en-US" sz="2000" dirty="0">
                <a:latin typeface="+mn-lt"/>
              </a:rPr>
              <a:t>? Start connecting your work to the team vision well before the ask.</a:t>
            </a:r>
            <a:br>
              <a:rPr lang="en-US" sz="2000" dirty="0">
                <a:latin typeface="+mn-lt"/>
              </a:rPr>
            </a:br>
            <a:endParaRPr lang="en-US" sz="2000" dirty="0">
              <a:latin typeface="+mn-lt"/>
            </a:endParaRPr>
          </a:p>
          <a:p>
            <a:pPr marL="342900" indent="-342900">
              <a:buFont typeface="Arial" panose="020B0604020202020204" pitchFamily="34" charset="0"/>
              <a:buChar char="•"/>
            </a:pPr>
            <a:r>
              <a:rPr lang="en-US" sz="2000" dirty="0">
                <a:latin typeface="+mn-lt"/>
              </a:rPr>
              <a:t>Pitching </a:t>
            </a:r>
            <a:r>
              <a:rPr lang="en-US" sz="2000" b="1" dirty="0">
                <a:latin typeface="+mn-lt"/>
              </a:rPr>
              <a:t>Padme</a:t>
            </a:r>
            <a:r>
              <a:rPr lang="en-US" sz="2000" dirty="0">
                <a:latin typeface="+mn-lt"/>
              </a:rPr>
              <a:t>? Invest in the relationship. The trust has to be there first.</a:t>
            </a:r>
            <a:br>
              <a:rPr lang="en-US" sz="2000" dirty="0">
                <a:latin typeface="+mn-lt"/>
              </a:rPr>
            </a:br>
            <a:endParaRPr lang="en-US" sz="2000" dirty="0">
              <a:latin typeface="+mn-lt"/>
            </a:endParaRPr>
          </a:p>
          <a:p>
            <a:pPr marL="342900" indent="-342900">
              <a:buFont typeface="Arial" panose="020B0604020202020204" pitchFamily="34" charset="0"/>
              <a:buChar char="•"/>
            </a:pPr>
            <a:r>
              <a:rPr lang="en-US" sz="2000" dirty="0">
                <a:latin typeface="+mn-lt"/>
              </a:rPr>
              <a:t>Pitching </a:t>
            </a:r>
            <a:r>
              <a:rPr lang="en-US" sz="2000" b="1" dirty="0">
                <a:latin typeface="+mn-lt"/>
              </a:rPr>
              <a:t>Leia</a:t>
            </a:r>
            <a:r>
              <a:rPr lang="en-US" sz="2000" dirty="0">
                <a:latin typeface="+mn-lt"/>
              </a:rPr>
              <a:t>? Make sure your contributions are visible to the broader team, not just your boss.</a:t>
            </a:r>
            <a:br>
              <a:rPr lang="en-US" sz="2000" dirty="0">
                <a:latin typeface="+mn-lt"/>
              </a:rPr>
            </a:br>
            <a:endParaRPr lang="en-US" sz="2000" dirty="0">
              <a:latin typeface="+mn-lt"/>
            </a:endParaRPr>
          </a:p>
          <a:p>
            <a:pPr marL="342900" indent="-342900">
              <a:buFont typeface="Arial" panose="020B0604020202020204" pitchFamily="34" charset="0"/>
              <a:buChar char="•"/>
            </a:pPr>
            <a:r>
              <a:rPr lang="en-US" sz="2000" dirty="0">
                <a:latin typeface="+mn-lt"/>
              </a:rPr>
              <a:t>Pitching </a:t>
            </a:r>
            <a:r>
              <a:rPr lang="en-US" sz="2000" b="1" dirty="0">
                <a:latin typeface="+mn-lt"/>
              </a:rPr>
              <a:t>Yoda</a:t>
            </a:r>
            <a:r>
              <a:rPr lang="en-US" sz="2000" dirty="0">
                <a:latin typeface="+mn-lt"/>
              </a:rPr>
              <a:t>? Turn your regular check-ins into growth conversations so the raise feels like a natural milestone.</a:t>
            </a:r>
            <a:endParaRPr lang="en-US" sz="1600" dirty="0">
              <a:latin typeface="+mn-lt"/>
            </a:endParaRPr>
          </a:p>
        </p:txBody>
      </p:sp>
    </p:spTree>
    <p:extLst>
      <p:ext uri="{BB962C8B-B14F-4D97-AF65-F5344CB8AC3E}">
        <p14:creationId xmlns:p14="http://schemas.microsoft.com/office/powerpoint/2010/main" val="34421877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9CC08-D63E-16E2-FC7D-A7978287F34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A8A1452-E7F6-5370-BA8D-D803F37431F2}"/>
              </a:ext>
            </a:extLst>
          </p:cNvPr>
          <p:cNvSpPr>
            <a:spLocks noGrp="1"/>
          </p:cNvSpPr>
          <p:nvPr>
            <p:ph type="title"/>
          </p:nvPr>
        </p:nvSpPr>
        <p:spPr>
          <a:xfrm>
            <a:off x="0" y="293945"/>
            <a:ext cx="12191999" cy="641060"/>
          </a:xfrm>
        </p:spPr>
        <p:txBody>
          <a:bodyPr>
            <a:noAutofit/>
          </a:bodyPr>
          <a:lstStyle/>
          <a:p>
            <a:pPr algn="ctr"/>
            <a:r>
              <a:rPr lang="en-US" sz="3600" dirty="0"/>
              <a:t>When to Fly the Falcon to a New System</a:t>
            </a:r>
          </a:p>
        </p:txBody>
      </p:sp>
      <p:sp>
        <p:nvSpPr>
          <p:cNvPr id="3" name="Title 3">
            <a:extLst>
              <a:ext uri="{FF2B5EF4-FFF2-40B4-BE49-F238E27FC236}">
                <a16:creationId xmlns:a16="http://schemas.microsoft.com/office/drawing/2014/main" id="{139F3E6F-15BA-7D7C-4E12-7C6B88F2AF94}"/>
              </a:ext>
            </a:extLst>
          </p:cNvPr>
          <p:cNvSpPr txBox="1">
            <a:spLocks/>
          </p:cNvSpPr>
          <p:nvPr/>
        </p:nvSpPr>
        <p:spPr>
          <a:xfrm>
            <a:off x="1211580" y="1676400"/>
            <a:ext cx="10020300" cy="4663441"/>
          </a:xfrm>
          <a:prstGeom prst="rect">
            <a:avLst/>
          </a:prstGeom>
          <a:noFill/>
        </p:spPr>
        <p:txBody>
          <a:bodyPr vert="horz" lIns="0" tIns="45720" rIns="91440" bIns="45720" numCol="1" spcCol="45720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pPr algn="ctr"/>
            <a:r>
              <a:rPr lang="en-US" sz="2400" b="1" dirty="0">
                <a:latin typeface="+mn-lt"/>
              </a:rPr>
              <a:t>A "no" is data. Multiple "</a:t>
            </a:r>
            <a:r>
              <a:rPr lang="en-US" sz="2400" b="1" dirty="0" err="1">
                <a:latin typeface="+mn-lt"/>
              </a:rPr>
              <a:t>no"s</a:t>
            </a:r>
            <a:r>
              <a:rPr lang="en-US" sz="2400" b="1" dirty="0">
                <a:latin typeface="+mn-lt"/>
              </a:rPr>
              <a:t> are a pattern.</a:t>
            </a:r>
          </a:p>
          <a:p>
            <a:pPr marL="342900" indent="-342900">
              <a:buFont typeface="Arial" panose="020B0604020202020204" pitchFamily="34" charset="0"/>
              <a:buChar char="•"/>
            </a:pPr>
            <a:endParaRPr lang="en-US" sz="2400" dirty="0">
              <a:latin typeface="+mn-lt"/>
            </a:endParaRPr>
          </a:p>
          <a:p>
            <a:pPr marL="342900" indent="-342900">
              <a:buFont typeface="Arial" panose="020B0604020202020204" pitchFamily="34" charset="0"/>
              <a:buChar char="•"/>
            </a:pPr>
            <a:r>
              <a:rPr lang="en-US" sz="2400" dirty="0">
                <a:latin typeface="+mn-lt"/>
              </a:rPr>
              <a:t>One no is a conversation. It means "not yet" or "show me more.“</a:t>
            </a:r>
          </a:p>
          <a:p>
            <a:pPr marL="342900" indent="-342900">
              <a:buFont typeface="Arial" panose="020B0604020202020204" pitchFamily="34" charset="0"/>
              <a:buChar char="•"/>
            </a:pPr>
            <a:endParaRPr lang="en-US" sz="2400" dirty="0">
              <a:latin typeface="+mn-lt"/>
            </a:endParaRPr>
          </a:p>
          <a:p>
            <a:pPr marL="342900" indent="-342900">
              <a:buFont typeface="Arial" panose="020B0604020202020204" pitchFamily="34" charset="0"/>
              <a:buChar char="•"/>
            </a:pPr>
            <a:r>
              <a:rPr lang="en-US" sz="2400" dirty="0">
                <a:latin typeface="+mn-lt"/>
              </a:rPr>
              <a:t>Two </a:t>
            </a:r>
            <a:r>
              <a:rPr lang="en-US" sz="2400" dirty="0" err="1">
                <a:latin typeface="+mn-lt"/>
              </a:rPr>
              <a:t>nos</a:t>
            </a:r>
            <a:r>
              <a:rPr lang="en-US" sz="2400" dirty="0">
                <a:latin typeface="+mn-lt"/>
              </a:rPr>
              <a:t> with clear feedback is a process. You are still on a path.</a:t>
            </a:r>
          </a:p>
          <a:p>
            <a:pPr marL="342900" indent="-342900">
              <a:buFont typeface="Arial" panose="020B0604020202020204" pitchFamily="34" charset="0"/>
              <a:buChar char="•"/>
            </a:pPr>
            <a:endParaRPr lang="en-US" sz="2400" dirty="0">
              <a:latin typeface="+mn-lt"/>
            </a:endParaRPr>
          </a:p>
          <a:p>
            <a:pPr marL="342900" indent="-342900">
              <a:buFont typeface="Arial" panose="020B0604020202020204" pitchFamily="34" charset="0"/>
              <a:buChar char="•"/>
            </a:pPr>
            <a:r>
              <a:rPr lang="en-US" sz="2400" dirty="0">
                <a:latin typeface="+mn-lt"/>
              </a:rPr>
              <a:t>Three </a:t>
            </a:r>
            <a:r>
              <a:rPr lang="en-US" sz="2400" dirty="0" err="1">
                <a:latin typeface="+mn-lt"/>
              </a:rPr>
              <a:t>nos</a:t>
            </a:r>
            <a:r>
              <a:rPr lang="en-US" sz="2400" dirty="0">
                <a:latin typeface="+mn-lt"/>
              </a:rPr>
              <a:t> with shifting goalposts or vague reasons is an answer. The organization cannot or will not pay you what you are worth.</a:t>
            </a:r>
            <a:endParaRPr lang="en-US" sz="1800" dirty="0">
              <a:latin typeface="+mn-lt"/>
            </a:endParaRPr>
          </a:p>
        </p:txBody>
      </p:sp>
    </p:spTree>
    <p:extLst>
      <p:ext uri="{BB962C8B-B14F-4D97-AF65-F5344CB8AC3E}">
        <p14:creationId xmlns:p14="http://schemas.microsoft.com/office/powerpoint/2010/main" val="18226090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77262-7BAD-20BE-CE14-ABD0E697FE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E7D8124-DB87-E16D-E196-1C40845A3977}"/>
              </a:ext>
            </a:extLst>
          </p:cNvPr>
          <p:cNvSpPr>
            <a:spLocks noGrp="1"/>
          </p:cNvSpPr>
          <p:nvPr>
            <p:ph type="title"/>
          </p:nvPr>
        </p:nvSpPr>
        <p:spPr>
          <a:xfrm>
            <a:off x="0" y="293945"/>
            <a:ext cx="12191999" cy="641060"/>
          </a:xfrm>
        </p:spPr>
        <p:txBody>
          <a:bodyPr>
            <a:noAutofit/>
          </a:bodyPr>
          <a:lstStyle/>
          <a:p>
            <a:pPr algn="ctr"/>
            <a:r>
              <a:rPr lang="en-US" sz="3600" dirty="0"/>
              <a:t>When to Fly the Falcon to a New System</a:t>
            </a:r>
          </a:p>
        </p:txBody>
      </p:sp>
      <p:sp>
        <p:nvSpPr>
          <p:cNvPr id="3" name="Title 3">
            <a:extLst>
              <a:ext uri="{FF2B5EF4-FFF2-40B4-BE49-F238E27FC236}">
                <a16:creationId xmlns:a16="http://schemas.microsoft.com/office/drawing/2014/main" id="{1E1EE43C-3435-D74C-9474-CB37E8B7097E}"/>
              </a:ext>
            </a:extLst>
          </p:cNvPr>
          <p:cNvSpPr txBox="1">
            <a:spLocks/>
          </p:cNvSpPr>
          <p:nvPr/>
        </p:nvSpPr>
        <p:spPr>
          <a:xfrm>
            <a:off x="514349" y="1325880"/>
            <a:ext cx="11163299" cy="4594861"/>
          </a:xfrm>
          <a:prstGeom prst="rect">
            <a:avLst/>
          </a:prstGeom>
          <a:noFill/>
        </p:spPr>
        <p:txBody>
          <a:bodyPr vert="horz" lIns="0" tIns="45720" rIns="91440" bIns="45720" numCol="1" spcCol="45720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pPr algn="ctr"/>
            <a:r>
              <a:rPr lang="en-US" sz="2400" b="1" dirty="0">
                <a:latin typeface="+mn-lt"/>
              </a:rPr>
              <a:t>Warning signs that it is "not ever" instead of "not yet“</a:t>
            </a:r>
          </a:p>
          <a:p>
            <a:pPr algn="ctr"/>
            <a:endParaRPr lang="en-US" sz="2400" dirty="0">
              <a:latin typeface="+mn-lt"/>
            </a:endParaRPr>
          </a:p>
          <a:p>
            <a:pPr marL="342900" indent="-342900">
              <a:buFont typeface="Arial" panose="020B0604020202020204" pitchFamily="34" charset="0"/>
              <a:buChar char="•"/>
            </a:pPr>
            <a:r>
              <a:rPr lang="en-US" sz="2400" dirty="0">
                <a:latin typeface="+mn-lt"/>
              </a:rPr>
              <a:t>Your boss can’t give you clear targets for what would change the answer.</a:t>
            </a:r>
          </a:p>
          <a:p>
            <a:pPr marL="342900" indent="-342900">
              <a:buFont typeface="Arial" panose="020B0604020202020204" pitchFamily="34" charset="0"/>
              <a:buChar char="•"/>
            </a:pPr>
            <a:endParaRPr lang="en-US" sz="2400" dirty="0">
              <a:latin typeface="+mn-lt"/>
            </a:endParaRPr>
          </a:p>
          <a:p>
            <a:pPr marL="342900" indent="-342900">
              <a:buFont typeface="Arial" panose="020B0604020202020204" pitchFamily="34" charset="0"/>
              <a:buChar char="•"/>
            </a:pPr>
            <a:r>
              <a:rPr lang="en-US" sz="2400" dirty="0">
                <a:latin typeface="+mn-lt"/>
              </a:rPr>
              <a:t>You hit the targets from last time and the conversation resets like it never happened.</a:t>
            </a:r>
          </a:p>
          <a:p>
            <a:pPr marL="342900" indent="-342900">
              <a:buFont typeface="Arial" panose="020B0604020202020204" pitchFamily="34" charset="0"/>
              <a:buChar char="•"/>
            </a:pPr>
            <a:endParaRPr lang="en-US" sz="2400" dirty="0">
              <a:latin typeface="+mn-lt"/>
            </a:endParaRPr>
          </a:p>
          <a:p>
            <a:pPr marL="342900" indent="-342900">
              <a:buFont typeface="Arial" panose="020B0604020202020204" pitchFamily="34" charset="0"/>
              <a:buChar char="•"/>
            </a:pPr>
            <a:r>
              <a:rPr lang="en-US" sz="2400" dirty="0">
                <a:latin typeface="+mn-lt"/>
              </a:rPr>
              <a:t>The budget is always tight but new hires are coming in at market rate.</a:t>
            </a:r>
          </a:p>
          <a:p>
            <a:pPr marL="342900" indent="-342900">
              <a:buFont typeface="Arial" panose="020B0604020202020204" pitchFamily="34" charset="0"/>
              <a:buChar char="•"/>
            </a:pPr>
            <a:endParaRPr lang="en-US" sz="2400" dirty="0">
              <a:latin typeface="+mn-lt"/>
            </a:endParaRPr>
          </a:p>
          <a:p>
            <a:pPr marL="342900" indent="-342900">
              <a:buFont typeface="Arial" panose="020B0604020202020204" pitchFamily="34" charset="0"/>
              <a:buChar char="•"/>
            </a:pPr>
            <a:r>
              <a:rPr lang="en-US" sz="2400" dirty="0">
                <a:latin typeface="+mn-lt"/>
              </a:rPr>
              <a:t>Your role has grown significantly but your title and compensation have not.</a:t>
            </a:r>
          </a:p>
          <a:p>
            <a:pPr marL="342900" indent="-342900">
              <a:buFont typeface="Arial" panose="020B0604020202020204" pitchFamily="34" charset="0"/>
              <a:buChar char="•"/>
            </a:pPr>
            <a:endParaRPr lang="en-US" sz="2400" dirty="0">
              <a:latin typeface="+mn-lt"/>
            </a:endParaRPr>
          </a:p>
          <a:p>
            <a:pPr marL="342900" indent="-342900">
              <a:buFont typeface="Arial" panose="020B0604020202020204" pitchFamily="34" charset="0"/>
              <a:buChar char="•"/>
            </a:pPr>
            <a:r>
              <a:rPr lang="en-US" sz="2400" dirty="0">
                <a:latin typeface="+mn-lt"/>
              </a:rPr>
              <a:t>You are being told you are invaluable but being paid like you are replaceable.</a:t>
            </a:r>
            <a:endParaRPr lang="en-US" sz="1800" dirty="0">
              <a:latin typeface="+mn-lt"/>
            </a:endParaRPr>
          </a:p>
        </p:txBody>
      </p:sp>
    </p:spTree>
    <p:extLst>
      <p:ext uri="{BB962C8B-B14F-4D97-AF65-F5344CB8AC3E}">
        <p14:creationId xmlns:p14="http://schemas.microsoft.com/office/powerpoint/2010/main" val="3857475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C553F-BDF8-DF1D-688D-45C3A0CC25A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9898123-3170-07AD-2996-D7191ABC7D25}"/>
              </a:ext>
            </a:extLst>
          </p:cNvPr>
          <p:cNvSpPr>
            <a:spLocks noGrp="1"/>
          </p:cNvSpPr>
          <p:nvPr>
            <p:ph type="title"/>
          </p:nvPr>
        </p:nvSpPr>
        <p:spPr>
          <a:xfrm>
            <a:off x="0" y="293945"/>
            <a:ext cx="12191999" cy="641060"/>
          </a:xfrm>
        </p:spPr>
        <p:txBody>
          <a:bodyPr>
            <a:noAutofit/>
          </a:bodyPr>
          <a:lstStyle/>
          <a:p>
            <a:pPr algn="ctr"/>
            <a:r>
              <a:rPr lang="en-US" sz="3600" dirty="0"/>
              <a:t>When to Fly the Falcon to a New System</a:t>
            </a:r>
          </a:p>
        </p:txBody>
      </p:sp>
      <p:sp>
        <p:nvSpPr>
          <p:cNvPr id="3" name="Title 3">
            <a:extLst>
              <a:ext uri="{FF2B5EF4-FFF2-40B4-BE49-F238E27FC236}">
                <a16:creationId xmlns:a16="http://schemas.microsoft.com/office/drawing/2014/main" id="{CA7D6AE2-C123-16F8-43C9-103C7DC0B96C}"/>
              </a:ext>
            </a:extLst>
          </p:cNvPr>
          <p:cNvSpPr txBox="1">
            <a:spLocks/>
          </p:cNvSpPr>
          <p:nvPr/>
        </p:nvSpPr>
        <p:spPr>
          <a:xfrm>
            <a:off x="1165861" y="1706880"/>
            <a:ext cx="9715500" cy="4632961"/>
          </a:xfrm>
          <a:prstGeom prst="rect">
            <a:avLst/>
          </a:prstGeom>
          <a:noFill/>
        </p:spPr>
        <p:txBody>
          <a:bodyPr vert="horz" lIns="0" tIns="45720" rIns="91440" bIns="45720" numCol="1" spcCol="45720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pPr algn="ctr"/>
            <a:r>
              <a:rPr lang="en-US" sz="2400" b="1" dirty="0">
                <a:latin typeface="+mn-lt"/>
              </a:rPr>
              <a:t>Remember what your research was for</a:t>
            </a:r>
          </a:p>
          <a:p>
            <a:pPr algn="ctr"/>
            <a:endParaRPr lang="en-US" sz="2400" dirty="0">
              <a:latin typeface="+mn-lt"/>
            </a:endParaRPr>
          </a:p>
          <a:p>
            <a:pPr marL="342900" indent="-342900">
              <a:buFont typeface="Arial" panose="020B0604020202020204" pitchFamily="34" charset="0"/>
              <a:buChar char="•"/>
            </a:pPr>
            <a:r>
              <a:rPr lang="en-US" sz="2400" dirty="0">
                <a:latin typeface="+mn-lt"/>
              </a:rPr>
              <a:t>The market data you pulled for your raise conversation is also your compass.</a:t>
            </a:r>
          </a:p>
          <a:p>
            <a:pPr marL="342900" indent="-342900">
              <a:buFont typeface="Arial" panose="020B0604020202020204" pitchFamily="34" charset="0"/>
              <a:buChar char="•"/>
            </a:pPr>
            <a:endParaRPr lang="en-US" sz="2400" dirty="0">
              <a:latin typeface="+mn-lt"/>
            </a:endParaRPr>
          </a:p>
          <a:p>
            <a:pPr marL="342900" indent="-342900">
              <a:buFont typeface="Arial" panose="020B0604020202020204" pitchFamily="34" charset="0"/>
              <a:buChar char="•"/>
            </a:pPr>
            <a:r>
              <a:rPr lang="en-US" sz="2400" dirty="0">
                <a:latin typeface="+mn-lt"/>
              </a:rPr>
              <a:t>If the gap between what you are worth and what you are being paid keeps growing, that is the market telling you something your boss will not.</a:t>
            </a:r>
          </a:p>
          <a:p>
            <a:pPr marL="342900" indent="-342900">
              <a:buFont typeface="Arial" panose="020B0604020202020204" pitchFamily="34" charset="0"/>
              <a:buChar char="•"/>
            </a:pPr>
            <a:endParaRPr lang="en-US" sz="2400" dirty="0">
              <a:latin typeface="+mn-lt"/>
            </a:endParaRPr>
          </a:p>
          <a:p>
            <a:pPr marL="342900" indent="-342900">
              <a:buFont typeface="Arial" panose="020B0604020202020204" pitchFamily="34" charset="0"/>
              <a:buChar char="•"/>
            </a:pPr>
            <a:r>
              <a:rPr lang="en-US" sz="2400" b="1" dirty="0">
                <a:latin typeface="+mn-lt"/>
              </a:rPr>
              <a:t>Your "make money button" works everywhere, not just here.</a:t>
            </a:r>
            <a:endParaRPr lang="en-US" sz="1800" b="1" dirty="0">
              <a:latin typeface="+mn-lt"/>
            </a:endParaRPr>
          </a:p>
        </p:txBody>
      </p:sp>
    </p:spTree>
    <p:extLst>
      <p:ext uri="{BB962C8B-B14F-4D97-AF65-F5344CB8AC3E}">
        <p14:creationId xmlns:p14="http://schemas.microsoft.com/office/powerpoint/2010/main" val="15791020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F1695-219E-82F1-E9F3-B92E168B0FD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A07C6A9-2114-9BAD-1ACB-8AE8904FD1A7}"/>
              </a:ext>
            </a:extLst>
          </p:cNvPr>
          <p:cNvSpPr>
            <a:spLocks noGrp="1"/>
          </p:cNvSpPr>
          <p:nvPr>
            <p:ph type="title"/>
          </p:nvPr>
        </p:nvSpPr>
        <p:spPr>
          <a:xfrm>
            <a:off x="0" y="293945"/>
            <a:ext cx="12191999" cy="641060"/>
          </a:xfrm>
        </p:spPr>
        <p:txBody>
          <a:bodyPr>
            <a:noAutofit/>
          </a:bodyPr>
          <a:lstStyle/>
          <a:p>
            <a:pPr algn="ctr"/>
            <a:r>
              <a:rPr lang="en-US" sz="3600" dirty="0"/>
              <a:t>When to Fly the Falcon to a New System</a:t>
            </a:r>
          </a:p>
        </p:txBody>
      </p:sp>
      <p:sp>
        <p:nvSpPr>
          <p:cNvPr id="3" name="Title 3">
            <a:extLst>
              <a:ext uri="{FF2B5EF4-FFF2-40B4-BE49-F238E27FC236}">
                <a16:creationId xmlns:a16="http://schemas.microsoft.com/office/drawing/2014/main" id="{D909B808-A09D-74FE-9457-FEAB68B54BF7}"/>
              </a:ext>
            </a:extLst>
          </p:cNvPr>
          <p:cNvSpPr txBox="1">
            <a:spLocks/>
          </p:cNvSpPr>
          <p:nvPr/>
        </p:nvSpPr>
        <p:spPr>
          <a:xfrm>
            <a:off x="883920" y="1607820"/>
            <a:ext cx="10683239" cy="4732021"/>
          </a:xfrm>
          <a:prstGeom prst="rect">
            <a:avLst/>
          </a:prstGeom>
          <a:noFill/>
        </p:spPr>
        <p:txBody>
          <a:bodyPr vert="horz" lIns="0" tIns="45720" rIns="91440" bIns="45720" numCol="1" spcCol="45720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pPr algn="ctr"/>
            <a:r>
              <a:rPr lang="en-US" sz="2400" b="1" dirty="0">
                <a:latin typeface="+mn-lt"/>
              </a:rPr>
              <a:t>How to leave like a professional, not a Sith</a:t>
            </a:r>
          </a:p>
          <a:p>
            <a:pPr algn="ctr"/>
            <a:endParaRPr lang="en-US" sz="2400" dirty="0">
              <a:latin typeface="+mn-lt"/>
            </a:endParaRPr>
          </a:p>
          <a:p>
            <a:pPr marL="342900" indent="-342900">
              <a:buFont typeface="Arial" panose="020B0604020202020204" pitchFamily="34" charset="0"/>
              <a:buChar char="•"/>
            </a:pPr>
            <a:r>
              <a:rPr lang="en-US" sz="2400" dirty="0">
                <a:latin typeface="+mn-lt"/>
              </a:rPr>
              <a:t>Do not burn the bridge. </a:t>
            </a:r>
            <a:r>
              <a:rPr lang="en-US" sz="2400" b="1" dirty="0">
                <a:latin typeface="+mn-lt"/>
              </a:rPr>
              <a:t>The galaxy is smaller than you think</a:t>
            </a:r>
            <a:r>
              <a:rPr lang="en-US" sz="2400" dirty="0">
                <a:latin typeface="+mn-lt"/>
              </a:rPr>
              <a:t>.</a:t>
            </a:r>
            <a:br>
              <a:rPr lang="en-US" sz="2400" dirty="0">
                <a:latin typeface="+mn-lt"/>
              </a:rPr>
            </a:br>
            <a:endParaRPr lang="en-US" sz="2400" dirty="0">
              <a:latin typeface="+mn-lt"/>
            </a:endParaRPr>
          </a:p>
          <a:p>
            <a:pPr marL="342900" indent="-342900">
              <a:buFont typeface="Arial" panose="020B0604020202020204" pitchFamily="34" charset="0"/>
              <a:buChar char="•"/>
            </a:pPr>
            <a:r>
              <a:rPr lang="en-US" sz="2400" dirty="0">
                <a:latin typeface="+mn-lt"/>
              </a:rPr>
              <a:t>Give proper notice, document your work, and transition cleanly.</a:t>
            </a:r>
            <a:br>
              <a:rPr lang="en-US" sz="2400" dirty="0">
                <a:latin typeface="+mn-lt"/>
              </a:rPr>
            </a:br>
            <a:endParaRPr lang="en-US" sz="2400" dirty="0">
              <a:latin typeface="+mn-lt"/>
            </a:endParaRPr>
          </a:p>
          <a:p>
            <a:pPr marL="342900" indent="-342900">
              <a:buFont typeface="Arial" panose="020B0604020202020204" pitchFamily="34" charset="0"/>
              <a:buChar char="•"/>
            </a:pPr>
            <a:r>
              <a:rPr lang="en-US" sz="2400" dirty="0">
                <a:latin typeface="+mn-lt"/>
              </a:rPr>
              <a:t>Thank your boss regardless of how the raise conversations went. You do not know when your paths will cross again.</a:t>
            </a:r>
            <a:br>
              <a:rPr lang="en-US" sz="2400" dirty="0">
                <a:latin typeface="+mn-lt"/>
              </a:rPr>
            </a:br>
            <a:endParaRPr lang="en-US" sz="2400" dirty="0">
              <a:latin typeface="+mn-lt"/>
            </a:endParaRPr>
          </a:p>
          <a:p>
            <a:pPr marL="342900" indent="-342900">
              <a:buFont typeface="Arial" panose="020B0604020202020204" pitchFamily="34" charset="0"/>
              <a:buChar char="•"/>
            </a:pPr>
            <a:r>
              <a:rPr lang="en-US" sz="2400" dirty="0">
                <a:latin typeface="+mn-lt"/>
              </a:rPr>
              <a:t>Leaving is not failure. Staying somewhere that undervalues you is not loyalty. It is settling.</a:t>
            </a:r>
            <a:endParaRPr lang="en-US" sz="1800" b="1" dirty="0">
              <a:latin typeface="+mn-lt"/>
            </a:endParaRPr>
          </a:p>
        </p:txBody>
      </p:sp>
    </p:spTree>
    <p:extLst>
      <p:ext uri="{BB962C8B-B14F-4D97-AF65-F5344CB8AC3E}">
        <p14:creationId xmlns:p14="http://schemas.microsoft.com/office/powerpoint/2010/main" val="32141615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D5C87-A041-3FA7-D6FD-B859356DBCB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041E800-DDA7-2A83-46C9-31D9B13B2389}"/>
              </a:ext>
            </a:extLst>
          </p:cNvPr>
          <p:cNvSpPr>
            <a:spLocks noGrp="1"/>
          </p:cNvSpPr>
          <p:nvPr>
            <p:ph type="title"/>
          </p:nvPr>
        </p:nvSpPr>
        <p:spPr>
          <a:xfrm>
            <a:off x="0" y="293945"/>
            <a:ext cx="12191999" cy="641060"/>
          </a:xfrm>
        </p:spPr>
        <p:txBody>
          <a:bodyPr>
            <a:noAutofit/>
          </a:bodyPr>
          <a:lstStyle/>
          <a:p>
            <a:pPr algn="ctr"/>
            <a:r>
              <a:rPr lang="en-US" sz="3600" dirty="0"/>
              <a:t>Recap</a:t>
            </a:r>
          </a:p>
        </p:txBody>
      </p:sp>
      <p:pic>
        <p:nvPicPr>
          <p:cNvPr id="2" name="Picture 1">
            <a:extLst>
              <a:ext uri="{FF2B5EF4-FFF2-40B4-BE49-F238E27FC236}">
                <a16:creationId xmlns:a16="http://schemas.microsoft.com/office/drawing/2014/main" id="{29BE8648-5AD6-3368-58BD-721006F5665D}"/>
              </a:ext>
            </a:extLst>
          </p:cNvPr>
          <p:cNvPicPr>
            <a:picLocks noChangeAspect="1"/>
          </p:cNvPicPr>
          <p:nvPr/>
        </p:nvPicPr>
        <p:blipFill>
          <a:blip r:embed="rId3"/>
          <a:stretch>
            <a:fillRect/>
          </a:stretch>
        </p:blipFill>
        <p:spPr>
          <a:xfrm>
            <a:off x="2263140" y="4650707"/>
            <a:ext cx="7879080" cy="2207294"/>
          </a:xfrm>
          <a:prstGeom prst="rect">
            <a:avLst/>
          </a:prstGeom>
        </p:spPr>
      </p:pic>
      <p:sp>
        <p:nvSpPr>
          <p:cNvPr id="3" name="Title 3">
            <a:extLst>
              <a:ext uri="{FF2B5EF4-FFF2-40B4-BE49-F238E27FC236}">
                <a16:creationId xmlns:a16="http://schemas.microsoft.com/office/drawing/2014/main" id="{DDC5B97F-5FC9-97D7-A4A1-466297363ABA}"/>
              </a:ext>
            </a:extLst>
          </p:cNvPr>
          <p:cNvSpPr txBox="1">
            <a:spLocks/>
          </p:cNvSpPr>
          <p:nvPr/>
        </p:nvSpPr>
        <p:spPr>
          <a:xfrm>
            <a:off x="910590" y="1211580"/>
            <a:ext cx="10370820" cy="5097781"/>
          </a:xfrm>
          <a:prstGeom prst="rect">
            <a:avLst/>
          </a:prstGeom>
          <a:noFill/>
        </p:spPr>
        <p:txBody>
          <a:bodyPr vert="horz" lIns="0" tIns="45720" rIns="91440" bIns="45720" numCol="1" spcCol="45720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pPr algn="ctr"/>
            <a:r>
              <a:rPr lang="en-US" sz="2400" dirty="0">
                <a:latin typeface="+mn-lt"/>
              </a:rPr>
              <a:t>Know your boss</a:t>
            </a:r>
          </a:p>
          <a:p>
            <a:pPr algn="ctr"/>
            <a:endParaRPr lang="en-US" sz="2400" dirty="0">
              <a:latin typeface="+mn-lt"/>
            </a:endParaRPr>
          </a:p>
          <a:p>
            <a:pPr algn="ctr"/>
            <a:r>
              <a:rPr lang="en-US" sz="2400" dirty="0">
                <a:latin typeface="+mn-lt"/>
              </a:rPr>
              <a:t>Know your value</a:t>
            </a:r>
          </a:p>
          <a:p>
            <a:pPr algn="ctr"/>
            <a:endParaRPr lang="en-US" sz="2400" dirty="0">
              <a:latin typeface="+mn-lt"/>
            </a:endParaRPr>
          </a:p>
          <a:p>
            <a:pPr algn="ctr"/>
            <a:r>
              <a:rPr lang="en-US" sz="2400" dirty="0">
                <a:latin typeface="+mn-lt"/>
              </a:rPr>
              <a:t>Know your number</a:t>
            </a:r>
          </a:p>
          <a:p>
            <a:pPr algn="ctr"/>
            <a:endParaRPr lang="en-US" sz="2400" dirty="0">
              <a:latin typeface="+mn-lt"/>
            </a:endParaRPr>
          </a:p>
          <a:p>
            <a:pPr algn="ctr"/>
            <a:r>
              <a:rPr lang="en-US" sz="2400" dirty="0">
                <a:latin typeface="+mn-lt"/>
              </a:rPr>
              <a:t>Know your approach</a:t>
            </a:r>
          </a:p>
          <a:p>
            <a:pPr algn="ctr"/>
            <a:endParaRPr lang="en-US" sz="2400" dirty="0">
              <a:latin typeface="+mn-lt"/>
            </a:endParaRPr>
          </a:p>
          <a:p>
            <a:pPr algn="ctr"/>
            <a:r>
              <a:rPr lang="en-US" sz="2400" dirty="0">
                <a:latin typeface="+mn-lt"/>
              </a:rPr>
              <a:t>Know your walk-away</a:t>
            </a:r>
          </a:p>
          <a:p>
            <a:pPr algn="ctr"/>
            <a:endParaRPr lang="en-US" sz="2400" dirty="0">
              <a:latin typeface="+mn-lt"/>
            </a:endParaRPr>
          </a:p>
          <a:p>
            <a:pPr algn="ctr"/>
            <a:r>
              <a:rPr lang="en-US" sz="2400" dirty="0">
                <a:latin typeface="+mn-lt"/>
              </a:rPr>
              <a:t>You Got This</a:t>
            </a:r>
          </a:p>
        </p:txBody>
      </p:sp>
    </p:spTree>
    <p:extLst>
      <p:ext uri="{BB962C8B-B14F-4D97-AF65-F5344CB8AC3E}">
        <p14:creationId xmlns:p14="http://schemas.microsoft.com/office/powerpoint/2010/main" val="10652556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9C578-1F08-216A-5403-706BD3D85303}"/>
              </a:ext>
            </a:extLst>
          </p:cNvPr>
          <p:cNvSpPr>
            <a:spLocks noGrp="1"/>
          </p:cNvSpPr>
          <p:nvPr>
            <p:ph type="title"/>
          </p:nvPr>
        </p:nvSpPr>
        <p:spPr>
          <a:xfrm>
            <a:off x="1246739" y="330974"/>
            <a:ext cx="10197494" cy="1099457"/>
          </a:xfrm>
        </p:spPr>
        <p:txBody>
          <a:bodyPr>
            <a:noAutofit/>
          </a:bodyPr>
          <a:lstStyle/>
          <a:p>
            <a:r>
              <a:rPr lang="en-US" sz="3200" dirty="0"/>
              <a:t>Don’t forget to connect, thanks for listening!</a:t>
            </a:r>
          </a:p>
        </p:txBody>
      </p:sp>
      <p:graphicFrame>
        <p:nvGraphicFramePr>
          <p:cNvPr id="53" name="Content Placeholder 2">
            <a:extLst>
              <a:ext uri="{FF2B5EF4-FFF2-40B4-BE49-F238E27FC236}">
                <a16:creationId xmlns:a16="http://schemas.microsoft.com/office/drawing/2014/main" id="{3C5312A1-6D86-AB24-BBF8-296AC20E4D4A}"/>
              </a:ext>
            </a:extLst>
          </p:cNvPr>
          <p:cNvGraphicFramePr>
            <a:graphicFrameLocks noGrp="1"/>
          </p:cNvGraphicFramePr>
          <p:nvPr>
            <p:ph idx="1"/>
            <p:extLst>
              <p:ext uri="{D42A27DB-BD31-4B8C-83A1-F6EECF244321}">
                <p14:modId xmlns:p14="http://schemas.microsoft.com/office/powerpoint/2010/main" val="425638681"/>
              </p:ext>
            </p:extLst>
          </p:nvPr>
        </p:nvGraphicFramePr>
        <p:xfrm>
          <a:off x="4466024" y="1430431"/>
          <a:ext cx="7601596" cy="52081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itle 1">
            <a:extLst>
              <a:ext uri="{FF2B5EF4-FFF2-40B4-BE49-F238E27FC236}">
                <a16:creationId xmlns:a16="http://schemas.microsoft.com/office/drawing/2014/main" id="{5E3BFC27-6733-8963-13C2-165A3C03425F}"/>
              </a:ext>
            </a:extLst>
          </p:cNvPr>
          <p:cNvSpPr txBox="1">
            <a:spLocks/>
          </p:cNvSpPr>
          <p:nvPr/>
        </p:nvSpPr>
        <p:spPr>
          <a:xfrm>
            <a:off x="808001" y="2165955"/>
            <a:ext cx="2493297" cy="623180"/>
          </a:xfrm>
          <a:prstGeom prst="rect">
            <a:avLst/>
          </a:prstGeom>
        </p:spPr>
        <p:txBody>
          <a:bodyPr vert="horz" lIns="91440" tIns="45720" rIns="91440" bIns="45720" rtlCol="0" anchor="t">
            <a:normAutofit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dirty="0">
                <a:solidFill>
                  <a:schemeClr val="tx1"/>
                </a:solidFill>
              </a:rPr>
              <a:t>GitHub</a:t>
            </a:r>
          </a:p>
        </p:txBody>
      </p:sp>
      <p:pic>
        <p:nvPicPr>
          <p:cNvPr id="4" name="Picture 3">
            <a:extLst>
              <a:ext uri="{FF2B5EF4-FFF2-40B4-BE49-F238E27FC236}">
                <a16:creationId xmlns:a16="http://schemas.microsoft.com/office/drawing/2014/main" id="{F9368141-E5EF-4BB5-7A12-57480E4EC457}"/>
              </a:ext>
            </a:extLst>
          </p:cNvPr>
          <p:cNvPicPr>
            <a:picLocks noChangeAspect="1"/>
          </p:cNvPicPr>
          <p:nvPr/>
        </p:nvPicPr>
        <p:blipFill>
          <a:blip r:embed="rId8"/>
          <a:stretch>
            <a:fillRect/>
          </a:stretch>
        </p:blipFill>
        <p:spPr>
          <a:xfrm>
            <a:off x="451700" y="2789135"/>
            <a:ext cx="3205900" cy="3205900"/>
          </a:xfrm>
          <a:prstGeom prst="rect">
            <a:avLst/>
          </a:prstGeom>
        </p:spPr>
      </p:pic>
    </p:spTree>
    <p:extLst>
      <p:ext uri="{BB962C8B-B14F-4D97-AF65-F5344CB8AC3E}">
        <p14:creationId xmlns:p14="http://schemas.microsoft.com/office/powerpoint/2010/main" val="2435802848"/>
      </p:ext>
    </p:extLst>
  </p:cSld>
  <p:clrMapOvr>
    <a:masterClrMapping/>
  </p:clrMapOvr>
</p:sld>
</file>

<file path=ppt/theme/theme1.xml><?xml version="1.0" encoding="utf-8"?>
<a:theme xmlns:a="http://schemas.openxmlformats.org/drawingml/2006/main" name="Accessible Theme">
  <a:themeElements>
    <a:clrScheme name="Custom 1">
      <a:dk1>
        <a:sysClr val="windowText" lastClr="000000"/>
      </a:dk1>
      <a:lt1>
        <a:sysClr val="window" lastClr="FFFFFF"/>
      </a:lt1>
      <a:dk2>
        <a:srgbClr val="4D671B"/>
      </a:dk2>
      <a:lt2>
        <a:srgbClr val="EBEBEB"/>
      </a:lt2>
      <a:accent1>
        <a:srgbClr val="2A5010"/>
      </a:accent1>
      <a:accent2>
        <a:srgbClr val="2A5010"/>
      </a:accent2>
      <a:accent3>
        <a:srgbClr val="E6B91E"/>
      </a:accent3>
      <a:accent4>
        <a:srgbClr val="E76618"/>
      </a:accent4>
      <a:accent5>
        <a:srgbClr val="C42F1A"/>
      </a:accent5>
      <a:accent6>
        <a:srgbClr val="918655"/>
      </a:accent6>
      <a:hlink>
        <a:srgbClr val="99CA3C"/>
      </a:hlink>
      <a:folHlink>
        <a:srgbClr val="B9D181"/>
      </a:folHlink>
    </a:clrScheme>
    <a:fontScheme name="Custom 1">
      <a:majorFont>
        <a:latin typeface="OpenDyslexic"/>
        <a:ea typeface=""/>
        <a:cs typeface=""/>
      </a:majorFont>
      <a:minorFont>
        <a:latin typeface="OpenDyslexicAlt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ssible Theme" id="{10875AD4-5CAD-4872-B4F2-FE61D414DF08}" vid="{29D82CBB-C483-4E97-ACEB-BAAA2D7D27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87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B28B1FF-B783-4735-8B92-54E899FCF9CC}">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2de999e9-4172-4c67-9dfb-7a2bdf2ec9fe" xsi:nil="true"/>
    <lcf76f155ced4ddcb4097134ff3c332f xmlns="597c0f75-850a-4631-bfec-0dfc22554463">
      <Terms xmlns="http://schemas.microsoft.com/office/infopath/2007/PartnerControls"/>
    </lcf76f155ced4ddcb4097134ff3c332f>
    <Owner xmlns="597c0f75-850a-4631-bfec-0dfc22554463">
      <UserInfo>
        <DisplayName/>
        <AccountId xsi:nil="true"/>
        <AccountType/>
      </UserInfo>
    </Owner>
    <AreaofExpertise xmlns="597c0f75-850a-4631-bfec-0dfc22554463" xsi:nil="true"/>
    <ModuleID xmlns="597c0f75-850a-4631-bfec-0dfc22554463">N/S</ModuleID>
    <_Flow_SignoffStatus xmlns="597c0f75-850a-4631-bfec-0dfc22554463" xsi:nil="true"/>
    <Archive xmlns="597c0f75-850a-4631-bfec-0dfc22554463">false</Archiv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A497A3D7617504B977B8187B9BC83AE" ma:contentTypeVersion="21" ma:contentTypeDescription="Create a new document." ma:contentTypeScope="" ma:versionID="150874b74f4caff4db47f7a2c40fbc04">
  <xsd:schema xmlns:xsd="http://www.w3.org/2001/XMLSchema" xmlns:xs="http://www.w3.org/2001/XMLSchema" xmlns:p="http://schemas.microsoft.com/office/2006/metadata/properties" xmlns:ns2="2de999e9-4172-4c67-9dfb-7a2bdf2ec9fe" xmlns:ns3="597c0f75-850a-4631-bfec-0dfc22554463" targetNamespace="http://schemas.microsoft.com/office/2006/metadata/properties" ma:root="true" ma:fieldsID="73f62a5a3b6dcadfd6ecee10f71c01f1" ns2:_="" ns3:_="">
    <xsd:import namespace="2de999e9-4172-4c67-9dfb-7a2bdf2ec9fe"/>
    <xsd:import namespace="597c0f75-850a-4631-bfec-0dfc2255446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CR" minOccurs="0"/>
                <xsd:element ref="ns3:MediaServiceGenerationTime" minOccurs="0"/>
                <xsd:element ref="ns3:MediaServiceEventHashCode" minOccurs="0"/>
                <xsd:element ref="ns3:lcf76f155ced4ddcb4097134ff3c332f" minOccurs="0"/>
                <xsd:element ref="ns2:TaxCatchAll" minOccurs="0"/>
                <xsd:element ref="ns3:MediaServiceSearchProperties" minOccurs="0"/>
                <xsd:element ref="ns3:MediaServiceObjectDetectorVersions" minOccurs="0"/>
                <xsd:element ref="ns3:_Flow_SignoffStatus" minOccurs="0"/>
                <xsd:element ref="ns3:MediaServiceDateTaken" minOccurs="0"/>
                <xsd:element ref="ns3:MediaLengthInSeconds" minOccurs="0"/>
                <xsd:element ref="ns3:MediaServiceLocation" minOccurs="0"/>
                <xsd:element ref="ns3:AreaofExpertise" minOccurs="0"/>
                <xsd:element ref="ns3:Owner" minOccurs="0"/>
                <xsd:element ref="ns3:ModuleID" minOccurs="0"/>
                <xsd:element ref="ns3:Archiv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de999e9-4172-4c67-9dfb-7a2bdf2ec9f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TaxCatchAll" ma:index="17" nillable="true" ma:displayName="Taxonomy Catch All Column" ma:hidden="true" ma:list="{3ee17c9e-5d82-41ff-9f8e-3f5a1f7119a8}" ma:internalName="TaxCatchAll" ma:showField="CatchAllData" ma:web="2de999e9-4172-4c67-9dfb-7a2bdf2ec9f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97c0f75-850a-4631-bfec-0dfc2255446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13beb978-957d-46a2-9a24-771190ada31c" ma:termSetId="09814cd3-568e-fe90-9814-8d621ff8fb84" ma:anchorId="fba54fb3-c3e1-fe81-a776-ca4b69148c4d" ma:open="true" ma:isKeyword="false">
      <xsd:complexType>
        <xsd:sequence>
          <xsd:element ref="pc:Terms" minOccurs="0" maxOccurs="1"/>
        </xsd:sequence>
      </xsd:complex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_Flow_SignoffStatus" ma:index="20" nillable="true" ma:displayName="Sign-off status" ma:internalName="Sign_x002d_off_x0020_status">
      <xsd:simpleType>
        <xsd:restriction base="dms:Text"/>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Location" ma:index="23" nillable="true" ma:displayName="Location" ma:description="" ma:indexed="true" ma:internalName="MediaServiceLocation" ma:readOnly="true">
      <xsd:simpleType>
        <xsd:restriction base="dms:Text"/>
      </xsd:simpleType>
    </xsd:element>
    <xsd:element name="AreaofExpertise" ma:index="24" nillable="true" ma:displayName="Area of Expertise" ma:description="Specify the Area of Expertise relevant to this content." ma:format="Dropdown" ma:internalName="AreaofExpertise">
      <xsd:complexType>
        <xsd:complexContent>
          <xsd:extension base="dms:MultiChoice">
            <xsd:sequence>
              <xsd:element name="Value" maxOccurs="unbounded" minOccurs="0" nillable="true">
                <xsd:simpleType>
                  <xsd:restriction base="dms:Choice">
                    <xsd:enumeration value="Analytics &amp; BI"/>
                    <xsd:enumeration value="Process Improvement &amp; Automation"/>
                    <xsd:enumeration value="Data Platforms &amp; Architecture"/>
                    <xsd:enumeration value="Consulting Excellence"/>
                    <xsd:enumeration value="Customer Relationships"/>
                    <xsd:enumeration value="Developing Others"/>
                    <xsd:enumeration value="P3 Know How"/>
                  </xsd:restriction>
                </xsd:simpleType>
              </xsd:element>
            </xsd:sequence>
          </xsd:extension>
        </xsd:complexContent>
      </xsd:complexType>
    </xsd:element>
    <xsd:element name="Owner" ma:index="25" nillable="true" ma:displayName="Owner" ma:description="Typically the person who created it" ma:format="Dropdown" ma:list="UserInfo" ma:SharePointGroup="0"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oduleID" ma:index="26" nillable="true" ma:displayName="Module ID" ma:default="N/S" ma:description="e.g. 2Q24-001&#10;Use to group content - e.g. if a module includes a video and and article, they can both have the same module number to be grouped together." ma:format="Dropdown" ma:internalName="ModuleID">
      <xsd:simpleType>
        <xsd:restriction base="dms:Text">
          <xsd:maxLength value="255"/>
        </xsd:restriction>
      </xsd:simpleType>
    </xsd:element>
    <xsd:element name="Archive" ma:index="27" nillable="true" ma:displayName="Archive" ma:default="0" ma:format="Dropdown" ma:internalName="Archiv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E4F7A3F-3798-4938-AB09-6FE2A4B878A4}">
  <ds:schemaRefs>
    <ds:schemaRef ds:uri="http://purl.org/dc/dcmitype/"/>
    <ds:schemaRef ds:uri="http://schemas.microsoft.com/office/2006/metadata/properties"/>
    <ds:schemaRef ds:uri="http://schemas.microsoft.com/office/2006/documentManagement/types"/>
    <ds:schemaRef ds:uri="http://schemas.microsoft.com/office/infopath/2007/PartnerControls"/>
    <ds:schemaRef ds:uri="2de999e9-4172-4c67-9dfb-7a2bdf2ec9fe"/>
    <ds:schemaRef ds:uri="http://schemas.openxmlformats.org/package/2006/metadata/core-properties"/>
    <ds:schemaRef ds:uri="http://purl.org/dc/elements/1.1/"/>
    <ds:schemaRef ds:uri="597c0f75-850a-4631-bfec-0dfc22554463"/>
    <ds:schemaRef ds:uri="http://www.w3.org/XML/1998/namespace"/>
    <ds:schemaRef ds:uri="http://purl.org/dc/terms/"/>
  </ds:schemaRefs>
</ds:datastoreItem>
</file>

<file path=customXml/itemProps2.xml><?xml version="1.0" encoding="utf-8"?>
<ds:datastoreItem xmlns:ds="http://schemas.openxmlformats.org/officeDocument/2006/customXml" ds:itemID="{8B9ED252-A91E-4C11-82AF-AC9C14ABA594}">
  <ds:schemaRefs>
    <ds:schemaRef ds:uri="http://schemas.microsoft.com/sharepoint/v3/contenttype/forms"/>
  </ds:schemaRefs>
</ds:datastoreItem>
</file>

<file path=customXml/itemProps3.xml><?xml version="1.0" encoding="utf-8"?>
<ds:datastoreItem xmlns:ds="http://schemas.openxmlformats.org/officeDocument/2006/customXml" ds:itemID="{30AF728A-9689-42E9-946C-DC0C31BDD12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de999e9-4172-4c67-9dfb-7a2bdf2ec9fe"/>
    <ds:schemaRef ds:uri="597c0f75-850a-4631-bfec-0dfc2255446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Accessible Theme</Template>
  <TotalTime>3549</TotalTime>
  <Words>4527</Words>
  <Application>Microsoft Office PowerPoint</Application>
  <PresentationFormat>Widescreen</PresentationFormat>
  <Paragraphs>396</Paragraphs>
  <Slides>35</Slides>
  <Notes>34</Notes>
  <HiddenSlides>0</HiddenSlides>
  <MMClips>0</MMClips>
  <ScaleCrop>false</ScaleCrop>
  <HeadingPairs>
    <vt:vector size="8" baseType="variant">
      <vt:variant>
        <vt:lpstr>Fonts Used</vt:lpstr>
      </vt:variant>
      <vt:variant>
        <vt:i4>8</vt:i4>
      </vt:variant>
      <vt:variant>
        <vt:lpstr>Theme</vt:lpstr>
      </vt:variant>
      <vt:variant>
        <vt:i4>1</vt:i4>
      </vt:variant>
      <vt:variant>
        <vt:lpstr>Slide Titles</vt:lpstr>
      </vt:variant>
      <vt:variant>
        <vt:i4>35</vt:i4>
      </vt:variant>
      <vt:variant>
        <vt:lpstr>Custom Shows</vt:lpstr>
      </vt:variant>
      <vt:variant>
        <vt:i4>1</vt:i4>
      </vt:variant>
    </vt:vector>
  </HeadingPairs>
  <TitlesOfParts>
    <vt:vector size="45" baseType="lpstr">
      <vt:lpstr>Aptos</vt:lpstr>
      <vt:lpstr>Arial</vt:lpstr>
      <vt:lpstr>Inter UI</vt:lpstr>
      <vt:lpstr>OpenDyslexic</vt:lpstr>
      <vt:lpstr>OpenDyslexicAlta</vt:lpstr>
      <vt:lpstr>Space Grotesk</vt:lpstr>
      <vt:lpstr>Space Grotesk Light</vt:lpstr>
      <vt:lpstr>Space Grotesk Medium</vt:lpstr>
      <vt:lpstr>Accessible Theme</vt:lpstr>
      <vt:lpstr>Stop Hoping for a Raise &amp; Start Engineering One</vt:lpstr>
      <vt:lpstr>About Me ~ Kristyna Ferris</vt:lpstr>
      <vt:lpstr>Agenda</vt:lpstr>
      <vt:lpstr>A Long Time Ago, in a Salary Far, Far Away…</vt:lpstr>
      <vt:lpstr>A Long Time Ago, in a Salary Far, Far Away…</vt:lpstr>
      <vt:lpstr>Right Case, Wrong Audience</vt:lpstr>
      <vt:lpstr>So, who is YOUR Boss? Really? </vt:lpstr>
      <vt:lpstr>Darth Vader (Coercive/Commanding)</vt:lpstr>
      <vt:lpstr>Darth Vader (Coercive/Commanding)</vt:lpstr>
      <vt:lpstr>Darth Vader (Coercive/Commanding)</vt:lpstr>
      <vt:lpstr>Captain Kirk (Pacesetting)</vt:lpstr>
      <vt:lpstr>Captain Kirk (Pacesetting)</vt:lpstr>
      <vt:lpstr>Captain Kirk (Pacesetting)</vt:lpstr>
      <vt:lpstr>Captain Picard (Authoritative/Visionary)</vt:lpstr>
      <vt:lpstr>Captain Picard (Authoritative/Visionary)</vt:lpstr>
      <vt:lpstr>Captain Picard (Authoritative/Visionary)</vt:lpstr>
      <vt:lpstr>Queen/Senator Padme (Affiliative)</vt:lpstr>
      <vt:lpstr>Queen/Senator Padme (Affiliative)</vt:lpstr>
      <vt:lpstr>Queen/Senator Padme (Affiliative)</vt:lpstr>
      <vt:lpstr>Princess Leia (Democratic)</vt:lpstr>
      <vt:lpstr>Princess Leia (Democratic)</vt:lpstr>
      <vt:lpstr>Princess Leia (Democratic)</vt:lpstr>
      <vt:lpstr>Yoda (Coaching)</vt:lpstr>
      <vt:lpstr>Yoda (Coaching)</vt:lpstr>
      <vt:lpstr>Yoda (Coaching)</vt:lpstr>
      <vt:lpstr>Second Impressions: Did You Change Your Mind?</vt:lpstr>
      <vt:lpstr>Second Impressions: Did You Change Your Mind?</vt:lpstr>
      <vt:lpstr>The Battle Before the Battle</vt:lpstr>
      <vt:lpstr>The Battle Before the Battle</vt:lpstr>
      <vt:lpstr>When to Fly the Falcon to a New System</vt:lpstr>
      <vt:lpstr>When to Fly the Falcon to a New System</vt:lpstr>
      <vt:lpstr>When to Fly the Falcon to a New System</vt:lpstr>
      <vt:lpstr>When to Fly the Falcon to a New System</vt:lpstr>
      <vt:lpstr>Recap</vt:lpstr>
      <vt:lpstr>Don’t forget to connect, thanks for listening!</vt:lpstr>
      <vt:lpstr>Conf Specific Slides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Sarah Bernard</dc:creator>
  <cp:lastModifiedBy>Kristyna Ferris</cp:lastModifiedBy>
  <cp:revision>179</cp:revision>
  <dcterms:created xsi:type="dcterms:W3CDTF">2024-07-02T16:04:35Z</dcterms:created>
  <dcterms:modified xsi:type="dcterms:W3CDTF">2026-05-28T14:26:29Z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0x010100AA497A3D7617504B977B8187B9BC83AE</vt:lpwstr>
  </property>
  <property fmtid="{D5CDD505-2E9C-101B-9397-08002B2CF9AE}" pid="3" name="MediaServiceImageTags">
    <vt:lpwstr/>
  </property>
</Properties>
</file>